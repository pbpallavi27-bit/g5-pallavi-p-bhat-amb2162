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58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01853D-50E0-7FD0-D553-9C8B61487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9D1DD1E-B236-BA80-CB3D-0FDE599D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90A740F-43BE-230C-F1E4-0A31120A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9C02F15-AEFE-4C25-8DC9-8350A668AD4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FCF54E-DF06-BA31-86CE-C3F29D19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002224E-2F6F-1EA9-798C-61F5F2E7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957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jp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jp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9" Type="http://schemas.openxmlformats.org/officeDocument/2006/relationships/image" Target="../media/image68.png"/><Relationship Id="rId21" Type="http://schemas.openxmlformats.org/officeDocument/2006/relationships/image" Target="../media/image50.png"/><Relationship Id="rId34" Type="http://schemas.openxmlformats.org/officeDocument/2006/relationships/image" Target="../media/image63.png"/><Relationship Id="rId42" Type="http://schemas.openxmlformats.org/officeDocument/2006/relationships/image" Target="../media/image71.png"/><Relationship Id="rId47" Type="http://schemas.openxmlformats.org/officeDocument/2006/relationships/image" Target="../media/image76.png"/><Relationship Id="rId50" Type="http://schemas.openxmlformats.org/officeDocument/2006/relationships/image" Target="../media/image79.png"/><Relationship Id="rId7" Type="http://schemas.openxmlformats.org/officeDocument/2006/relationships/image" Target="../media/image36.png"/><Relationship Id="rId2" Type="http://schemas.openxmlformats.org/officeDocument/2006/relationships/image" Target="../media/image3.png"/><Relationship Id="rId16" Type="http://schemas.openxmlformats.org/officeDocument/2006/relationships/image" Target="../media/image45.png"/><Relationship Id="rId29" Type="http://schemas.openxmlformats.org/officeDocument/2006/relationships/image" Target="../media/image58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37" Type="http://schemas.openxmlformats.org/officeDocument/2006/relationships/image" Target="../media/image66.png"/><Relationship Id="rId40" Type="http://schemas.openxmlformats.org/officeDocument/2006/relationships/image" Target="../media/image69.png"/><Relationship Id="rId45" Type="http://schemas.openxmlformats.org/officeDocument/2006/relationships/image" Target="../media/image74.jpg"/><Relationship Id="rId53" Type="http://schemas.openxmlformats.org/officeDocument/2006/relationships/image" Target="../media/image82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31" Type="http://schemas.openxmlformats.org/officeDocument/2006/relationships/image" Target="../media/image60.png"/><Relationship Id="rId44" Type="http://schemas.openxmlformats.org/officeDocument/2006/relationships/image" Target="../media/image73.png"/><Relationship Id="rId52" Type="http://schemas.openxmlformats.org/officeDocument/2006/relationships/image" Target="../media/image81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Relationship Id="rId35" Type="http://schemas.openxmlformats.org/officeDocument/2006/relationships/image" Target="../media/image64.png"/><Relationship Id="rId43" Type="http://schemas.openxmlformats.org/officeDocument/2006/relationships/image" Target="../media/image72.jpg"/><Relationship Id="rId48" Type="http://schemas.openxmlformats.org/officeDocument/2006/relationships/image" Target="../media/image77.png"/><Relationship Id="rId8" Type="http://schemas.openxmlformats.org/officeDocument/2006/relationships/image" Target="../media/image37.png"/><Relationship Id="rId51" Type="http://schemas.openxmlformats.org/officeDocument/2006/relationships/image" Target="../media/image80.png"/><Relationship Id="rId3" Type="http://schemas.openxmlformats.org/officeDocument/2006/relationships/image" Target="../media/image32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33" Type="http://schemas.openxmlformats.org/officeDocument/2006/relationships/image" Target="../media/image62.png"/><Relationship Id="rId38" Type="http://schemas.openxmlformats.org/officeDocument/2006/relationships/image" Target="../media/image67.png"/><Relationship Id="rId46" Type="http://schemas.openxmlformats.org/officeDocument/2006/relationships/image" Target="../media/image75.png"/><Relationship Id="rId20" Type="http://schemas.openxmlformats.org/officeDocument/2006/relationships/image" Target="../media/image49.png"/><Relationship Id="rId41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36" Type="http://schemas.openxmlformats.org/officeDocument/2006/relationships/image" Target="../media/image65.png"/><Relationship Id="rId49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93.png"/><Relationship Id="rId3" Type="http://schemas.openxmlformats.org/officeDocument/2006/relationships/image" Target="../media/image84.jpg"/><Relationship Id="rId7" Type="http://schemas.openxmlformats.org/officeDocument/2006/relationships/image" Target="../media/image88.png"/><Relationship Id="rId12" Type="http://schemas.openxmlformats.org/officeDocument/2006/relationships/image" Target="../media/image9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11" Type="http://schemas.openxmlformats.org/officeDocument/2006/relationships/image" Target="../media/image91.png"/><Relationship Id="rId5" Type="http://schemas.openxmlformats.org/officeDocument/2006/relationships/image" Target="../media/image86.png"/><Relationship Id="rId15" Type="http://schemas.openxmlformats.org/officeDocument/2006/relationships/image" Target="../media/image94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Relationship Id="rId14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12" Type="http://schemas.openxmlformats.org/officeDocument/2006/relationships/image" Target="../media/image101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jpg"/><Relationship Id="rId11" Type="http://schemas.openxmlformats.org/officeDocument/2006/relationships/image" Target="../media/image81.png"/><Relationship Id="rId5" Type="http://schemas.openxmlformats.org/officeDocument/2006/relationships/image" Target="../media/image97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23CDA2-55C0-97FF-FC5C-2A12E4E79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675" y="2315003"/>
            <a:ext cx="6858000" cy="731379"/>
          </a:xfrm>
        </p:spPr>
        <p:txBody>
          <a:bodyPr>
            <a:normAutofit fontScale="90000"/>
          </a:bodyPr>
          <a:lstStyle/>
          <a:p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in Agricultural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Using Deep Learning (CNN)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in Agricultural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Using Deep Learning (CNN)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Weed detection in Agricultural fields using Deep Learning(CNN)</a:t>
            </a:r>
            <a:endParaRPr lang="en-IN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82F19D3-A721-37B3-1BFF-096CA1512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6146" y="2973883"/>
            <a:ext cx="3788229" cy="2399862"/>
          </a:xfrm>
        </p:spPr>
        <p:txBody>
          <a:bodyPr>
            <a:normAutofit/>
          </a:bodyPr>
          <a:lstStyle/>
          <a:p>
            <a:pPr algn="l"/>
            <a:endParaRPr lang="en-IN" dirty="0"/>
          </a:p>
          <a:p>
            <a:pPr algn="l"/>
            <a:r>
              <a:rPr lang="en-IN" dirty="0" smtClean="0"/>
              <a:t> </a:t>
            </a:r>
            <a:r>
              <a:rPr lang="en-IN" b="1" dirty="0" smtClean="0"/>
              <a:t>Team members:</a:t>
            </a:r>
          </a:p>
          <a:p>
            <a:pPr algn="l"/>
            <a:r>
              <a:rPr lang="en-US" dirty="0" err="1" smtClean="0"/>
              <a:t>Pallavi</a:t>
            </a:r>
            <a:r>
              <a:rPr lang="en-US" dirty="0" smtClean="0"/>
              <a:t> P Bhat (AMB2162)</a:t>
            </a:r>
          </a:p>
          <a:p>
            <a:pPr algn="l"/>
            <a:r>
              <a:rPr lang="en-US" dirty="0" err="1" smtClean="0"/>
              <a:t>Pavithra</a:t>
            </a:r>
            <a:r>
              <a:rPr lang="en-US" dirty="0" smtClean="0"/>
              <a:t> SP (AMB2168)</a:t>
            </a:r>
          </a:p>
          <a:p>
            <a:pPr algn="l"/>
            <a:r>
              <a:rPr lang="en-US" dirty="0" err="1" smtClean="0"/>
              <a:t>Pubali</a:t>
            </a:r>
            <a:r>
              <a:rPr lang="en-US" dirty="0" smtClean="0"/>
              <a:t> </a:t>
            </a:r>
            <a:r>
              <a:rPr lang="en-US" dirty="0" err="1" smtClean="0"/>
              <a:t>Niyogi</a:t>
            </a:r>
            <a:r>
              <a:rPr lang="en-US" dirty="0" smtClean="0"/>
              <a:t> (AMB2188)</a:t>
            </a:r>
            <a:endParaRPr lang="en-IN" dirty="0" smtClean="0"/>
          </a:p>
          <a:p>
            <a:pPr algn="l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BA64635-5D0A-2372-382C-A978CB05A6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132" y="301414"/>
            <a:ext cx="1708108" cy="14597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0F93BF-F706-C597-2EA2-FB3C33B61910}"/>
              </a:ext>
            </a:extLst>
          </p:cNvPr>
          <p:cNvSpPr txBox="1"/>
          <p:nvPr/>
        </p:nvSpPr>
        <p:spPr>
          <a:xfrm>
            <a:off x="759210" y="368523"/>
            <a:ext cx="5470073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  <a:spcAft>
                <a:spcPts val="525"/>
              </a:spcAft>
            </a:pPr>
            <a:r>
              <a:rPr lang="en-IN" sz="2100" b="1" dirty="0">
                <a:solidFill>
                  <a:srgbClr val="1F4E79"/>
                </a:solidFill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9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450"/>
              </a:spcBef>
              <a:spcAft>
                <a:spcPts val="525"/>
              </a:spcAft>
            </a:pPr>
            <a:r>
              <a:rPr lang="en-IN" sz="2100" b="1" dirty="0">
                <a:solidFill>
                  <a:srgbClr val="1F4E79"/>
                </a:solidFill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9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450"/>
              </a:spcBef>
              <a:spcAft>
                <a:spcPts val="525"/>
              </a:spcAft>
            </a:pPr>
            <a:r>
              <a:rPr lang="en-IN" sz="2100" b="1" dirty="0">
                <a:solidFill>
                  <a:srgbClr val="1F4E79"/>
                </a:solidFill>
                <a:latin typeface="Algerian" panose="04020705040A02060702" pitchFamily="82" charset="0"/>
                <a:ea typeface="Arial" panose="020B0604020202020204" pitchFamily="34" charset="0"/>
              </a:rPr>
              <a:t>GKVK, </a:t>
            </a:r>
            <a:r>
              <a:rPr lang="en-IN" sz="2100" b="1" dirty="0" smtClean="0">
                <a:solidFill>
                  <a:srgbClr val="1F4E79"/>
                </a:solidFill>
                <a:latin typeface="Algerian" panose="04020705040A02060702" pitchFamily="82" charset="0"/>
                <a:ea typeface="Arial" panose="020B0604020202020204" pitchFamily="34" charset="0"/>
              </a:rPr>
              <a:t>BANGLORE -560065</a:t>
            </a:r>
            <a:endParaRPr lang="en-IN" sz="9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117" y="3653599"/>
            <a:ext cx="32168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r>
              <a:rPr lang="en-US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Teacher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in Agriculture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COA, GKVK – Bengaluru 560065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48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819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 of Literature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9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169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Materials &amp; Requirements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54864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84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Architecture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54864" cy="38404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914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 and Discussion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581912"/>
            <a:ext cx="54864" cy="38404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5819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Summary &amp; Conclusion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249424"/>
            <a:ext cx="54864" cy="38404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249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Future 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916936"/>
            <a:ext cx="54864" cy="38404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169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References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8522" y="775793"/>
            <a:ext cx="73152" cy="12344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89611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Current Trends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170432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competition reduces global crop yields by 10–30% annually in major cereal crops (FAO, 2023). Traditional management relies on uniform herbicide application — costly and environmentally damaging.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6944" y="2138249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44268"/>
            <a:ext cx="73152" cy="12344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5915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AI/ML in Weed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633472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achieve &gt;95% accuracy on plant classification tasks. Key trends: Drone/UAV imaging, Edge AI (Raspberry Pi, Jetson), Transfer Learning, and Variable-Rate Spraying reducing chemical usage by 50–90%.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8522" y="3488436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8522" y="3488436"/>
            <a:ext cx="73152" cy="12344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8221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chemeClr val="accent6">
                    <a:lumMod val="50000"/>
                  </a:schemeClr>
                </a:solidFill>
              </a:rPr>
              <a:t>Motivation</a:t>
            </a:r>
            <a:endParaRPr lang="en-US" sz="12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4096512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Integrating agriculture with AI and Deep Learning to enhance sustainability.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3502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weed-vs-crop binary classification in real agricultural field imagery remains technically difficult despite advances in plant ML.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Similarity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33502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intra-class similarity between weeds and crop seedlings — especially at early growth stages — causes high false-positive rates in existing systems.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4114800" cy="34747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437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train, and evaluate a custom CNN on the WeedCrop dataset (2,721 images) — benchmarking performance across baseline, dropout, augmentation, and hyperparameter tuning stages.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88920"/>
            <a:ext cx="4114800" cy="347472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437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20954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trained and optimized CNN model that can accurately classify images as crop or weed with higher accuracy 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777240" cy="107899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25880" y="10515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Train CNN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34416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custom CNN architecture for binary weed-vs-crop image classification achieving ≥90% validation accuracy on the WeedCrop dataset.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94560"/>
            <a:ext cx="777240" cy="107899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94560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25880" y="22860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Improvements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57860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evaluate dropout regularization, early stopping, data augmentation, and hyperparameter tuning — quantifying each technique's contribution.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29000"/>
            <a:ext cx="777240" cy="107899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29000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25880" y="35204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81304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pipeline from raw YOLOv5 dataset preprocessing </a:t>
            </a:r>
            <a:r>
              <a:rPr lang="en-US" sz="120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en-US" sz="120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 and evaluation.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96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WeedCrop.v11.yolov5pytorch </a:t>
            </a:r>
            <a:r>
              <a:rPr lang="en-US" sz="10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</a:t>
            </a:r>
            <a:r>
              <a:rPr lang="en-US" sz="1050" dirty="0" err="1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7099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bounding box labels → binary class dirs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0939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0939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(class 0)  |  Weed (class 1)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4780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4780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2,368 images (~1,184 per class)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8620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2862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images (~117 per class)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3246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images (~59 per class)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6301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36301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2,721 images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014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40142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128×128, normalize [0–1], YOLO→Keras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896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Summary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71600"/>
          <a:ext cx="3749040" cy="22860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960120"/>
                <a:gridCol w="96012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Crop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Training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2,368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~1,184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~1,184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~117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~59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~59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2,721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4754880" y="3840480"/>
            <a:ext cx="402336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387705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Augmentations Applied: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 ·  Random Rotation ±10%  ·  Random Zoom ±10%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73836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94360" cy="96012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0332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307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labels parsed → class dirs. Images resized to 128×128 and normalized to [0,1] via Rescaling layer.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03120"/>
            <a:ext cx="594360" cy="960120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0312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1762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450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 blocks (32→64→128 filters) + MaxPooling + Dense(128) </a:t>
            </a: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+ Binary Cross-Entropy.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46120"/>
            <a:ext cx="594360" cy="96012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4612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3192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Improvements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593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Baseline · Stage 2: Dropout(0.5) · Stage 3: EarlyStopping · Stage 4: </a:t>
            </a:r>
            <a:r>
              <a:rPr lang="en-US" sz="1150" dirty="0" err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r>
              <a:rPr lang="en-US" sz="1150" dirty="0" smtClean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5: Data augmentation.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370832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370832"/>
            <a:ext cx="594360" cy="960120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370832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44439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Metrics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71830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Loss, Confusion Matrix, Epoch-wise training curves. Test set evaluation on 118 held-out images.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6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2743200" cy="329184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743200" cy="329184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31673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2.13+ / Keras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9144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14400"/>
            <a:ext cx="2743200" cy="329184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31673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1488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148840"/>
            <a:ext cx="27432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85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5511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3.7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1488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148840"/>
            <a:ext cx="27432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185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25511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21488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2148840"/>
            <a:ext cx="27432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185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5511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zipfile / os / shutil (built-in)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3832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383280"/>
            <a:ext cx="2743200" cy="329184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(T4 GPU, 12GB VRAM)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46120" y="33832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3383280"/>
            <a:ext cx="2743200" cy="329184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3756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6.5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3832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3383280"/>
            <a:ext cx="2743200" cy="329184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+ HQ Camera (12MP)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14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98.14%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Train Acc.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epochs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914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00400" y="1572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Val. Acc.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874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from epoch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822960"/>
            <a:ext cx="2606040" cy="141732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914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89.83%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035040" y="15727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874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0.2094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4871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— Epoch-wise Performance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34640"/>
          <a:ext cx="8138160" cy="173736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1645920"/>
                <a:gridCol w="1920240"/>
                <a:gridCol w="155448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Epoch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Train Accuracy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Train Loss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Val Accuracy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Val Loss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1/10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95.19%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0.2039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95.32%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0.1579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5/10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95.57%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0.1247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95.32%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0.2014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8/10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96.54%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0.0897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95.32%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0.2339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10/10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98.14%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0.0591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95.32%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0.2613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3502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plateau at 95.32% from epoch 1 shows early convergence. Diverging train/val loss by epoch 10 confirms mild overfitting, successfully mitigated by dropout and early stopping.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Findings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33502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config: lr=0.001, dropout=0.5, batch=32. Lower LR (0.0001) improved generalization candidates. Higher LR (0.01) caused faster convergence but reduced stability.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4114800" cy="34747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9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similarity between crop and weed seedlings at early growth stages. Small test set (118 images) causes variance in reported test accuracy vs validation accuracy.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4114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89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25526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89.83% accurate weed detector can enable GPS-guided precision sprayers to reduce herbicide usage by 50–80% vs uniform broadcast application.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57200" cy="59436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941832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with 3 conv blocks (32→64→128 filters) achieved 95.32% validation accuracy on the WeedCrop dataset.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673352"/>
            <a:ext cx="457200" cy="594360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733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1673352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1700784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regularization (rate=0.5) reduced overfitting by forcing distributed feature learning in the dense layer.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457200" cy="59436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323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2432304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2459736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(patience=3, restore_best_weights) is highly effective — stopped at epoch 4, preventing over-training.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191256"/>
            <a:ext cx="457200" cy="594360"/>
          </a:xfrm>
          <a:prstGeom prst="rect">
            <a:avLst/>
          </a:prstGeom>
          <a:solidFill>
            <a:srgbClr val="8BC34A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9125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8680" y="3191256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218688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(horizontal flip, rotation ±10%, zoom ±10%) yielded 89.83% test accuracy on unseen field data.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457200" cy="59436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502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8680" y="3950208"/>
            <a:ext cx="7909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" y="3977640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pipeline from YOLOv5 format → Keras export demonstrates practical deployability for precision agriculture.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64008" cy="8686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EfficientNetB0 / ResNet50 / MobileNetV3 — target &gt;97% accuracy with fewer training epochs.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01952"/>
            <a:ext cx="64008" cy="8686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4767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221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species-level ID using DeepWeeds (9 species) for targeted herbicide selection.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9504"/>
            <a:ext cx="64008" cy="8686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3522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095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classifier head with U-Net / DeepLabV3+ for pixel-level weed density mapping.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64008" cy="8686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227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970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Grad-CAM to visualize which image regions drive predictions — builds farmer trust.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9144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C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914400"/>
            <a:ext cx="64008" cy="868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9601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CNN on drone systems for autonomous field scouting at 2–5m altitude with georeferenced weed maps.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190195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C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901952"/>
            <a:ext cx="64008" cy="868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94767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221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TFLite (INT8 quantization) for Raspberry Pi 4 / NVIDIA Jetson Nano — &gt;10 FPS real-time inference.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88950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C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889504"/>
            <a:ext cx="64008" cy="868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3522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Variable-Rate Sprayers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2095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CNN detection with GPS-guided sprayers — reduce herbicide usage by 50–80% vs uniform broadcast.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877056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C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877056"/>
            <a:ext cx="64008" cy="868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9227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1970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multiple farm datasets without centralizing raw imagery, addressing data privacy concerns.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/ Acknowledgements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Using CNN  |  UAS Bengaluru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89611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Bengio Y. et al. (2012). Practical Recommendations for Gradient-Based Training of Deep Architectures. Springer.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Espejo-Garcia B. et al. (2020). Towards Weeds Identification Assistance Through Transfer Learning. Computers and Electronics in Agriculture, 171.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FAO (2023). The State of Food and Agriculture 2023. Food and Agriculture Organization, Rome.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32257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Lottes P. et al. (2017). UAV-based Crop and Weed Classification for Smart Farming. IEEE ICRA.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Mohanty S.P. et al. (2016). Using Deep Learning for Image-Based Plant Disease Detection. Frontiers in Plant Science, 7.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27355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Olsen A. et al. (2019). DeepWeeds: A Multiclass Weed Species Image Dataset. Scientific Reports, 9.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Srivastava N. et al. (2014). Dropout: A Simple Way to Prevent Neural Networks from Overfitting. JMLR, 15(1).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462272"/>
            <a:ext cx="8412480" cy="36576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69436" y="184698"/>
            <a:ext cx="3614738" cy="4783715"/>
          </a:xfrm>
          <a:custGeom>
            <a:avLst/>
            <a:gdLst/>
            <a:ahLst/>
            <a:cxnLst/>
            <a:rect l="l" t="t" r="r" b="b"/>
            <a:pathLst>
              <a:path w="7068820" h="9354820">
                <a:moveTo>
                  <a:pt x="7068312" y="9354312"/>
                </a:moveTo>
                <a:lnTo>
                  <a:pt x="0" y="9354312"/>
                </a:lnTo>
                <a:lnTo>
                  <a:pt x="0" y="0"/>
                </a:lnTo>
                <a:lnTo>
                  <a:pt x="7068312" y="0"/>
                </a:lnTo>
                <a:lnTo>
                  <a:pt x="7068312" y="935431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 sz="921"/>
          </a:p>
        </p:txBody>
      </p:sp>
      <p:grpSp>
        <p:nvGrpSpPr>
          <p:cNvPr id="3" name="object 3"/>
          <p:cNvGrpSpPr/>
          <p:nvPr/>
        </p:nvGrpSpPr>
        <p:grpSpPr>
          <a:xfrm>
            <a:off x="0" y="108179"/>
            <a:ext cx="9144000" cy="4862052"/>
            <a:chOff x="438697" y="413004"/>
            <a:chExt cx="6915784" cy="9306560"/>
          </a:xfrm>
        </p:grpSpPr>
        <p:sp>
          <p:nvSpPr>
            <p:cNvPr id="4" name="object 4"/>
            <p:cNvSpPr/>
            <p:nvPr/>
          </p:nvSpPr>
          <p:spPr>
            <a:xfrm>
              <a:off x="438696" y="413016"/>
              <a:ext cx="6915784" cy="9303385"/>
            </a:xfrm>
            <a:custGeom>
              <a:avLst/>
              <a:gdLst/>
              <a:ahLst/>
              <a:cxnLst/>
              <a:rect l="l" t="t" r="r" b="b"/>
              <a:pathLst>
                <a:path w="6915784" h="9303385">
                  <a:moveTo>
                    <a:pt x="6915175" y="178587"/>
                  </a:moveTo>
                  <a:lnTo>
                    <a:pt x="6914883" y="169418"/>
                  </a:lnTo>
                  <a:lnTo>
                    <a:pt x="6914032" y="160401"/>
                  </a:lnTo>
                  <a:lnTo>
                    <a:pt x="6912597" y="151701"/>
                  </a:lnTo>
                  <a:lnTo>
                    <a:pt x="6910603" y="143446"/>
                  </a:lnTo>
                  <a:lnTo>
                    <a:pt x="6909168" y="134556"/>
                  </a:lnTo>
                  <a:lnTo>
                    <a:pt x="6893649" y="94056"/>
                  </a:lnTo>
                  <a:lnTo>
                    <a:pt x="6868325" y="57912"/>
                  </a:lnTo>
                  <a:lnTo>
                    <a:pt x="6861734" y="51904"/>
                  </a:lnTo>
                  <a:lnTo>
                    <a:pt x="6855752" y="46189"/>
                  </a:lnTo>
                  <a:lnTo>
                    <a:pt x="6820535" y="20764"/>
                  </a:lnTo>
                  <a:lnTo>
                    <a:pt x="6771729" y="3035"/>
                  </a:lnTo>
                  <a:lnTo>
                    <a:pt x="6736575" y="0"/>
                  </a:lnTo>
                  <a:lnTo>
                    <a:pt x="177749" y="0"/>
                  </a:lnTo>
                  <a:lnTo>
                    <a:pt x="126593" y="7810"/>
                  </a:lnTo>
                  <a:lnTo>
                    <a:pt x="86296" y="24638"/>
                  </a:lnTo>
                  <a:lnTo>
                    <a:pt x="45923" y="57912"/>
                  </a:lnTo>
                  <a:lnTo>
                    <a:pt x="20675" y="94056"/>
                  </a:lnTo>
                  <a:lnTo>
                    <a:pt x="5067" y="134556"/>
                  </a:lnTo>
                  <a:lnTo>
                    <a:pt x="3632" y="143446"/>
                  </a:lnTo>
                  <a:lnTo>
                    <a:pt x="1663" y="151701"/>
                  </a:lnTo>
                  <a:lnTo>
                    <a:pt x="393" y="160401"/>
                  </a:lnTo>
                  <a:lnTo>
                    <a:pt x="0" y="169418"/>
                  </a:lnTo>
                  <a:lnTo>
                    <a:pt x="584" y="178587"/>
                  </a:lnTo>
                  <a:lnTo>
                    <a:pt x="584" y="9303258"/>
                  </a:lnTo>
                  <a:lnTo>
                    <a:pt x="6915175" y="9303258"/>
                  </a:lnTo>
                  <a:lnTo>
                    <a:pt x="6915175" y="178587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1042416"/>
              <a:ext cx="6547103" cy="7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04316" y="1092708"/>
              <a:ext cx="1610995" cy="134620"/>
            </a:xfrm>
            <a:custGeom>
              <a:avLst/>
              <a:gdLst/>
              <a:ahLst/>
              <a:cxnLst/>
              <a:rect l="l" t="t" r="r" b="b"/>
              <a:pathLst>
                <a:path w="1610995" h="134619">
                  <a:moveTo>
                    <a:pt x="1610867" y="134112"/>
                  </a:moveTo>
                  <a:lnTo>
                    <a:pt x="0" y="134112"/>
                  </a:lnTo>
                  <a:lnTo>
                    <a:pt x="0" y="0"/>
                  </a:lnTo>
                  <a:lnTo>
                    <a:pt x="1610867" y="0"/>
                  </a:lnTo>
                  <a:lnTo>
                    <a:pt x="1610867" y="134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412" y="1092708"/>
              <a:ext cx="562355" cy="1356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7216" y="1126236"/>
              <a:ext cx="173735" cy="640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5100" y="1244726"/>
              <a:ext cx="731234" cy="839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8792" y="1127283"/>
              <a:ext cx="1665636" cy="3082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47002" y="1244726"/>
              <a:ext cx="1032033" cy="778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11040" y="1244739"/>
              <a:ext cx="85725" cy="64135"/>
            </a:xfrm>
            <a:custGeom>
              <a:avLst/>
              <a:gdLst/>
              <a:ahLst/>
              <a:cxnLst/>
              <a:rect l="l" t="t" r="r" b="b"/>
              <a:pathLst>
                <a:path w="85725" h="64134">
                  <a:moveTo>
                    <a:pt x="24384" y="36944"/>
                  </a:moveTo>
                  <a:lnTo>
                    <a:pt x="0" y="36944"/>
                  </a:lnTo>
                  <a:lnTo>
                    <a:pt x="0" y="46101"/>
                  </a:lnTo>
                  <a:lnTo>
                    <a:pt x="24384" y="46101"/>
                  </a:lnTo>
                  <a:lnTo>
                    <a:pt x="24384" y="36944"/>
                  </a:lnTo>
                  <a:close/>
                </a:path>
                <a:path w="85725" h="64134">
                  <a:moveTo>
                    <a:pt x="85521" y="0"/>
                  </a:moveTo>
                  <a:lnTo>
                    <a:pt x="80949" y="0"/>
                  </a:lnTo>
                  <a:lnTo>
                    <a:pt x="77901" y="6096"/>
                  </a:lnTo>
                  <a:lnTo>
                    <a:pt x="74853" y="9144"/>
                  </a:lnTo>
                  <a:lnTo>
                    <a:pt x="70281" y="12192"/>
                  </a:lnTo>
                  <a:lnTo>
                    <a:pt x="67233" y="15240"/>
                  </a:lnTo>
                  <a:lnTo>
                    <a:pt x="62661" y="16764"/>
                  </a:lnTo>
                  <a:lnTo>
                    <a:pt x="62661" y="24472"/>
                  </a:lnTo>
                  <a:lnTo>
                    <a:pt x="65709" y="22948"/>
                  </a:lnTo>
                  <a:lnTo>
                    <a:pt x="67233" y="21424"/>
                  </a:lnTo>
                  <a:lnTo>
                    <a:pt x="76377" y="16764"/>
                  </a:lnTo>
                  <a:lnTo>
                    <a:pt x="77901" y="15240"/>
                  </a:lnTo>
                  <a:lnTo>
                    <a:pt x="77901" y="64096"/>
                  </a:lnTo>
                  <a:lnTo>
                    <a:pt x="85521" y="64096"/>
                  </a:lnTo>
                  <a:lnTo>
                    <a:pt x="85521" y="0"/>
                  </a:lnTo>
                  <a:close/>
                </a:path>
              </a:pathLst>
            </a:custGeom>
            <a:solidFill>
              <a:srgbClr val="8E8E8E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8005" y="1244727"/>
              <a:ext cx="167925" cy="671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19459" y="1246251"/>
              <a:ext cx="190880" cy="641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4504" y="1441704"/>
              <a:ext cx="3921251" cy="716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1798" y="545015"/>
              <a:ext cx="6558924" cy="9751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1798" y="1582763"/>
              <a:ext cx="6558924" cy="62418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2644140"/>
              <a:ext cx="6547103" cy="761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1798" y="2269516"/>
              <a:ext cx="6558924" cy="59217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1798" y="2924265"/>
              <a:ext cx="6558924" cy="26099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8455152"/>
              <a:ext cx="6547103" cy="76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1798" y="3247829"/>
              <a:ext cx="6558924" cy="542535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0076" y="8285988"/>
              <a:ext cx="88391" cy="883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29429" y="8296941"/>
              <a:ext cx="864108" cy="823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1079" y="8514588"/>
              <a:ext cx="89915" cy="899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79766" y="8528970"/>
              <a:ext cx="760285" cy="6257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798" y="8735753"/>
              <a:ext cx="6558924" cy="983561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4545698" y="108179"/>
            <a:ext cx="672487" cy="48383"/>
            <a:chOff x="3834764" y="211550"/>
            <a:chExt cx="1315085" cy="94615"/>
          </a:xfrm>
        </p:grpSpPr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34764" y="213074"/>
              <a:ext cx="958786" cy="9305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829555" y="254507"/>
              <a:ext cx="27940" cy="9525"/>
            </a:xfrm>
            <a:custGeom>
              <a:avLst/>
              <a:gdLst/>
              <a:ahLst/>
              <a:cxnLst/>
              <a:rect l="l" t="t" r="r" b="b"/>
              <a:pathLst>
                <a:path w="27939" h="9525">
                  <a:moveTo>
                    <a:pt x="27432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92802" y="211550"/>
              <a:ext cx="256508" cy="74961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342951" y="5005219"/>
            <a:ext cx="64781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14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061" y="17150"/>
            <a:ext cx="9180350" cy="4970359"/>
            <a:chOff x="437387" y="357372"/>
            <a:chExt cx="6992620" cy="9362440"/>
          </a:xfrm>
        </p:grpSpPr>
        <p:sp>
          <p:nvSpPr>
            <p:cNvPr id="3" name="object 3"/>
            <p:cNvSpPr/>
            <p:nvPr/>
          </p:nvSpPr>
          <p:spPr>
            <a:xfrm>
              <a:off x="745421" y="359280"/>
              <a:ext cx="6493510" cy="0"/>
            </a:xfrm>
            <a:custGeom>
              <a:avLst/>
              <a:gdLst/>
              <a:ahLst/>
              <a:cxnLst/>
              <a:rect l="l" t="t" r="r" b="b"/>
              <a:pathLst>
                <a:path w="6493509">
                  <a:moveTo>
                    <a:pt x="0" y="0"/>
                  </a:moveTo>
                  <a:lnTo>
                    <a:pt x="6493202" y="0"/>
                  </a:lnTo>
                </a:path>
              </a:pathLst>
            </a:custGeom>
            <a:ln w="3814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1874520"/>
              <a:ext cx="6547103" cy="76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5613" y="361187"/>
              <a:ext cx="6551295" cy="1943100"/>
            </a:xfrm>
            <a:custGeom>
              <a:avLst/>
              <a:gdLst/>
              <a:ahLst/>
              <a:cxnLst/>
              <a:rect l="l" t="t" r="r" b="b"/>
              <a:pathLst>
                <a:path w="6551295" h="1943100">
                  <a:moveTo>
                    <a:pt x="6511575" y="0"/>
                  </a:moveTo>
                  <a:lnTo>
                    <a:pt x="6514624" y="0"/>
                  </a:lnTo>
                  <a:lnTo>
                    <a:pt x="6519195" y="1428"/>
                  </a:lnTo>
                  <a:lnTo>
                    <a:pt x="6522243" y="2952"/>
                  </a:lnTo>
                  <a:lnTo>
                    <a:pt x="6525292" y="4476"/>
                  </a:lnTo>
                  <a:lnTo>
                    <a:pt x="6528340" y="6000"/>
                  </a:lnTo>
                  <a:lnTo>
                    <a:pt x="6531388" y="9048"/>
                  </a:lnTo>
                  <a:lnTo>
                    <a:pt x="6532911" y="10572"/>
                  </a:lnTo>
                  <a:lnTo>
                    <a:pt x="6535959" y="13620"/>
                  </a:lnTo>
                  <a:lnTo>
                    <a:pt x="6539008" y="15240"/>
                  </a:lnTo>
                  <a:lnTo>
                    <a:pt x="6540531" y="18288"/>
                  </a:lnTo>
                  <a:lnTo>
                    <a:pt x="6542056" y="21336"/>
                  </a:lnTo>
                  <a:lnTo>
                    <a:pt x="6545104" y="24384"/>
                  </a:lnTo>
                  <a:lnTo>
                    <a:pt x="6546723" y="27432"/>
                  </a:lnTo>
                  <a:lnTo>
                    <a:pt x="6548247" y="30480"/>
                  </a:lnTo>
                  <a:lnTo>
                    <a:pt x="6549771" y="33528"/>
                  </a:lnTo>
                  <a:lnTo>
                    <a:pt x="6549771" y="38100"/>
                  </a:lnTo>
                  <a:lnTo>
                    <a:pt x="6551295" y="41148"/>
                  </a:lnTo>
                  <a:lnTo>
                    <a:pt x="6551295" y="44195"/>
                  </a:lnTo>
                  <a:lnTo>
                    <a:pt x="6551295" y="1899951"/>
                  </a:lnTo>
                  <a:lnTo>
                    <a:pt x="6549771" y="1902999"/>
                  </a:lnTo>
                  <a:lnTo>
                    <a:pt x="6549771" y="1906047"/>
                  </a:lnTo>
                  <a:lnTo>
                    <a:pt x="6548247" y="1910619"/>
                  </a:lnTo>
                  <a:lnTo>
                    <a:pt x="6546723" y="1913667"/>
                  </a:lnTo>
                  <a:lnTo>
                    <a:pt x="6545104" y="1916715"/>
                  </a:lnTo>
                  <a:lnTo>
                    <a:pt x="6542056" y="1919763"/>
                  </a:lnTo>
                  <a:lnTo>
                    <a:pt x="6540531" y="1922811"/>
                  </a:lnTo>
                  <a:lnTo>
                    <a:pt x="6539008" y="1924335"/>
                  </a:lnTo>
                  <a:lnTo>
                    <a:pt x="6535959" y="1927479"/>
                  </a:lnTo>
                  <a:lnTo>
                    <a:pt x="6532911" y="1930527"/>
                  </a:lnTo>
                  <a:lnTo>
                    <a:pt x="6531388" y="1932051"/>
                  </a:lnTo>
                  <a:lnTo>
                    <a:pt x="6528340" y="1933575"/>
                  </a:lnTo>
                  <a:lnTo>
                    <a:pt x="6525292" y="1936623"/>
                  </a:lnTo>
                  <a:lnTo>
                    <a:pt x="6522243" y="1938147"/>
                  </a:lnTo>
                  <a:lnTo>
                    <a:pt x="6519195" y="1939671"/>
                  </a:lnTo>
                  <a:lnTo>
                    <a:pt x="6514624" y="1941195"/>
                  </a:lnTo>
                  <a:lnTo>
                    <a:pt x="6511575" y="1941195"/>
                  </a:lnTo>
                  <a:lnTo>
                    <a:pt x="6508527" y="1942719"/>
                  </a:lnTo>
                  <a:lnTo>
                    <a:pt x="6505479" y="1942719"/>
                  </a:lnTo>
                  <a:lnTo>
                    <a:pt x="42767" y="1942719"/>
                  </a:lnTo>
                  <a:lnTo>
                    <a:pt x="39719" y="1941195"/>
                  </a:lnTo>
                  <a:lnTo>
                    <a:pt x="36671" y="1941195"/>
                  </a:lnTo>
                  <a:lnTo>
                    <a:pt x="33623" y="1939671"/>
                  </a:lnTo>
                  <a:lnTo>
                    <a:pt x="29051" y="1938147"/>
                  </a:lnTo>
                  <a:lnTo>
                    <a:pt x="26003" y="1936623"/>
                  </a:lnTo>
                  <a:lnTo>
                    <a:pt x="22955" y="1933575"/>
                  </a:lnTo>
                  <a:lnTo>
                    <a:pt x="21431" y="1932051"/>
                  </a:lnTo>
                  <a:lnTo>
                    <a:pt x="18383" y="1930527"/>
                  </a:lnTo>
                  <a:lnTo>
                    <a:pt x="15335" y="1927479"/>
                  </a:lnTo>
                  <a:lnTo>
                    <a:pt x="12287" y="1924335"/>
                  </a:lnTo>
                  <a:lnTo>
                    <a:pt x="10763" y="1922811"/>
                  </a:lnTo>
                  <a:lnTo>
                    <a:pt x="9239" y="1919763"/>
                  </a:lnTo>
                  <a:lnTo>
                    <a:pt x="6191" y="1916715"/>
                  </a:lnTo>
                  <a:lnTo>
                    <a:pt x="4667" y="1913667"/>
                  </a:lnTo>
                  <a:lnTo>
                    <a:pt x="3143" y="1910619"/>
                  </a:lnTo>
                  <a:lnTo>
                    <a:pt x="3143" y="1906047"/>
                  </a:lnTo>
                  <a:lnTo>
                    <a:pt x="1524" y="1902999"/>
                  </a:lnTo>
                  <a:lnTo>
                    <a:pt x="0" y="1899951"/>
                  </a:lnTo>
                  <a:lnTo>
                    <a:pt x="0" y="1896903"/>
                  </a:lnTo>
                  <a:lnTo>
                    <a:pt x="0" y="1892331"/>
                  </a:lnTo>
                  <a:lnTo>
                    <a:pt x="0" y="41148"/>
                  </a:lnTo>
                  <a:lnTo>
                    <a:pt x="1524" y="38100"/>
                  </a:lnTo>
                  <a:lnTo>
                    <a:pt x="3143" y="33528"/>
                  </a:lnTo>
                  <a:lnTo>
                    <a:pt x="3143" y="30480"/>
                  </a:lnTo>
                  <a:lnTo>
                    <a:pt x="4667" y="27432"/>
                  </a:lnTo>
                  <a:lnTo>
                    <a:pt x="6191" y="24384"/>
                  </a:lnTo>
                  <a:lnTo>
                    <a:pt x="9239" y="21336"/>
                  </a:lnTo>
                  <a:lnTo>
                    <a:pt x="10763" y="18288"/>
                  </a:lnTo>
                  <a:lnTo>
                    <a:pt x="12287" y="15240"/>
                  </a:lnTo>
                  <a:lnTo>
                    <a:pt x="15335" y="13620"/>
                  </a:lnTo>
                  <a:lnTo>
                    <a:pt x="18383" y="10572"/>
                  </a:lnTo>
                  <a:lnTo>
                    <a:pt x="21431" y="9048"/>
                  </a:lnTo>
                  <a:lnTo>
                    <a:pt x="22955" y="6000"/>
                  </a:lnTo>
                  <a:lnTo>
                    <a:pt x="26003" y="4476"/>
                  </a:lnTo>
                  <a:lnTo>
                    <a:pt x="29051" y="2952"/>
                  </a:lnTo>
                  <a:lnTo>
                    <a:pt x="33623" y="1428"/>
                  </a:lnTo>
                  <a:lnTo>
                    <a:pt x="36671" y="0"/>
                  </a:lnTo>
                  <a:lnTo>
                    <a:pt x="39719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7" y="361187"/>
              <a:ext cx="6545580" cy="1513840"/>
            </a:xfrm>
            <a:custGeom>
              <a:avLst/>
              <a:gdLst/>
              <a:ahLst/>
              <a:cxnLst/>
              <a:rect l="l" t="t" r="r" b="b"/>
              <a:pathLst>
                <a:path w="6545580" h="1513839">
                  <a:moveTo>
                    <a:pt x="6545579" y="1513332"/>
                  </a:moveTo>
                  <a:lnTo>
                    <a:pt x="0" y="1513332"/>
                  </a:lnTo>
                  <a:lnTo>
                    <a:pt x="0" y="0"/>
                  </a:lnTo>
                  <a:lnTo>
                    <a:pt x="6545579" y="0"/>
                  </a:lnTo>
                  <a:lnTo>
                    <a:pt x="6545579" y="1513332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3364" y="507587"/>
              <a:ext cx="3071812" cy="5661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3364" y="1232535"/>
              <a:ext cx="3120675" cy="5661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27889" y="1995582"/>
              <a:ext cx="15240" cy="13970"/>
            </a:xfrm>
            <a:custGeom>
              <a:avLst/>
              <a:gdLst/>
              <a:ahLst/>
              <a:cxnLst/>
              <a:rect l="l" t="t" r="r" b="b"/>
              <a:pathLst>
                <a:path w="15239" h="13969">
                  <a:moveTo>
                    <a:pt x="12192" y="13716"/>
                  </a:moveTo>
                  <a:lnTo>
                    <a:pt x="4572" y="13716"/>
                  </a:lnTo>
                  <a:lnTo>
                    <a:pt x="1524" y="10668"/>
                  </a:lnTo>
                  <a:lnTo>
                    <a:pt x="1524" y="9144"/>
                  </a:lnTo>
                  <a:lnTo>
                    <a:pt x="0" y="7620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3048"/>
                  </a:lnTo>
                  <a:lnTo>
                    <a:pt x="4572" y="0"/>
                  </a:lnTo>
                  <a:lnTo>
                    <a:pt x="12192" y="0"/>
                  </a:lnTo>
                  <a:lnTo>
                    <a:pt x="12192" y="1524"/>
                  </a:lnTo>
                  <a:lnTo>
                    <a:pt x="13716" y="3048"/>
                  </a:lnTo>
                  <a:lnTo>
                    <a:pt x="13716" y="4572"/>
                  </a:lnTo>
                  <a:lnTo>
                    <a:pt x="15240" y="4572"/>
                  </a:lnTo>
                  <a:lnTo>
                    <a:pt x="15240" y="9144"/>
                  </a:lnTo>
                  <a:lnTo>
                    <a:pt x="13716" y="9144"/>
                  </a:lnTo>
                  <a:lnTo>
                    <a:pt x="13716" y="10668"/>
                  </a:lnTo>
                  <a:lnTo>
                    <a:pt x="12192" y="12192"/>
                  </a:lnTo>
                  <a:lnTo>
                    <a:pt x="12192" y="1371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3364" y="1946814"/>
              <a:ext cx="1890140" cy="3021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798" y="2370291"/>
              <a:ext cx="6558924" cy="110795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6332219"/>
              <a:ext cx="6547103" cy="76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798" y="3540818"/>
              <a:ext cx="6558924" cy="5806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15613" y="9414129"/>
              <a:ext cx="6551295" cy="301625"/>
            </a:xfrm>
            <a:custGeom>
              <a:avLst/>
              <a:gdLst/>
              <a:ahLst/>
              <a:cxnLst/>
              <a:rect l="l" t="t" r="r" b="b"/>
              <a:pathLst>
                <a:path w="6551295" h="301625">
                  <a:moveTo>
                    <a:pt x="35147" y="301371"/>
                  </a:moveTo>
                  <a:lnTo>
                    <a:pt x="33623" y="300609"/>
                  </a:lnTo>
                  <a:lnTo>
                    <a:pt x="29051" y="299085"/>
                  </a:lnTo>
                  <a:lnTo>
                    <a:pt x="26003" y="297561"/>
                  </a:lnTo>
                  <a:lnTo>
                    <a:pt x="22955" y="296037"/>
                  </a:lnTo>
                  <a:lnTo>
                    <a:pt x="21431" y="292989"/>
                  </a:lnTo>
                  <a:lnTo>
                    <a:pt x="18383" y="291465"/>
                  </a:lnTo>
                  <a:lnTo>
                    <a:pt x="15335" y="288417"/>
                  </a:lnTo>
                  <a:lnTo>
                    <a:pt x="12287" y="286893"/>
                  </a:lnTo>
                  <a:lnTo>
                    <a:pt x="10763" y="283845"/>
                  </a:lnTo>
                  <a:lnTo>
                    <a:pt x="9239" y="280797"/>
                  </a:lnTo>
                  <a:lnTo>
                    <a:pt x="6191" y="277749"/>
                  </a:lnTo>
                  <a:lnTo>
                    <a:pt x="4667" y="274701"/>
                  </a:lnTo>
                  <a:lnTo>
                    <a:pt x="3143" y="271653"/>
                  </a:lnTo>
                  <a:lnTo>
                    <a:pt x="3143" y="268605"/>
                  </a:lnTo>
                  <a:lnTo>
                    <a:pt x="1524" y="265557"/>
                  </a:lnTo>
                  <a:lnTo>
                    <a:pt x="0" y="260985"/>
                  </a:lnTo>
                  <a:lnTo>
                    <a:pt x="0" y="257937"/>
                  </a:lnTo>
                  <a:lnTo>
                    <a:pt x="0" y="254889"/>
                  </a:lnTo>
                  <a:lnTo>
                    <a:pt x="0" y="42671"/>
                  </a:lnTo>
                  <a:lnTo>
                    <a:pt x="1524" y="39623"/>
                  </a:lnTo>
                  <a:lnTo>
                    <a:pt x="3143" y="36576"/>
                  </a:lnTo>
                  <a:lnTo>
                    <a:pt x="3143" y="33528"/>
                  </a:lnTo>
                  <a:lnTo>
                    <a:pt x="4667" y="28956"/>
                  </a:lnTo>
                  <a:lnTo>
                    <a:pt x="6191" y="25908"/>
                  </a:lnTo>
                  <a:lnTo>
                    <a:pt x="9239" y="22859"/>
                  </a:lnTo>
                  <a:lnTo>
                    <a:pt x="10763" y="21335"/>
                  </a:lnTo>
                  <a:lnTo>
                    <a:pt x="12287" y="18288"/>
                  </a:lnTo>
                  <a:lnTo>
                    <a:pt x="15335" y="15240"/>
                  </a:lnTo>
                  <a:lnTo>
                    <a:pt x="18383" y="12192"/>
                  </a:lnTo>
                  <a:lnTo>
                    <a:pt x="21431" y="10668"/>
                  </a:lnTo>
                  <a:lnTo>
                    <a:pt x="22955" y="9144"/>
                  </a:lnTo>
                  <a:lnTo>
                    <a:pt x="26003" y="6096"/>
                  </a:lnTo>
                  <a:lnTo>
                    <a:pt x="29051" y="4571"/>
                  </a:lnTo>
                  <a:lnTo>
                    <a:pt x="33623" y="3047"/>
                  </a:lnTo>
                  <a:lnTo>
                    <a:pt x="36671" y="3047"/>
                  </a:lnTo>
                  <a:lnTo>
                    <a:pt x="39719" y="1523"/>
                  </a:lnTo>
                  <a:lnTo>
                    <a:pt x="42767" y="0"/>
                  </a:lnTo>
                  <a:lnTo>
                    <a:pt x="47339" y="0"/>
                  </a:lnTo>
                  <a:lnTo>
                    <a:pt x="50387" y="0"/>
                  </a:lnTo>
                  <a:lnTo>
                    <a:pt x="6508527" y="0"/>
                  </a:lnTo>
                  <a:lnTo>
                    <a:pt x="6511575" y="1523"/>
                  </a:lnTo>
                  <a:lnTo>
                    <a:pt x="6514624" y="3047"/>
                  </a:lnTo>
                  <a:lnTo>
                    <a:pt x="6519195" y="3047"/>
                  </a:lnTo>
                  <a:lnTo>
                    <a:pt x="6522243" y="4571"/>
                  </a:lnTo>
                  <a:lnTo>
                    <a:pt x="6525292" y="6096"/>
                  </a:lnTo>
                  <a:lnTo>
                    <a:pt x="6528340" y="9144"/>
                  </a:lnTo>
                  <a:lnTo>
                    <a:pt x="6531388" y="10668"/>
                  </a:lnTo>
                  <a:lnTo>
                    <a:pt x="6532911" y="12192"/>
                  </a:lnTo>
                  <a:lnTo>
                    <a:pt x="6535959" y="15240"/>
                  </a:lnTo>
                  <a:lnTo>
                    <a:pt x="6539008" y="18288"/>
                  </a:lnTo>
                  <a:lnTo>
                    <a:pt x="6540531" y="21335"/>
                  </a:lnTo>
                  <a:lnTo>
                    <a:pt x="6542056" y="22859"/>
                  </a:lnTo>
                  <a:lnTo>
                    <a:pt x="6545104" y="25908"/>
                  </a:lnTo>
                  <a:lnTo>
                    <a:pt x="6546723" y="28956"/>
                  </a:lnTo>
                  <a:lnTo>
                    <a:pt x="6548247" y="33528"/>
                  </a:lnTo>
                  <a:lnTo>
                    <a:pt x="6549771" y="36576"/>
                  </a:lnTo>
                  <a:lnTo>
                    <a:pt x="6549771" y="39623"/>
                  </a:lnTo>
                  <a:lnTo>
                    <a:pt x="6551295" y="42671"/>
                  </a:lnTo>
                  <a:lnTo>
                    <a:pt x="6551295" y="47339"/>
                  </a:lnTo>
                  <a:lnTo>
                    <a:pt x="6551295" y="260985"/>
                  </a:lnTo>
                  <a:lnTo>
                    <a:pt x="6549771" y="265557"/>
                  </a:lnTo>
                  <a:lnTo>
                    <a:pt x="6549771" y="268605"/>
                  </a:lnTo>
                  <a:lnTo>
                    <a:pt x="6548247" y="271653"/>
                  </a:lnTo>
                  <a:lnTo>
                    <a:pt x="6546723" y="274701"/>
                  </a:lnTo>
                  <a:lnTo>
                    <a:pt x="6545104" y="277749"/>
                  </a:lnTo>
                  <a:lnTo>
                    <a:pt x="6542056" y="280797"/>
                  </a:lnTo>
                  <a:lnTo>
                    <a:pt x="6540531" y="283845"/>
                  </a:lnTo>
                  <a:lnTo>
                    <a:pt x="6539008" y="286893"/>
                  </a:lnTo>
                  <a:lnTo>
                    <a:pt x="6535959" y="288417"/>
                  </a:lnTo>
                  <a:lnTo>
                    <a:pt x="6532911" y="291465"/>
                  </a:lnTo>
                  <a:lnTo>
                    <a:pt x="6531388" y="292989"/>
                  </a:lnTo>
                  <a:lnTo>
                    <a:pt x="6528340" y="296037"/>
                  </a:lnTo>
                  <a:lnTo>
                    <a:pt x="6525292" y="297561"/>
                  </a:lnTo>
                  <a:lnTo>
                    <a:pt x="6522243" y="299085"/>
                  </a:lnTo>
                  <a:lnTo>
                    <a:pt x="6519195" y="300609"/>
                  </a:lnTo>
                  <a:lnTo>
                    <a:pt x="6516909" y="301371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5" name="object 15"/>
            <p:cNvSpPr/>
            <p:nvPr/>
          </p:nvSpPr>
          <p:spPr>
            <a:xfrm>
              <a:off x="750760" y="9713214"/>
              <a:ext cx="6482080" cy="2540"/>
            </a:xfrm>
            <a:custGeom>
              <a:avLst/>
              <a:gdLst/>
              <a:ahLst/>
              <a:cxnLst/>
              <a:rect l="l" t="t" r="r" b="b"/>
              <a:pathLst>
                <a:path w="6482080" h="2540">
                  <a:moveTo>
                    <a:pt x="0" y="2286"/>
                  </a:moveTo>
                  <a:lnTo>
                    <a:pt x="1524" y="1524"/>
                  </a:lnTo>
                  <a:lnTo>
                    <a:pt x="4572" y="1524"/>
                  </a:lnTo>
                  <a:lnTo>
                    <a:pt x="7620" y="0"/>
                  </a:lnTo>
                  <a:lnTo>
                    <a:pt x="6473380" y="0"/>
                  </a:lnTo>
                  <a:lnTo>
                    <a:pt x="6476429" y="1524"/>
                  </a:lnTo>
                  <a:lnTo>
                    <a:pt x="6479477" y="1524"/>
                  </a:lnTo>
                  <a:lnTo>
                    <a:pt x="6481763" y="2286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6" name="object 16"/>
            <p:cNvSpPr/>
            <p:nvPr/>
          </p:nvSpPr>
          <p:spPr>
            <a:xfrm>
              <a:off x="718756" y="9417177"/>
              <a:ext cx="6545580" cy="299085"/>
            </a:xfrm>
            <a:custGeom>
              <a:avLst/>
              <a:gdLst/>
              <a:ahLst/>
              <a:cxnLst/>
              <a:rect l="l" t="t" r="r" b="b"/>
              <a:pathLst>
                <a:path w="6545580" h="299084">
                  <a:moveTo>
                    <a:pt x="6545103" y="299084"/>
                  </a:moveTo>
                  <a:lnTo>
                    <a:pt x="0" y="299084"/>
                  </a:lnTo>
                  <a:lnTo>
                    <a:pt x="0" y="41147"/>
                  </a:lnTo>
                  <a:lnTo>
                    <a:pt x="1524" y="38099"/>
                  </a:lnTo>
                  <a:lnTo>
                    <a:pt x="3048" y="33528"/>
                  </a:lnTo>
                  <a:lnTo>
                    <a:pt x="3048" y="30479"/>
                  </a:lnTo>
                  <a:lnTo>
                    <a:pt x="6096" y="24383"/>
                  </a:lnTo>
                  <a:lnTo>
                    <a:pt x="10668" y="19811"/>
                  </a:lnTo>
                  <a:lnTo>
                    <a:pt x="12192" y="16764"/>
                  </a:lnTo>
                  <a:lnTo>
                    <a:pt x="15240" y="15240"/>
                  </a:lnTo>
                  <a:lnTo>
                    <a:pt x="16764" y="12191"/>
                  </a:lnTo>
                  <a:lnTo>
                    <a:pt x="19812" y="10667"/>
                  </a:lnTo>
                  <a:lnTo>
                    <a:pt x="24384" y="6095"/>
                  </a:lnTo>
                  <a:lnTo>
                    <a:pt x="30480" y="3047"/>
                  </a:lnTo>
                  <a:lnTo>
                    <a:pt x="33528" y="3047"/>
                  </a:lnTo>
                  <a:lnTo>
                    <a:pt x="38100" y="1523"/>
                  </a:lnTo>
                  <a:lnTo>
                    <a:pt x="41148" y="0"/>
                  </a:lnTo>
                  <a:lnTo>
                    <a:pt x="6505384" y="0"/>
                  </a:lnTo>
                  <a:lnTo>
                    <a:pt x="6511480" y="3047"/>
                  </a:lnTo>
                  <a:lnTo>
                    <a:pt x="6514528" y="3047"/>
                  </a:lnTo>
                  <a:lnTo>
                    <a:pt x="6523672" y="7619"/>
                  </a:lnTo>
                  <a:lnTo>
                    <a:pt x="6525196" y="10667"/>
                  </a:lnTo>
                  <a:lnTo>
                    <a:pt x="6528244" y="12191"/>
                  </a:lnTo>
                  <a:lnTo>
                    <a:pt x="6532816" y="16764"/>
                  </a:lnTo>
                  <a:lnTo>
                    <a:pt x="6534340" y="19811"/>
                  </a:lnTo>
                  <a:lnTo>
                    <a:pt x="6538912" y="24383"/>
                  </a:lnTo>
                  <a:lnTo>
                    <a:pt x="6543579" y="33528"/>
                  </a:lnTo>
                  <a:lnTo>
                    <a:pt x="6543579" y="38099"/>
                  </a:lnTo>
                  <a:lnTo>
                    <a:pt x="6545103" y="41147"/>
                  </a:lnTo>
                  <a:lnTo>
                    <a:pt x="6545103" y="299084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</p:grp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39006" y="5005219"/>
            <a:ext cx="68726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37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9715" y="1"/>
            <a:ext cx="9624224" cy="4970358"/>
            <a:chOff x="437387" y="357372"/>
            <a:chExt cx="6992620" cy="9362440"/>
          </a:xfrm>
        </p:grpSpPr>
        <p:sp>
          <p:nvSpPr>
            <p:cNvPr id="3" name="object 3"/>
            <p:cNvSpPr/>
            <p:nvPr/>
          </p:nvSpPr>
          <p:spPr>
            <a:xfrm>
              <a:off x="745421" y="359280"/>
              <a:ext cx="6493510" cy="0"/>
            </a:xfrm>
            <a:custGeom>
              <a:avLst/>
              <a:gdLst/>
              <a:ahLst/>
              <a:cxnLst/>
              <a:rect l="l" t="t" r="r" b="b"/>
              <a:pathLst>
                <a:path w="6493509">
                  <a:moveTo>
                    <a:pt x="0" y="0"/>
                  </a:moveTo>
                  <a:lnTo>
                    <a:pt x="6493202" y="0"/>
                  </a:lnTo>
                </a:path>
              </a:pathLst>
            </a:custGeom>
            <a:ln w="3814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1030224"/>
              <a:ext cx="6547103" cy="76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5613" y="361187"/>
              <a:ext cx="6551295" cy="2973070"/>
            </a:xfrm>
            <a:custGeom>
              <a:avLst/>
              <a:gdLst/>
              <a:ahLst/>
              <a:cxnLst/>
              <a:rect l="l" t="t" r="r" b="b"/>
              <a:pathLst>
                <a:path w="6551295" h="2973070">
                  <a:moveTo>
                    <a:pt x="6511575" y="0"/>
                  </a:moveTo>
                  <a:lnTo>
                    <a:pt x="6514624" y="0"/>
                  </a:lnTo>
                  <a:lnTo>
                    <a:pt x="6519195" y="1428"/>
                  </a:lnTo>
                  <a:lnTo>
                    <a:pt x="6522243" y="2952"/>
                  </a:lnTo>
                  <a:lnTo>
                    <a:pt x="6525292" y="4476"/>
                  </a:lnTo>
                  <a:lnTo>
                    <a:pt x="6528340" y="6000"/>
                  </a:lnTo>
                  <a:lnTo>
                    <a:pt x="6531388" y="9048"/>
                  </a:lnTo>
                  <a:lnTo>
                    <a:pt x="6532911" y="10572"/>
                  </a:lnTo>
                  <a:lnTo>
                    <a:pt x="6535959" y="13620"/>
                  </a:lnTo>
                  <a:lnTo>
                    <a:pt x="6539008" y="15240"/>
                  </a:lnTo>
                  <a:lnTo>
                    <a:pt x="6540531" y="18288"/>
                  </a:lnTo>
                  <a:lnTo>
                    <a:pt x="6542056" y="21335"/>
                  </a:lnTo>
                  <a:lnTo>
                    <a:pt x="6545104" y="24383"/>
                  </a:lnTo>
                  <a:lnTo>
                    <a:pt x="6546723" y="27432"/>
                  </a:lnTo>
                  <a:lnTo>
                    <a:pt x="6548247" y="30480"/>
                  </a:lnTo>
                  <a:lnTo>
                    <a:pt x="6549771" y="33527"/>
                  </a:lnTo>
                  <a:lnTo>
                    <a:pt x="6549771" y="38100"/>
                  </a:lnTo>
                  <a:lnTo>
                    <a:pt x="6551295" y="41148"/>
                  </a:lnTo>
                  <a:lnTo>
                    <a:pt x="6551295" y="44196"/>
                  </a:lnTo>
                  <a:lnTo>
                    <a:pt x="6551295" y="48767"/>
                  </a:lnTo>
                  <a:lnTo>
                    <a:pt x="6551295" y="2930080"/>
                  </a:lnTo>
                  <a:lnTo>
                    <a:pt x="6549771" y="2933128"/>
                  </a:lnTo>
                  <a:lnTo>
                    <a:pt x="6549771" y="2936176"/>
                  </a:lnTo>
                  <a:lnTo>
                    <a:pt x="6548247" y="2940748"/>
                  </a:lnTo>
                  <a:lnTo>
                    <a:pt x="6546723" y="2943796"/>
                  </a:lnTo>
                  <a:lnTo>
                    <a:pt x="6545104" y="2946844"/>
                  </a:lnTo>
                  <a:lnTo>
                    <a:pt x="6542056" y="2949892"/>
                  </a:lnTo>
                  <a:lnTo>
                    <a:pt x="6540531" y="2953035"/>
                  </a:lnTo>
                  <a:lnTo>
                    <a:pt x="6539008" y="2954559"/>
                  </a:lnTo>
                  <a:lnTo>
                    <a:pt x="6535959" y="2957607"/>
                  </a:lnTo>
                  <a:lnTo>
                    <a:pt x="6532911" y="2960655"/>
                  </a:lnTo>
                  <a:lnTo>
                    <a:pt x="6531388" y="2962179"/>
                  </a:lnTo>
                  <a:lnTo>
                    <a:pt x="6528340" y="2963703"/>
                  </a:lnTo>
                  <a:lnTo>
                    <a:pt x="6525292" y="2966751"/>
                  </a:lnTo>
                  <a:lnTo>
                    <a:pt x="6522243" y="2968275"/>
                  </a:lnTo>
                  <a:lnTo>
                    <a:pt x="6519195" y="2969799"/>
                  </a:lnTo>
                  <a:lnTo>
                    <a:pt x="6514624" y="2971323"/>
                  </a:lnTo>
                  <a:lnTo>
                    <a:pt x="6511575" y="2971323"/>
                  </a:lnTo>
                  <a:lnTo>
                    <a:pt x="6508527" y="2972847"/>
                  </a:lnTo>
                  <a:lnTo>
                    <a:pt x="6505479" y="2972847"/>
                  </a:lnTo>
                  <a:lnTo>
                    <a:pt x="42767" y="2972847"/>
                  </a:lnTo>
                  <a:lnTo>
                    <a:pt x="39719" y="2971323"/>
                  </a:lnTo>
                  <a:lnTo>
                    <a:pt x="36671" y="2971323"/>
                  </a:lnTo>
                  <a:lnTo>
                    <a:pt x="33623" y="2969799"/>
                  </a:lnTo>
                  <a:lnTo>
                    <a:pt x="29051" y="2968275"/>
                  </a:lnTo>
                  <a:lnTo>
                    <a:pt x="26003" y="2966751"/>
                  </a:lnTo>
                  <a:lnTo>
                    <a:pt x="22955" y="2963703"/>
                  </a:lnTo>
                  <a:lnTo>
                    <a:pt x="21431" y="2962179"/>
                  </a:lnTo>
                  <a:lnTo>
                    <a:pt x="18383" y="2960655"/>
                  </a:lnTo>
                  <a:lnTo>
                    <a:pt x="15335" y="2957607"/>
                  </a:lnTo>
                  <a:lnTo>
                    <a:pt x="12287" y="2954559"/>
                  </a:lnTo>
                  <a:lnTo>
                    <a:pt x="10763" y="2953035"/>
                  </a:lnTo>
                  <a:lnTo>
                    <a:pt x="9239" y="2949892"/>
                  </a:lnTo>
                  <a:lnTo>
                    <a:pt x="6191" y="2946844"/>
                  </a:lnTo>
                  <a:lnTo>
                    <a:pt x="4667" y="2943796"/>
                  </a:lnTo>
                  <a:lnTo>
                    <a:pt x="3143" y="2940748"/>
                  </a:lnTo>
                  <a:lnTo>
                    <a:pt x="3143" y="2936176"/>
                  </a:lnTo>
                  <a:lnTo>
                    <a:pt x="1524" y="2933128"/>
                  </a:lnTo>
                  <a:lnTo>
                    <a:pt x="0" y="2930080"/>
                  </a:lnTo>
                  <a:lnTo>
                    <a:pt x="0" y="2927032"/>
                  </a:lnTo>
                  <a:lnTo>
                    <a:pt x="0" y="2922460"/>
                  </a:lnTo>
                  <a:lnTo>
                    <a:pt x="0" y="41148"/>
                  </a:lnTo>
                  <a:lnTo>
                    <a:pt x="1524" y="38100"/>
                  </a:lnTo>
                  <a:lnTo>
                    <a:pt x="3143" y="33527"/>
                  </a:lnTo>
                  <a:lnTo>
                    <a:pt x="3143" y="30480"/>
                  </a:lnTo>
                  <a:lnTo>
                    <a:pt x="4667" y="27432"/>
                  </a:lnTo>
                  <a:lnTo>
                    <a:pt x="6191" y="24383"/>
                  </a:lnTo>
                  <a:lnTo>
                    <a:pt x="9239" y="21335"/>
                  </a:lnTo>
                  <a:lnTo>
                    <a:pt x="10763" y="18288"/>
                  </a:lnTo>
                  <a:lnTo>
                    <a:pt x="12287" y="15240"/>
                  </a:lnTo>
                  <a:lnTo>
                    <a:pt x="15335" y="13620"/>
                  </a:lnTo>
                  <a:lnTo>
                    <a:pt x="18383" y="10572"/>
                  </a:lnTo>
                  <a:lnTo>
                    <a:pt x="21431" y="9048"/>
                  </a:lnTo>
                  <a:lnTo>
                    <a:pt x="22955" y="6000"/>
                  </a:lnTo>
                  <a:lnTo>
                    <a:pt x="26003" y="4476"/>
                  </a:lnTo>
                  <a:lnTo>
                    <a:pt x="29051" y="2952"/>
                  </a:lnTo>
                  <a:lnTo>
                    <a:pt x="33623" y="1428"/>
                  </a:lnTo>
                  <a:lnTo>
                    <a:pt x="36671" y="0"/>
                  </a:lnTo>
                  <a:lnTo>
                    <a:pt x="39719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7" y="361187"/>
              <a:ext cx="6545580" cy="669290"/>
            </a:xfrm>
            <a:custGeom>
              <a:avLst/>
              <a:gdLst/>
              <a:ahLst/>
              <a:cxnLst/>
              <a:rect l="l" t="t" r="r" b="b"/>
              <a:pathLst>
                <a:path w="6545580" h="669290">
                  <a:moveTo>
                    <a:pt x="6545579" y="669036"/>
                  </a:moveTo>
                  <a:lnTo>
                    <a:pt x="0" y="669036"/>
                  </a:lnTo>
                  <a:lnTo>
                    <a:pt x="0" y="0"/>
                  </a:lnTo>
                  <a:lnTo>
                    <a:pt x="6545579" y="0"/>
                  </a:lnTo>
                  <a:lnTo>
                    <a:pt x="6545579" y="669036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936" y="385572"/>
              <a:ext cx="1395412" cy="56626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24556" y="1243584"/>
              <a:ext cx="27940" cy="7620"/>
            </a:xfrm>
            <a:custGeom>
              <a:avLst/>
              <a:gdLst/>
              <a:ahLst/>
              <a:cxnLst/>
              <a:rect l="l" t="t" r="r" b="b"/>
              <a:pathLst>
                <a:path w="27939" h="7619">
                  <a:moveTo>
                    <a:pt x="27432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17901" y="1226438"/>
              <a:ext cx="416813" cy="625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504997" y="1209674"/>
              <a:ext cx="662940" cy="62865"/>
            </a:xfrm>
            <a:custGeom>
              <a:avLst/>
              <a:gdLst/>
              <a:ahLst/>
              <a:cxnLst/>
              <a:rect l="l" t="t" r="r" b="b"/>
              <a:pathLst>
                <a:path w="662939" h="62865">
                  <a:moveTo>
                    <a:pt x="41249" y="27444"/>
                  </a:moveTo>
                  <a:lnTo>
                    <a:pt x="39725" y="24396"/>
                  </a:lnTo>
                  <a:lnTo>
                    <a:pt x="39725" y="19824"/>
                  </a:lnTo>
                  <a:lnTo>
                    <a:pt x="35153" y="10680"/>
                  </a:lnTo>
                  <a:lnTo>
                    <a:pt x="33629" y="9156"/>
                  </a:lnTo>
                  <a:lnTo>
                    <a:pt x="33629" y="28968"/>
                  </a:lnTo>
                  <a:lnTo>
                    <a:pt x="33629" y="39636"/>
                  </a:lnTo>
                  <a:lnTo>
                    <a:pt x="32004" y="42684"/>
                  </a:lnTo>
                  <a:lnTo>
                    <a:pt x="32004" y="45732"/>
                  </a:lnTo>
                  <a:lnTo>
                    <a:pt x="30480" y="48780"/>
                  </a:lnTo>
                  <a:lnTo>
                    <a:pt x="28956" y="50304"/>
                  </a:lnTo>
                  <a:lnTo>
                    <a:pt x="28956" y="51828"/>
                  </a:lnTo>
                  <a:lnTo>
                    <a:pt x="27432" y="53352"/>
                  </a:lnTo>
                  <a:lnTo>
                    <a:pt x="25908" y="54965"/>
                  </a:lnTo>
                  <a:lnTo>
                    <a:pt x="24384" y="54965"/>
                  </a:lnTo>
                  <a:lnTo>
                    <a:pt x="21336" y="56489"/>
                  </a:lnTo>
                  <a:lnTo>
                    <a:pt x="18288" y="56489"/>
                  </a:lnTo>
                  <a:lnTo>
                    <a:pt x="16764" y="54965"/>
                  </a:lnTo>
                  <a:lnTo>
                    <a:pt x="15240" y="54965"/>
                  </a:lnTo>
                  <a:lnTo>
                    <a:pt x="13716" y="53352"/>
                  </a:lnTo>
                  <a:lnTo>
                    <a:pt x="12192" y="53352"/>
                  </a:lnTo>
                  <a:lnTo>
                    <a:pt x="12192" y="51828"/>
                  </a:lnTo>
                  <a:lnTo>
                    <a:pt x="9144" y="48780"/>
                  </a:lnTo>
                  <a:lnTo>
                    <a:pt x="9144" y="45732"/>
                  </a:lnTo>
                  <a:lnTo>
                    <a:pt x="18669" y="38112"/>
                  </a:lnTo>
                  <a:lnTo>
                    <a:pt x="32004" y="27444"/>
                  </a:lnTo>
                  <a:lnTo>
                    <a:pt x="33629" y="28968"/>
                  </a:lnTo>
                  <a:lnTo>
                    <a:pt x="33629" y="9156"/>
                  </a:lnTo>
                  <a:lnTo>
                    <a:pt x="32004" y="6108"/>
                  </a:lnTo>
                  <a:lnTo>
                    <a:pt x="32004" y="19824"/>
                  </a:lnTo>
                  <a:lnTo>
                    <a:pt x="7620" y="38112"/>
                  </a:lnTo>
                  <a:lnTo>
                    <a:pt x="7620" y="22872"/>
                  </a:lnTo>
                  <a:lnTo>
                    <a:pt x="9144" y="19824"/>
                  </a:lnTo>
                  <a:lnTo>
                    <a:pt x="9144" y="18300"/>
                  </a:lnTo>
                  <a:lnTo>
                    <a:pt x="10668" y="16776"/>
                  </a:lnTo>
                  <a:lnTo>
                    <a:pt x="12192" y="13728"/>
                  </a:lnTo>
                  <a:lnTo>
                    <a:pt x="13716" y="12204"/>
                  </a:lnTo>
                  <a:lnTo>
                    <a:pt x="15240" y="12204"/>
                  </a:lnTo>
                  <a:lnTo>
                    <a:pt x="16764" y="10680"/>
                  </a:lnTo>
                  <a:lnTo>
                    <a:pt x="24384" y="10680"/>
                  </a:lnTo>
                  <a:lnTo>
                    <a:pt x="27432" y="13728"/>
                  </a:lnTo>
                  <a:lnTo>
                    <a:pt x="28956" y="13728"/>
                  </a:lnTo>
                  <a:lnTo>
                    <a:pt x="28956" y="16776"/>
                  </a:lnTo>
                  <a:lnTo>
                    <a:pt x="32004" y="19824"/>
                  </a:lnTo>
                  <a:lnTo>
                    <a:pt x="32004" y="6108"/>
                  </a:lnTo>
                  <a:lnTo>
                    <a:pt x="28956" y="6108"/>
                  </a:lnTo>
                  <a:lnTo>
                    <a:pt x="25908" y="4584"/>
                  </a:lnTo>
                  <a:lnTo>
                    <a:pt x="13716" y="4584"/>
                  </a:lnTo>
                  <a:lnTo>
                    <a:pt x="10668" y="6108"/>
                  </a:lnTo>
                  <a:lnTo>
                    <a:pt x="9144" y="7632"/>
                  </a:lnTo>
                  <a:lnTo>
                    <a:pt x="6096" y="9156"/>
                  </a:lnTo>
                  <a:lnTo>
                    <a:pt x="1524" y="18300"/>
                  </a:lnTo>
                  <a:lnTo>
                    <a:pt x="1524" y="21348"/>
                  </a:lnTo>
                  <a:lnTo>
                    <a:pt x="0" y="24396"/>
                  </a:lnTo>
                  <a:lnTo>
                    <a:pt x="0" y="42684"/>
                  </a:lnTo>
                  <a:lnTo>
                    <a:pt x="1524" y="45732"/>
                  </a:lnTo>
                  <a:lnTo>
                    <a:pt x="1524" y="50304"/>
                  </a:lnTo>
                  <a:lnTo>
                    <a:pt x="3048" y="53352"/>
                  </a:lnTo>
                  <a:lnTo>
                    <a:pt x="4572" y="54965"/>
                  </a:lnTo>
                  <a:lnTo>
                    <a:pt x="6096" y="58013"/>
                  </a:lnTo>
                  <a:lnTo>
                    <a:pt x="9144" y="59537"/>
                  </a:lnTo>
                  <a:lnTo>
                    <a:pt x="10668" y="61061"/>
                  </a:lnTo>
                  <a:lnTo>
                    <a:pt x="13716" y="61061"/>
                  </a:lnTo>
                  <a:lnTo>
                    <a:pt x="16764" y="62585"/>
                  </a:lnTo>
                  <a:lnTo>
                    <a:pt x="22860" y="62585"/>
                  </a:lnTo>
                  <a:lnTo>
                    <a:pt x="28956" y="59537"/>
                  </a:lnTo>
                  <a:lnTo>
                    <a:pt x="32004" y="59537"/>
                  </a:lnTo>
                  <a:lnTo>
                    <a:pt x="33629" y="56489"/>
                  </a:lnTo>
                  <a:lnTo>
                    <a:pt x="35153" y="54965"/>
                  </a:lnTo>
                  <a:lnTo>
                    <a:pt x="36677" y="51828"/>
                  </a:lnTo>
                  <a:lnTo>
                    <a:pt x="39725" y="45732"/>
                  </a:lnTo>
                  <a:lnTo>
                    <a:pt x="39725" y="41160"/>
                  </a:lnTo>
                  <a:lnTo>
                    <a:pt x="41249" y="38112"/>
                  </a:lnTo>
                  <a:lnTo>
                    <a:pt x="41249" y="27444"/>
                  </a:lnTo>
                  <a:close/>
                </a:path>
                <a:path w="662939" h="62865">
                  <a:moveTo>
                    <a:pt x="76301" y="53352"/>
                  </a:moveTo>
                  <a:lnTo>
                    <a:pt x="74777" y="51828"/>
                  </a:lnTo>
                  <a:lnTo>
                    <a:pt x="74777" y="50304"/>
                  </a:lnTo>
                  <a:lnTo>
                    <a:pt x="73253" y="50304"/>
                  </a:lnTo>
                  <a:lnTo>
                    <a:pt x="73253" y="48780"/>
                  </a:lnTo>
                  <a:lnTo>
                    <a:pt x="71729" y="48780"/>
                  </a:lnTo>
                  <a:lnTo>
                    <a:pt x="70205" y="47256"/>
                  </a:lnTo>
                  <a:lnTo>
                    <a:pt x="67157" y="47256"/>
                  </a:lnTo>
                  <a:lnTo>
                    <a:pt x="65633" y="48780"/>
                  </a:lnTo>
                  <a:lnTo>
                    <a:pt x="64109" y="48780"/>
                  </a:lnTo>
                  <a:lnTo>
                    <a:pt x="64109" y="50304"/>
                  </a:lnTo>
                  <a:lnTo>
                    <a:pt x="62585" y="50304"/>
                  </a:lnTo>
                  <a:lnTo>
                    <a:pt x="62585" y="51828"/>
                  </a:lnTo>
                  <a:lnTo>
                    <a:pt x="61061" y="53352"/>
                  </a:lnTo>
                  <a:lnTo>
                    <a:pt x="61061" y="56489"/>
                  </a:lnTo>
                  <a:lnTo>
                    <a:pt x="62585" y="58013"/>
                  </a:lnTo>
                  <a:lnTo>
                    <a:pt x="62585" y="59537"/>
                  </a:lnTo>
                  <a:lnTo>
                    <a:pt x="64109" y="59537"/>
                  </a:lnTo>
                  <a:lnTo>
                    <a:pt x="64109" y="61061"/>
                  </a:lnTo>
                  <a:lnTo>
                    <a:pt x="65633" y="61061"/>
                  </a:lnTo>
                  <a:lnTo>
                    <a:pt x="67157" y="62585"/>
                  </a:lnTo>
                  <a:lnTo>
                    <a:pt x="70205" y="62585"/>
                  </a:lnTo>
                  <a:lnTo>
                    <a:pt x="71729" y="61061"/>
                  </a:lnTo>
                  <a:lnTo>
                    <a:pt x="73253" y="61061"/>
                  </a:lnTo>
                  <a:lnTo>
                    <a:pt x="73253" y="59537"/>
                  </a:lnTo>
                  <a:lnTo>
                    <a:pt x="74777" y="59537"/>
                  </a:lnTo>
                  <a:lnTo>
                    <a:pt x="74777" y="58013"/>
                  </a:lnTo>
                  <a:lnTo>
                    <a:pt x="76301" y="56489"/>
                  </a:lnTo>
                  <a:lnTo>
                    <a:pt x="76301" y="53352"/>
                  </a:lnTo>
                  <a:close/>
                </a:path>
                <a:path w="662939" h="62865">
                  <a:moveTo>
                    <a:pt x="137350" y="25908"/>
                  </a:moveTo>
                  <a:lnTo>
                    <a:pt x="135826" y="21336"/>
                  </a:lnTo>
                  <a:lnTo>
                    <a:pt x="135826" y="18288"/>
                  </a:lnTo>
                  <a:lnTo>
                    <a:pt x="132016" y="10668"/>
                  </a:lnTo>
                  <a:lnTo>
                    <a:pt x="131254" y="9144"/>
                  </a:lnTo>
                  <a:lnTo>
                    <a:pt x="129730" y="7620"/>
                  </a:lnTo>
                  <a:lnTo>
                    <a:pt x="129730" y="25908"/>
                  </a:lnTo>
                  <a:lnTo>
                    <a:pt x="129730" y="30480"/>
                  </a:lnTo>
                  <a:lnTo>
                    <a:pt x="126682" y="30480"/>
                  </a:lnTo>
                  <a:lnTo>
                    <a:pt x="125158" y="32004"/>
                  </a:lnTo>
                  <a:lnTo>
                    <a:pt x="123634" y="32004"/>
                  </a:lnTo>
                  <a:lnTo>
                    <a:pt x="122110" y="33528"/>
                  </a:lnTo>
                  <a:lnTo>
                    <a:pt x="111442" y="33528"/>
                  </a:lnTo>
                  <a:lnTo>
                    <a:pt x="106870" y="28956"/>
                  </a:lnTo>
                  <a:lnTo>
                    <a:pt x="106870" y="27432"/>
                  </a:lnTo>
                  <a:lnTo>
                    <a:pt x="105346" y="25908"/>
                  </a:lnTo>
                  <a:lnTo>
                    <a:pt x="105346" y="18288"/>
                  </a:lnTo>
                  <a:lnTo>
                    <a:pt x="106870" y="16764"/>
                  </a:lnTo>
                  <a:lnTo>
                    <a:pt x="106870" y="15240"/>
                  </a:lnTo>
                  <a:lnTo>
                    <a:pt x="109918" y="12192"/>
                  </a:lnTo>
                  <a:lnTo>
                    <a:pt x="111442" y="12192"/>
                  </a:lnTo>
                  <a:lnTo>
                    <a:pt x="112966" y="10668"/>
                  </a:lnTo>
                  <a:lnTo>
                    <a:pt x="122110" y="10668"/>
                  </a:lnTo>
                  <a:lnTo>
                    <a:pt x="123634" y="12192"/>
                  </a:lnTo>
                  <a:lnTo>
                    <a:pt x="125158" y="12192"/>
                  </a:lnTo>
                  <a:lnTo>
                    <a:pt x="125158" y="13716"/>
                  </a:lnTo>
                  <a:lnTo>
                    <a:pt x="126682" y="15240"/>
                  </a:lnTo>
                  <a:lnTo>
                    <a:pt x="128206" y="18288"/>
                  </a:lnTo>
                  <a:lnTo>
                    <a:pt x="128206" y="22860"/>
                  </a:lnTo>
                  <a:lnTo>
                    <a:pt x="129730" y="25908"/>
                  </a:lnTo>
                  <a:lnTo>
                    <a:pt x="129730" y="7620"/>
                  </a:lnTo>
                  <a:lnTo>
                    <a:pt x="128206" y="6096"/>
                  </a:lnTo>
                  <a:lnTo>
                    <a:pt x="125158" y="6096"/>
                  </a:lnTo>
                  <a:lnTo>
                    <a:pt x="122110" y="4572"/>
                  </a:lnTo>
                  <a:lnTo>
                    <a:pt x="111442" y="4572"/>
                  </a:lnTo>
                  <a:lnTo>
                    <a:pt x="109918" y="6096"/>
                  </a:lnTo>
                  <a:lnTo>
                    <a:pt x="106870" y="6096"/>
                  </a:lnTo>
                  <a:lnTo>
                    <a:pt x="103822" y="9144"/>
                  </a:lnTo>
                  <a:lnTo>
                    <a:pt x="100774" y="10668"/>
                  </a:lnTo>
                  <a:lnTo>
                    <a:pt x="100774" y="13716"/>
                  </a:lnTo>
                  <a:lnTo>
                    <a:pt x="99250" y="15240"/>
                  </a:lnTo>
                  <a:lnTo>
                    <a:pt x="97726" y="18288"/>
                  </a:lnTo>
                  <a:lnTo>
                    <a:pt x="97726" y="27432"/>
                  </a:lnTo>
                  <a:lnTo>
                    <a:pt x="99250" y="28956"/>
                  </a:lnTo>
                  <a:lnTo>
                    <a:pt x="99250" y="32004"/>
                  </a:lnTo>
                  <a:lnTo>
                    <a:pt x="105346" y="38100"/>
                  </a:lnTo>
                  <a:lnTo>
                    <a:pt x="106870" y="38100"/>
                  </a:lnTo>
                  <a:lnTo>
                    <a:pt x="109918" y="39624"/>
                  </a:lnTo>
                  <a:lnTo>
                    <a:pt x="120586" y="39624"/>
                  </a:lnTo>
                  <a:lnTo>
                    <a:pt x="122110" y="38100"/>
                  </a:lnTo>
                  <a:lnTo>
                    <a:pt x="125158" y="38100"/>
                  </a:lnTo>
                  <a:lnTo>
                    <a:pt x="126682" y="36576"/>
                  </a:lnTo>
                  <a:lnTo>
                    <a:pt x="129730" y="36576"/>
                  </a:lnTo>
                  <a:lnTo>
                    <a:pt x="128206" y="38100"/>
                  </a:lnTo>
                  <a:lnTo>
                    <a:pt x="128206" y="42672"/>
                  </a:lnTo>
                  <a:lnTo>
                    <a:pt x="126682" y="45720"/>
                  </a:lnTo>
                  <a:lnTo>
                    <a:pt x="126682" y="47244"/>
                  </a:lnTo>
                  <a:lnTo>
                    <a:pt x="123634" y="50292"/>
                  </a:lnTo>
                  <a:lnTo>
                    <a:pt x="120586" y="51816"/>
                  </a:lnTo>
                  <a:lnTo>
                    <a:pt x="119062" y="53340"/>
                  </a:lnTo>
                  <a:lnTo>
                    <a:pt x="116014" y="53340"/>
                  </a:lnTo>
                  <a:lnTo>
                    <a:pt x="112966" y="54965"/>
                  </a:lnTo>
                  <a:lnTo>
                    <a:pt x="100774" y="54965"/>
                  </a:lnTo>
                  <a:lnTo>
                    <a:pt x="100774" y="61061"/>
                  </a:lnTo>
                  <a:lnTo>
                    <a:pt x="116014" y="61061"/>
                  </a:lnTo>
                  <a:lnTo>
                    <a:pt x="119062" y="59537"/>
                  </a:lnTo>
                  <a:lnTo>
                    <a:pt x="123634" y="58013"/>
                  </a:lnTo>
                  <a:lnTo>
                    <a:pt x="126682" y="56489"/>
                  </a:lnTo>
                  <a:lnTo>
                    <a:pt x="129730" y="53340"/>
                  </a:lnTo>
                  <a:lnTo>
                    <a:pt x="134302" y="48768"/>
                  </a:lnTo>
                  <a:lnTo>
                    <a:pt x="134302" y="44196"/>
                  </a:lnTo>
                  <a:lnTo>
                    <a:pt x="136842" y="36576"/>
                  </a:lnTo>
                  <a:lnTo>
                    <a:pt x="137350" y="35052"/>
                  </a:lnTo>
                  <a:lnTo>
                    <a:pt x="137350" y="33528"/>
                  </a:lnTo>
                  <a:lnTo>
                    <a:pt x="137350" y="25908"/>
                  </a:lnTo>
                  <a:close/>
                </a:path>
                <a:path w="662939" h="62865">
                  <a:moveTo>
                    <a:pt x="184696" y="38100"/>
                  </a:moveTo>
                  <a:lnTo>
                    <a:pt x="183172" y="35052"/>
                  </a:lnTo>
                  <a:lnTo>
                    <a:pt x="178600" y="30480"/>
                  </a:lnTo>
                  <a:lnTo>
                    <a:pt x="175552" y="28956"/>
                  </a:lnTo>
                  <a:lnTo>
                    <a:pt x="174028" y="28956"/>
                  </a:lnTo>
                  <a:lnTo>
                    <a:pt x="170980" y="27432"/>
                  </a:lnTo>
                  <a:lnTo>
                    <a:pt x="158788" y="27432"/>
                  </a:lnTo>
                  <a:lnTo>
                    <a:pt x="158788" y="10668"/>
                  </a:lnTo>
                  <a:lnTo>
                    <a:pt x="181648" y="10668"/>
                  </a:lnTo>
                  <a:lnTo>
                    <a:pt x="181648" y="4572"/>
                  </a:lnTo>
                  <a:lnTo>
                    <a:pt x="151168" y="4572"/>
                  </a:lnTo>
                  <a:lnTo>
                    <a:pt x="151168" y="33528"/>
                  </a:lnTo>
                  <a:lnTo>
                    <a:pt x="166408" y="33528"/>
                  </a:lnTo>
                  <a:lnTo>
                    <a:pt x="170980" y="35052"/>
                  </a:lnTo>
                  <a:lnTo>
                    <a:pt x="172504" y="36576"/>
                  </a:lnTo>
                  <a:lnTo>
                    <a:pt x="175552" y="38100"/>
                  </a:lnTo>
                  <a:lnTo>
                    <a:pt x="177076" y="39624"/>
                  </a:lnTo>
                  <a:lnTo>
                    <a:pt x="177076" y="45720"/>
                  </a:lnTo>
                  <a:lnTo>
                    <a:pt x="175552" y="47244"/>
                  </a:lnTo>
                  <a:lnTo>
                    <a:pt x="175552" y="50292"/>
                  </a:lnTo>
                  <a:lnTo>
                    <a:pt x="174028" y="51816"/>
                  </a:lnTo>
                  <a:lnTo>
                    <a:pt x="172504" y="51816"/>
                  </a:lnTo>
                  <a:lnTo>
                    <a:pt x="170980" y="53340"/>
                  </a:lnTo>
                  <a:lnTo>
                    <a:pt x="169456" y="54965"/>
                  </a:lnTo>
                  <a:lnTo>
                    <a:pt x="166408" y="54965"/>
                  </a:lnTo>
                  <a:lnTo>
                    <a:pt x="163360" y="56489"/>
                  </a:lnTo>
                  <a:lnTo>
                    <a:pt x="158788" y="56489"/>
                  </a:lnTo>
                  <a:lnTo>
                    <a:pt x="157264" y="54965"/>
                  </a:lnTo>
                  <a:lnTo>
                    <a:pt x="149644" y="54965"/>
                  </a:lnTo>
                  <a:lnTo>
                    <a:pt x="149644" y="61061"/>
                  </a:lnTo>
                  <a:lnTo>
                    <a:pt x="151168" y="61061"/>
                  </a:lnTo>
                  <a:lnTo>
                    <a:pt x="152692" y="62585"/>
                  </a:lnTo>
                  <a:lnTo>
                    <a:pt x="167932" y="62585"/>
                  </a:lnTo>
                  <a:lnTo>
                    <a:pt x="170980" y="61061"/>
                  </a:lnTo>
                  <a:lnTo>
                    <a:pt x="172504" y="59537"/>
                  </a:lnTo>
                  <a:lnTo>
                    <a:pt x="178600" y="56489"/>
                  </a:lnTo>
                  <a:lnTo>
                    <a:pt x="180124" y="54965"/>
                  </a:lnTo>
                  <a:lnTo>
                    <a:pt x="181648" y="53340"/>
                  </a:lnTo>
                  <a:lnTo>
                    <a:pt x="183172" y="50292"/>
                  </a:lnTo>
                  <a:lnTo>
                    <a:pt x="184696" y="48768"/>
                  </a:lnTo>
                  <a:lnTo>
                    <a:pt x="184696" y="38100"/>
                  </a:lnTo>
                  <a:close/>
                </a:path>
                <a:path w="662939" h="62865">
                  <a:moveTo>
                    <a:pt x="235089" y="54965"/>
                  </a:moveTo>
                  <a:lnTo>
                    <a:pt x="222796" y="54965"/>
                  </a:lnTo>
                  <a:lnTo>
                    <a:pt x="222796" y="4584"/>
                  </a:lnTo>
                  <a:lnTo>
                    <a:pt x="215176" y="4584"/>
                  </a:lnTo>
                  <a:lnTo>
                    <a:pt x="198412" y="13728"/>
                  </a:lnTo>
                  <a:lnTo>
                    <a:pt x="199936" y="19824"/>
                  </a:lnTo>
                  <a:lnTo>
                    <a:pt x="213652" y="13728"/>
                  </a:lnTo>
                  <a:lnTo>
                    <a:pt x="213652" y="54965"/>
                  </a:lnTo>
                  <a:lnTo>
                    <a:pt x="199936" y="54965"/>
                  </a:lnTo>
                  <a:lnTo>
                    <a:pt x="199936" y="61061"/>
                  </a:lnTo>
                  <a:lnTo>
                    <a:pt x="235089" y="61061"/>
                  </a:lnTo>
                  <a:lnTo>
                    <a:pt x="235089" y="54965"/>
                  </a:lnTo>
                  <a:close/>
                </a:path>
                <a:path w="662939" h="62865">
                  <a:moveTo>
                    <a:pt x="283946" y="25908"/>
                  </a:moveTo>
                  <a:lnTo>
                    <a:pt x="282422" y="21336"/>
                  </a:lnTo>
                  <a:lnTo>
                    <a:pt x="282422" y="18288"/>
                  </a:lnTo>
                  <a:lnTo>
                    <a:pt x="278612" y="10668"/>
                  </a:lnTo>
                  <a:lnTo>
                    <a:pt x="277850" y="9144"/>
                  </a:lnTo>
                  <a:lnTo>
                    <a:pt x="276326" y="7620"/>
                  </a:lnTo>
                  <a:lnTo>
                    <a:pt x="276326" y="22860"/>
                  </a:lnTo>
                  <a:lnTo>
                    <a:pt x="276326" y="30480"/>
                  </a:lnTo>
                  <a:lnTo>
                    <a:pt x="273278" y="30480"/>
                  </a:lnTo>
                  <a:lnTo>
                    <a:pt x="271754" y="32004"/>
                  </a:lnTo>
                  <a:lnTo>
                    <a:pt x="270230" y="32004"/>
                  </a:lnTo>
                  <a:lnTo>
                    <a:pt x="268706" y="33528"/>
                  </a:lnTo>
                  <a:lnTo>
                    <a:pt x="258038" y="33528"/>
                  </a:lnTo>
                  <a:lnTo>
                    <a:pt x="253466" y="28956"/>
                  </a:lnTo>
                  <a:lnTo>
                    <a:pt x="253466" y="27432"/>
                  </a:lnTo>
                  <a:lnTo>
                    <a:pt x="251942" y="25908"/>
                  </a:lnTo>
                  <a:lnTo>
                    <a:pt x="251942" y="19812"/>
                  </a:lnTo>
                  <a:lnTo>
                    <a:pt x="253466" y="18288"/>
                  </a:lnTo>
                  <a:lnTo>
                    <a:pt x="253466" y="15240"/>
                  </a:lnTo>
                  <a:lnTo>
                    <a:pt x="256514" y="12192"/>
                  </a:lnTo>
                  <a:lnTo>
                    <a:pt x="258038" y="12192"/>
                  </a:lnTo>
                  <a:lnTo>
                    <a:pt x="259562" y="10668"/>
                  </a:lnTo>
                  <a:lnTo>
                    <a:pt x="268706" y="10668"/>
                  </a:lnTo>
                  <a:lnTo>
                    <a:pt x="270230" y="12192"/>
                  </a:lnTo>
                  <a:lnTo>
                    <a:pt x="271754" y="12192"/>
                  </a:lnTo>
                  <a:lnTo>
                    <a:pt x="273278" y="13716"/>
                  </a:lnTo>
                  <a:lnTo>
                    <a:pt x="273278" y="15240"/>
                  </a:lnTo>
                  <a:lnTo>
                    <a:pt x="274802" y="18288"/>
                  </a:lnTo>
                  <a:lnTo>
                    <a:pt x="274802" y="19812"/>
                  </a:lnTo>
                  <a:lnTo>
                    <a:pt x="276326" y="22860"/>
                  </a:lnTo>
                  <a:lnTo>
                    <a:pt x="276326" y="7620"/>
                  </a:lnTo>
                  <a:lnTo>
                    <a:pt x="274802" y="6096"/>
                  </a:lnTo>
                  <a:lnTo>
                    <a:pt x="271754" y="6096"/>
                  </a:lnTo>
                  <a:lnTo>
                    <a:pt x="270230" y="4572"/>
                  </a:lnTo>
                  <a:lnTo>
                    <a:pt x="258038" y="4572"/>
                  </a:lnTo>
                  <a:lnTo>
                    <a:pt x="256514" y="6096"/>
                  </a:lnTo>
                  <a:lnTo>
                    <a:pt x="253466" y="6096"/>
                  </a:lnTo>
                  <a:lnTo>
                    <a:pt x="248894" y="10668"/>
                  </a:lnTo>
                  <a:lnTo>
                    <a:pt x="247370" y="13716"/>
                  </a:lnTo>
                  <a:lnTo>
                    <a:pt x="245846" y="15240"/>
                  </a:lnTo>
                  <a:lnTo>
                    <a:pt x="244233" y="18288"/>
                  </a:lnTo>
                  <a:lnTo>
                    <a:pt x="244233" y="27432"/>
                  </a:lnTo>
                  <a:lnTo>
                    <a:pt x="245846" y="28956"/>
                  </a:lnTo>
                  <a:lnTo>
                    <a:pt x="245846" y="32004"/>
                  </a:lnTo>
                  <a:lnTo>
                    <a:pt x="251942" y="38100"/>
                  </a:lnTo>
                  <a:lnTo>
                    <a:pt x="254990" y="38100"/>
                  </a:lnTo>
                  <a:lnTo>
                    <a:pt x="256514" y="39624"/>
                  </a:lnTo>
                  <a:lnTo>
                    <a:pt x="267182" y="39624"/>
                  </a:lnTo>
                  <a:lnTo>
                    <a:pt x="270230" y="38100"/>
                  </a:lnTo>
                  <a:lnTo>
                    <a:pt x="271754" y="38100"/>
                  </a:lnTo>
                  <a:lnTo>
                    <a:pt x="273278" y="36576"/>
                  </a:lnTo>
                  <a:lnTo>
                    <a:pt x="276326" y="36576"/>
                  </a:lnTo>
                  <a:lnTo>
                    <a:pt x="276326" y="38100"/>
                  </a:lnTo>
                  <a:lnTo>
                    <a:pt x="274802" y="41148"/>
                  </a:lnTo>
                  <a:lnTo>
                    <a:pt x="274802" y="42672"/>
                  </a:lnTo>
                  <a:lnTo>
                    <a:pt x="273278" y="45720"/>
                  </a:lnTo>
                  <a:lnTo>
                    <a:pt x="273278" y="47244"/>
                  </a:lnTo>
                  <a:lnTo>
                    <a:pt x="270230" y="50292"/>
                  </a:lnTo>
                  <a:lnTo>
                    <a:pt x="267182" y="51816"/>
                  </a:lnTo>
                  <a:lnTo>
                    <a:pt x="265658" y="53340"/>
                  </a:lnTo>
                  <a:lnTo>
                    <a:pt x="262610" y="53340"/>
                  </a:lnTo>
                  <a:lnTo>
                    <a:pt x="259562" y="54965"/>
                  </a:lnTo>
                  <a:lnTo>
                    <a:pt x="247370" y="54965"/>
                  </a:lnTo>
                  <a:lnTo>
                    <a:pt x="247370" y="61061"/>
                  </a:lnTo>
                  <a:lnTo>
                    <a:pt x="262610" y="61061"/>
                  </a:lnTo>
                  <a:lnTo>
                    <a:pt x="265658" y="59537"/>
                  </a:lnTo>
                  <a:lnTo>
                    <a:pt x="270230" y="58013"/>
                  </a:lnTo>
                  <a:lnTo>
                    <a:pt x="273278" y="56489"/>
                  </a:lnTo>
                  <a:lnTo>
                    <a:pt x="276326" y="53340"/>
                  </a:lnTo>
                  <a:lnTo>
                    <a:pt x="280898" y="48768"/>
                  </a:lnTo>
                  <a:lnTo>
                    <a:pt x="280898" y="44196"/>
                  </a:lnTo>
                  <a:lnTo>
                    <a:pt x="283438" y="36576"/>
                  </a:lnTo>
                  <a:lnTo>
                    <a:pt x="283946" y="35052"/>
                  </a:lnTo>
                  <a:lnTo>
                    <a:pt x="283946" y="33528"/>
                  </a:lnTo>
                  <a:lnTo>
                    <a:pt x="283946" y="25908"/>
                  </a:lnTo>
                  <a:close/>
                </a:path>
                <a:path w="662939" h="62865">
                  <a:moveTo>
                    <a:pt x="375094" y="33909"/>
                  </a:moveTo>
                  <a:lnTo>
                    <a:pt x="347675" y="33909"/>
                  </a:lnTo>
                  <a:lnTo>
                    <a:pt x="347675" y="41541"/>
                  </a:lnTo>
                  <a:lnTo>
                    <a:pt x="375094" y="41541"/>
                  </a:lnTo>
                  <a:lnTo>
                    <a:pt x="375094" y="33909"/>
                  </a:lnTo>
                  <a:close/>
                </a:path>
                <a:path w="662939" h="62865">
                  <a:moveTo>
                    <a:pt x="477774" y="54965"/>
                  </a:moveTo>
                  <a:lnTo>
                    <a:pt x="465582" y="54965"/>
                  </a:lnTo>
                  <a:lnTo>
                    <a:pt x="465582" y="0"/>
                  </a:lnTo>
                  <a:lnTo>
                    <a:pt x="444246" y="0"/>
                  </a:lnTo>
                  <a:lnTo>
                    <a:pt x="444246" y="6096"/>
                  </a:lnTo>
                  <a:lnTo>
                    <a:pt x="457962" y="6096"/>
                  </a:lnTo>
                  <a:lnTo>
                    <a:pt x="457962" y="54965"/>
                  </a:lnTo>
                  <a:lnTo>
                    <a:pt x="442722" y="54965"/>
                  </a:lnTo>
                  <a:lnTo>
                    <a:pt x="442722" y="61061"/>
                  </a:lnTo>
                  <a:lnTo>
                    <a:pt x="477774" y="61061"/>
                  </a:lnTo>
                  <a:lnTo>
                    <a:pt x="477774" y="54965"/>
                  </a:lnTo>
                  <a:close/>
                </a:path>
                <a:path w="662939" h="62865">
                  <a:moveTo>
                    <a:pt x="529793" y="32016"/>
                  </a:moveTo>
                  <a:lnTo>
                    <a:pt x="528269" y="30492"/>
                  </a:lnTo>
                  <a:lnTo>
                    <a:pt x="526745" y="27444"/>
                  </a:lnTo>
                  <a:lnTo>
                    <a:pt x="526745" y="24396"/>
                  </a:lnTo>
                  <a:lnTo>
                    <a:pt x="523697" y="22872"/>
                  </a:lnTo>
                  <a:lnTo>
                    <a:pt x="522173" y="21348"/>
                  </a:lnTo>
                  <a:lnTo>
                    <a:pt x="522173" y="35064"/>
                  </a:lnTo>
                  <a:lnTo>
                    <a:pt x="522173" y="44208"/>
                  </a:lnTo>
                  <a:lnTo>
                    <a:pt x="520649" y="45732"/>
                  </a:lnTo>
                  <a:lnTo>
                    <a:pt x="520649" y="50304"/>
                  </a:lnTo>
                  <a:lnTo>
                    <a:pt x="519125" y="50304"/>
                  </a:lnTo>
                  <a:lnTo>
                    <a:pt x="516077" y="53352"/>
                  </a:lnTo>
                  <a:lnTo>
                    <a:pt x="514553" y="54965"/>
                  </a:lnTo>
                  <a:lnTo>
                    <a:pt x="513029" y="54965"/>
                  </a:lnTo>
                  <a:lnTo>
                    <a:pt x="511505" y="56489"/>
                  </a:lnTo>
                  <a:lnTo>
                    <a:pt x="506831" y="56489"/>
                  </a:lnTo>
                  <a:lnTo>
                    <a:pt x="505307" y="54965"/>
                  </a:lnTo>
                  <a:lnTo>
                    <a:pt x="502259" y="54965"/>
                  </a:lnTo>
                  <a:lnTo>
                    <a:pt x="500735" y="53352"/>
                  </a:lnTo>
                  <a:lnTo>
                    <a:pt x="499211" y="51828"/>
                  </a:lnTo>
                  <a:lnTo>
                    <a:pt x="499211" y="50304"/>
                  </a:lnTo>
                  <a:lnTo>
                    <a:pt x="497687" y="48780"/>
                  </a:lnTo>
                  <a:lnTo>
                    <a:pt x="497687" y="47256"/>
                  </a:lnTo>
                  <a:lnTo>
                    <a:pt x="496163" y="44208"/>
                  </a:lnTo>
                  <a:lnTo>
                    <a:pt x="496163" y="35064"/>
                  </a:lnTo>
                  <a:lnTo>
                    <a:pt x="497687" y="33540"/>
                  </a:lnTo>
                  <a:lnTo>
                    <a:pt x="497687" y="30492"/>
                  </a:lnTo>
                  <a:lnTo>
                    <a:pt x="503783" y="24396"/>
                  </a:lnTo>
                  <a:lnTo>
                    <a:pt x="505307" y="24396"/>
                  </a:lnTo>
                  <a:lnTo>
                    <a:pt x="506831" y="22872"/>
                  </a:lnTo>
                  <a:lnTo>
                    <a:pt x="511505" y="22872"/>
                  </a:lnTo>
                  <a:lnTo>
                    <a:pt x="513029" y="24396"/>
                  </a:lnTo>
                  <a:lnTo>
                    <a:pt x="514553" y="24396"/>
                  </a:lnTo>
                  <a:lnTo>
                    <a:pt x="516077" y="25920"/>
                  </a:lnTo>
                  <a:lnTo>
                    <a:pt x="517601" y="25920"/>
                  </a:lnTo>
                  <a:lnTo>
                    <a:pt x="519125" y="27444"/>
                  </a:lnTo>
                  <a:lnTo>
                    <a:pt x="519125" y="28968"/>
                  </a:lnTo>
                  <a:lnTo>
                    <a:pt x="520649" y="30492"/>
                  </a:lnTo>
                  <a:lnTo>
                    <a:pt x="520649" y="32016"/>
                  </a:lnTo>
                  <a:lnTo>
                    <a:pt x="522173" y="35064"/>
                  </a:lnTo>
                  <a:lnTo>
                    <a:pt x="522173" y="21348"/>
                  </a:lnTo>
                  <a:lnTo>
                    <a:pt x="520649" y="19824"/>
                  </a:lnTo>
                  <a:lnTo>
                    <a:pt x="517601" y="18300"/>
                  </a:lnTo>
                  <a:lnTo>
                    <a:pt x="516077" y="18300"/>
                  </a:lnTo>
                  <a:lnTo>
                    <a:pt x="513029" y="16776"/>
                  </a:lnTo>
                  <a:lnTo>
                    <a:pt x="506831" y="16776"/>
                  </a:lnTo>
                  <a:lnTo>
                    <a:pt x="503783" y="18300"/>
                  </a:lnTo>
                  <a:lnTo>
                    <a:pt x="500735" y="18300"/>
                  </a:lnTo>
                  <a:lnTo>
                    <a:pt x="497687" y="19824"/>
                  </a:lnTo>
                  <a:lnTo>
                    <a:pt x="491591" y="25920"/>
                  </a:lnTo>
                  <a:lnTo>
                    <a:pt x="491591" y="27444"/>
                  </a:lnTo>
                  <a:lnTo>
                    <a:pt x="488543" y="33540"/>
                  </a:lnTo>
                  <a:lnTo>
                    <a:pt x="488543" y="47256"/>
                  </a:lnTo>
                  <a:lnTo>
                    <a:pt x="490067" y="50304"/>
                  </a:lnTo>
                  <a:lnTo>
                    <a:pt x="491591" y="51828"/>
                  </a:lnTo>
                  <a:lnTo>
                    <a:pt x="491591" y="54965"/>
                  </a:lnTo>
                  <a:lnTo>
                    <a:pt x="494639" y="56489"/>
                  </a:lnTo>
                  <a:lnTo>
                    <a:pt x="497687" y="59537"/>
                  </a:lnTo>
                  <a:lnTo>
                    <a:pt x="500735" y="61061"/>
                  </a:lnTo>
                  <a:lnTo>
                    <a:pt x="502259" y="62585"/>
                  </a:lnTo>
                  <a:lnTo>
                    <a:pt x="511505" y="62585"/>
                  </a:lnTo>
                  <a:lnTo>
                    <a:pt x="514553" y="61061"/>
                  </a:lnTo>
                  <a:lnTo>
                    <a:pt x="517601" y="61061"/>
                  </a:lnTo>
                  <a:lnTo>
                    <a:pt x="520649" y="59537"/>
                  </a:lnTo>
                  <a:lnTo>
                    <a:pt x="523697" y="56489"/>
                  </a:lnTo>
                  <a:lnTo>
                    <a:pt x="525221" y="53352"/>
                  </a:lnTo>
                  <a:lnTo>
                    <a:pt x="526745" y="51828"/>
                  </a:lnTo>
                  <a:lnTo>
                    <a:pt x="529793" y="45732"/>
                  </a:lnTo>
                  <a:lnTo>
                    <a:pt x="529793" y="32016"/>
                  </a:lnTo>
                  <a:close/>
                </a:path>
                <a:path w="662939" h="62865">
                  <a:moveTo>
                    <a:pt x="575602" y="47244"/>
                  </a:moveTo>
                  <a:lnTo>
                    <a:pt x="574078" y="47244"/>
                  </a:lnTo>
                  <a:lnTo>
                    <a:pt x="574078" y="44196"/>
                  </a:lnTo>
                  <a:lnTo>
                    <a:pt x="572554" y="42672"/>
                  </a:lnTo>
                  <a:lnTo>
                    <a:pt x="572554" y="41148"/>
                  </a:lnTo>
                  <a:lnTo>
                    <a:pt x="571030" y="41148"/>
                  </a:lnTo>
                  <a:lnTo>
                    <a:pt x="569506" y="39624"/>
                  </a:lnTo>
                  <a:lnTo>
                    <a:pt x="567982" y="39624"/>
                  </a:lnTo>
                  <a:lnTo>
                    <a:pt x="566458" y="38100"/>
                  </a:lnTo>
                  <a:lnTo>
                    <a:pt x="563321" y="38100"/>
                  </a:lnTo>
                  <a:lnTo>
                    <a:pt x="561797" y="36576"/>
                  </a:lnTo>
                  <a:lnTo>
                    <a:pt x="558749" y="36576"/>
                  </a:lnTo>
                  <a:lnTo>
                    <a:pt x="557225" y="35052"/>
                  </a:lnTo>
                  <a:lnTo>
                    <a:pt x="555701" y="35052"/>
                  </a:lnTo>
                  <a:lnTo>
                    <a:pt x="554177" y="33528"/>
                  </a:lnTo>
                  <a:lnTo>
                    <a:pt x="551129" y="33528"/>
                  </a:lnTo>
                  <a:lnTo>
                    <a:pt x="551129" y="32004"/>
                  </a:lnTo>
                  <a:lnTo>
                    <a:pt x="549605" y="30480"/>
                  </a:lnTo>
                  <a:lnTo>
                    <a:pt x="549605" y="27432"/>
                  </a:lnTo>
                  <a:lnTo>
                    <a:pt x="552653" y="24384"/>
                  </a:lnTo>
                  <a:lnTo>
                    <a:pt x="555701" y="24384"/>
                  </a:lnTo>
                  <a:lnTo>
                    <a:pt x="555701" y="22860"/>
                  </a:lnTo>
                  <a:lnTo>
                    <a:pt x="563321" y="22860"/>
                  </a:lnTo>
                  <a:lnTo>
                    <a:pt x="564934" y="24384"/>
                  </a:lnTo>
                  <a:lnTo>
                    <a:pt x="572554" y="24384"/>
                  </a:lnTo>
                  <a:lnTo>
                    <a:pt x="572554" y="22860"/>
                  </a:lnTo>
                  <a:lnTo>
                    <a:pt x="572554" y="18288"/>
                  </a:lnTo>
                  <a:lnTo>
                    <a:pt x="567982" y="18288"/>
                  </a:lnTo>
                  <a:lnTo>
                    <a:pt x="564934" y="16764"/>
                  </a:lnTo>
                  <a:lnTo>
                    <a:pt x="554177" y="16764"/>
                  </a:lnTo>
                  <a:lnTo>
                    <a:pt x="551129" y="18288"/>
                  </a:lnTo>
                  <a:lnTo>
                    <a:pt x="549605" y="19812"/>
                  </a:lnTo>
                  <a:lnTo>
                    <a:pt x="546557" y="19812"/>
                  </a:lnTo>
                  <a:lnTo>
                    <a:pt x="545033" y="21336"/>
                  </a:lnTo>
                  <a:lnTo>
                    <a:pt x="545033" y="22860"/>
                  </a:lnTo>
                  <a:lnTo>
                    <a:pt x="543509" y="24384"/>
                  </a:lnTo>
                  <a:lnTo>
                    <a:pt x="543509" y="25908"/>
                  </a:lnTo>
                  <a:lnTo>
                    <a:pt x="541985" y="27432"/>
                  </a:lnTo>
                  <a:lnTo>
                    <a:pt x="541985" y="33528"/>
                  </a:lnTo>
                  <a:lnTo>
                    <a:pt x="546557" y="38100"/>
                  </a:lnTo>
                  <a:lnTo>
                    <a:pt x="546557" y="39624"/>
                  </a:lnTo>
                  <a:lnTo>
                    <a:pt x="548081" y="39624"/>
                  </a:lnTo>
                  <a:lnTo>
                    <a:pt x="549605" y="41148"/>
                  </a:lnTo>
                  <a:lnTo>
                    <a:pt x="554177" y="41148"/>
                  </a:lnTo>
                  <a:lnTo>
                    <a:pt x="555701" y="42672"/>
                  </a:lnTo>
                  <a:lnTo>
                    <a:pt x="558749" y="42672"/>
                  </a:lnTo>
                  <a:lnTo>
                    <a:pt x="560273" y="44196"/>
                  </a:lnTo>
                  <a:lnTo>
                    <a:pt x="561797" y="44196"/>
                  </a:lnTo>
                  <a:lnTo>
                    <a:pt x="563321" y="45720"/>
                  </a:lnTo>
                  <a:lnTo>
                    <a:pt x="564934" y="45720"/>
                  </a:lnTo>
                  <a:lnTo>
                    <a:pt x="566458" y="47244"/>
                  </a:lnTo>
                  <a:lnTo>
                    <a:pt x="566458" y="48768"/>
                  </a:lnTo>
                  <a:lnTo>
                    <a:pt x="567982" y="48768"/>
                  </a:lnTo>
                  <a:lnTo>
                    <a:pt x="567982" y="51816"/>
                  </a:lnTo>
                  <a:lnTo>
                    <a:pt x="566458" y="53340"/>
                  </a:lnTo>
                  <a:lnTo>
                    <a:pt x="564934" y="54965"/>
                  </a:lnTo>
                  <a:lnTo>
                    <a:pt x="563321" y="54965"/>
                  </a:lnTo>
                  <a:lnTo>
                    <a:pt x="560273" y="56489"/>
                  </a:lnTo>
                  <a:lnTo>
                    <a:pt x="551129" y="56489"/>
                  </a:lnTo>
                  <a:lnTo>
                    <a:pt x="549605" y="54965"/>
                  </a:lnTo>
                  <a:lnTo>
                    <a:pt x="543509" y="54965"/>
                  </a:lnTo>
                  <a:lnTo>
                    <a:pt x="541985" y="53340"/>
                  </a:lnTo>
                  <a:lnTo>
                    <a:pt x="541985" y="61061"/>
                  </a:lnTo>
                  <a:lnTo>
                    <a:pt x="546557" y="61061"/>
                  </a:lnTo>
                  <a:lnTo>
                    <a:pt x="548081" y="62585"/>
                  </a:lnTo>
                  <a:lnTo>
                    <a:pt x="561797" y="62585"/>
                  </a:lnTo>
                  <a:lnTo>
                    <a:pt x="563321" y="61061"/>
                  </a:lnTo>
                  <a:lnTo>
                    <a:pt x="566458" y="61061"/>
                  </a:lnTo>
                  <a:lnTo>
                    <a:pt x="567982" y="59537"/>
                  </a:lnTo>
                  <a:lnTo>
                    <a:pt x="569506" y="59537"/>
                  </a:lnTo>
                  <a:lnTo>
                    <a:pt x="569506" y="58013"/>
                  </a:lnTo>
                  <a:lnTo>
                    <a:pt x="571030" y="58013"/>
                  </a:lnTo>
                  <a:lnTo>
                    <a:pt x="572554" y="56489"/>
                  </a:lnTo>
                  <a:lnTo>
                    <a:pt x="574078" y="54965"/>
                  </a:lnTo>
                  <a:lnTo>
                    <a:pt x="574078" y="51816"/>
                  </a:lnTo>
                  <a:lnTo>
                    <a:pt x="575602" y="51816"/>
                  </a:lnTo>
                  <a:lnTo>
                    <a:pt x="575602" y="47244"/>
                  </a:lnTo>
                  <a:close/>
                </a:path>
                <a:path w="662939" h="62865">
                  <a:moveTo>
                    <a:pt x="624471" y="47244"/>
                  </a:moveTo>
                  <a:lnTo>
                    <a:pt x="622947" y="45720"/>
                  </a:lnTo>
                  <a:lnTo>
                    <a:pt x="622947" y="44196"/>
                  </a:lnTo>
                  <a:lnTo>
                    <a:pt x="621423" y="42672"/>
                  </a:lnTo>
                  <a:lnTo>
                    <a:pt x="621423" y="41148"/>
                  </a:lnTo>
                  <a:lnTo>
                    <a:pt x="619899" y="41148"/>
                  </a:lnTo>
                  <a:lnTo>
                    <a:pt x="618375" y="39624"/>
                  </a:lnTo>
                  <a:lnTo>
                    <a:pt x="616851" y="39624"/>
                  </a:lnTo>
                  <a:lnTo>
                    <a:pt x="615327" y="38100"/>
                  </a:lnTo>
                  <a:lnTo>
                    <a:pt x="612279" y="38100"/>
                  </a:lnTo>
                  <a:lnTo>
                    <a:pt x="610755" y="36576"/>
                  </a:lnTo>
                  <a:lnTo>
                    <a:pt x="607707" y="36576"/>
                  </a:lnTo>
                  <a:lnTo>
                    <a:pt x="606183" y="35052"/>
                  </a:lnTo>
                  <a:lnTo>
                    <a:pt x="604558" y="35052"/>
                  </a:lnTo>
                  <a:lnTo>
                    <a:pt x="603034" y="33528"/>
                  </a:lnTo>
                  <a:lnTo>
                    <a:pt x="599986" y="33528"/>
                  </a:lnTo>
                  <a:lnTo>
                    <a:pt x="599986" y="32004"/>
                  </a:lnTo>
                  <a:lnTo>
                    <a:pt x="598462" y="30480"/>
                  </a:lnTo>
                  <a:lnTo>
                    <a:pt x="598462" y="27432"/>
                  </a:lnTo>
                  <a:lnTo>
                    <a:pt x="601510" y="24384"/>
                  </a:lnTo>
                  <a:lnTo>
                    <a:pt x="604558" y="24384"/>
                  </a:lnTo>
                  <a:lnTo>
                    <a:pt x="604558" y="22860"/>
                  </a:lnTo>
                  <a:lnTo>
                    <a:pt x="612279" y="22860"/>
                  </a:lnTo>
                  <a:lnTo>
                    <a:pt x="613803" y="24384"/>
                  </a:lnTo>
                  <a:lnTo>
                    <a:pt x="621423" y="24384"/>
                  </a:lnTo>
                  <a:lnTo>
                    <a:pt x="621423" y="22860"/>
                  </a:lnTo>
                  <a:lnTo>
                    <a:pt x="621423" y="18288"/>
                  </a:lnTo>
                  <a:lnTo>
                    <a:pt x="616851" y="18288"/>
                  </a:lnTo>
                  <a:lnTo>
                    <a:pt x="615327" y="16764"/>
                  </a:lnTo>
                  <a:lnTo>
                    <a:pt x="603034" y="16764"/>
                  </a:lnTo>
                  <a:lnTo>
                    <a:pt x="599986" y="18288"/>
                  </a:lnTo>
                  <a:lnTo>
                    <a:pt x="598462" y="19812"/>
                  </a:lnTo>
                  <a:lnTo>
                    <a:pt x="595414" y="19812"/>
                  </a:lnTo>
                  <a:lnTo>
                    <a:pt x="593890" y="21336"/>
                  </a:lnTo>
                  <a:lnTo>
                    <a:pt x="593890" y="22860"/>
                  </a:lnTo>
                  <a:lnTo>
                    <a:pt x="592366" y="24384"/>
                  </a:lnTo>
                  <a:lnTo>
                    <a:pt x="592366" y="25908"/>
                  </a:lnTo>
                  <a:lnTo>
                    <a:pt x="590842" y="27432"/>
                  </a:lnTo>
                  <a:lnTo>
                    <a:pt x="590842" y="33528"/>
                  </a:lnTo>
                  <a:lnTo>
                    <a:pt x="595414" y="38100"/>
                  </a:lnTo>
                  <a:lnTo>
                    <a:pt x="595414" y="39624"/>
                  </a:lnTo>
                  <a:lnTo>
                    <a:pt x="596938" y="39624"/>
                  </a:lnTo>
                  <a:lnTo>
                    <a:pt x="598462" y="41148"/>
                  </a:lnTo>
                  <a:lnTo>
                    <a:pt x="603034" y="41148"/>
                  </a:lnTo>
                  <a:lnTo>
                    <a:pt x="604558" y="42672"/>
                  </a:lnTo>
                  <a:lnTo>
                    <a:pt x="607707" y="42672"/>
                  </a:lnTo>
                  <a:lnTo>
                    <a:pt x="609231" y="44196"/>
                  </a:lnTo>
                  <a:lnTo>
                    <a:pt x="610755" y="44196"/>
                  </a:lnTo>
                  <a:lnTo>
                    <a:pt x="612279" y="45720"/>
                  </a:lnTo>
                  <a:lnTo>
                    <a:pt x="613803" y="45720"/>
                  </a:lnTo>
                  <a:lnTo>
                    <a:pt x="615327" y="47244"/>
                  </a:lnTo>
                  <a:lnTo>
                    <a:pt x="615327" y="48768"/>
                  </a:lnTo>
                  <a:lnTo>
                    <a:pt x="616851" y="48768"/>
                  </a:lnTo>
                  <a:lnTo>
                    <a:pt x="616851" y="51816"/>
                  </a:lnTo>
                  <a:lnTo>
                    <a:pt x="613803" y="54864"/>
                  </a:lnTo>
                  <a:lnTo>
                    <a:pt x="612279" y="54864"/>
                  </a:lnTo>
                  <a:lnTo>
                    <a:pt x="609231" y="56388"/>
                  </a:lnTo>
                  <a:lnTo>
                    <a:pt x="599986" y="56388"/>
                  </a:lnTo>
                  <a:lnTo>
                    <a:pt x="598462" y="54864"/>
                  </a:lnTo>
                  <a:lnTo>
                    <a:pt x="592366" y="54864"/>
                  </a:lnTo>
                  <a:lnTo>
                    <a:pt x="590842" y="53340"/>
                  </a:lnTo>
                  <a:lnTo>
                    <a:pt x="590842" y="60960"/>
                  </a:lnTo>
                  <a:lnTo>
                    <a:pt x="595414" y="60960"/>
                  </a:lnTo>
                  <a:lnTo>
                    <a:pt x="596938" y="62585"/>
                  </a:lnTo>
                  <a:lnTo>
                    <a:pt x="610755" y="62585"/>
                  </a:lnTo>
                  <a:lnTo>
                    <a:pt x="612279" y="60960"/>
                  </a:lnTo>
                  <a:lnTo>
                    <a:pt x="615327" y="60960"/>
                  </a:lnTo>
                  <a:lnTo>
                    <a:pt x="616851" y="59436"/>
                  </a:lnTo>
                  <a:lnTo>
                    <a:pt x="618375" y="59436"/>
                  </a:lnTo>
                  <a:lnTo>
                    <a:pt x="618375" y="57912"/>
                  </a:lnTo>
                  <a:lnTo>
                    <a:pt x="619899" y="57912"/>
                  </a:lnTo>
                  <a:lnTo>
                    <a:pt x="621423" y="56388"/>
                  </a:lnTo>
                  <a:lnTo>
                    <a:pt x="622947" y="54864"/>
                  </a:lnTo>
                  <a:lnTo>
                    <a:pt x="622947" y="51816"/>
                  </a:lnTo>
                  <a:lnTo>
                    <a:pt x="624471" y="51816"/>
                  </a:lnTo>
                  <a:lnTo>
                    <a:pt x="624471" y="47244"/>
                  </a:lnTo>
                  <a:close/>
                </a:path>
                <a:path w="662939" h="62865">
                  <a:moveTo>
                    <a:pt x="662559" y="53340"/>
                  </a:moveTo>
                  <a:lnTo>
                    <a:pt x="661035" y="51816"/>
                  </a:lnTo>
                  <a:lnTo>
                    <a:pt x="661035" y="50292"/>
                  </a:lnTo>
                  <a:lnTo>
                    <a:pt x="659511" y="50292"/>
                  </a:lnTo>
                  <a:lnTo>
                    <a:pt x="657987" y="48768"/>
                  </a:lnTo>
                  <a:lnTo>
                    <a:pt x="653415" y="48768"/>
                  </a:lnTo>
                  <a:lnTo>
                    <a:pt x="651891" y="50292"/>
                  </a:lnTo>
                  <a:lnTo>
                    <a:pt x="650367" y="50292"/>
                  </a:lnTo>
                  <a:lnTo>
                    <a:pt x="650367" y="53340"/>
                  </a:lnTo>
                  <a:lnTo>
                    <a:pt x="648843" y="53340"/>
                  </a:lnTo>
                  <a:lnTo>
                    <a:pt x="648843" y="58013"/>
                  </a:lnTo>
                  <a:lnTo>
                    <a:pt x="650367" y="58013"/>
                  </a:lnTo>
                  <a:lnTo>
                    <a:pt x="650367" y="61061"/>
                  </a:lnTo>
                  <a:lnTo>
                    <a:pt x="651891" y="61061"/>
                  </a:lnTo>
                  <a:lnTo>
                    <a:pt x="653415" y="62585"/>
                  </a:lnTo>
                  <a:lnTo>
                    <a:pt x="657987" y="62585"/>
                  </a:lnTo>
                  <a:lnTo>
                    <a:pt x="659511" y="61061"/>
                  </a:lnTo>
                  <a:lnTo>
                    <a:pt x="661035" y="61061"/>
                  </a:lnTo>
                  <a:lnTo>
                    <a:pt x="661035" y="59537"/>
                  </a:lnTo>
                  <a:lnTo>
                    <a:pt x="662559" y="58013"/>
                  </a:lnTo>
                  <a:lnTo>
                    <a:pt x="662559" y="53340"/>
                  </a:lnTo>
                  <a:close/>
                </a:path>
                <a:path w="662939" h="62865">
                  <a:moveTo>
                    <a:pt x="662559" y="21336"/>
                  </a:moveTo>
                  <a:lnTo>
                    <a:pt x="659511" y="18288"/>
                  </a:lnTo>
                  <a:lnTo>
                    <a:pt x="657987" y="18288"/>
                  </a:lnTo>
                  <a:lnTo>
                    <a:pt x="657987" y="16764"/>
                  </a:lnTo>
                  <a:lnTo>
                    <a:pt x="653415" y="16764"/>
                  </a:lnTo>
                  <a:lnTo>
                    <a:pt x="653415" y="18288"/>
                  </a:lnTo>
                  <a:lnTo>
                    <a:pt x="651891" y="18288"/>
                  </a:lnTo>
                  <a:lnTo>
                    <a:pt x="650367" y="19812"/>
                  </a:lnTo>
                  <a:lnTo>
                    <a:pt x="650367" y="21336"/>
                  </a:lnTo>
                  <a:lnTo>
                    <a:pt x="648843" y="21336"/>
                  </a:lnTo>
                  <a:lnTo>
                    <a:pt x="648843" y="25908"/>
                  </a:lnTo>
                  <a:lnTo>
                    <a:pt x="650367" y="25908"/>
                  </a:lnTo>
                  <a:lnTo>
                    <a:pt x="650367" y="28956"/>
                  </a:lnTo>
                  <a:lnTo>
                    <a:pt x="651891" y="28956"/>
                  </a:lnTo>
                  <a:lnTo>
                    <a:pt x="653415" y="30480"/>
                  </a:lnTo>
                  <a:lnTo>
                    <a:pt x="657987" y="30480"/>
                  </a:lnTo>
                  <a:lnTo>
                    <a:pt x="659511" y="28956"/>
                  </a:lnTo>
                  <a:lnTo>
                    <a:pt x="661035" y="28956"/>
                  </a:lnTo>
                  <a:lnTo>
                    <a:pt x="661035" y="27432"/>
                  </a:lnTo>
                  <a:lnTo>
                    <a:pt x="662559" y="25908"/>
                  </a:lnTo>
                  <a:lnTo>
                    <a:pt x="662559" y="2133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7862" y="1214246"/>
              <a:ext cx="283940" cy="580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87240" y="1209674"/>
              <a:ext cx="703992" cy="796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3051" y="1214246"/>
              <a:ext cx="283940" cy="580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10428" y="1243584"/>
              <a:ext cx="29209" cy="7620"/>
            </a:xfrm>
            <a:custGeom>
              <a:avLst/>
              <a:gdLst/>
              <a:ahLst/>
              <a:cxnLst/>
              <a:rect l="l" t="t" r="r" b="b"/>
              <a:pathLst>
                <a:path w="29210" h="7619">
                  <a:moveTo>
                    <a:pt x="28955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8955" y="0"/>
                  </a:lnTo>
                  <a:lnTo>
                    <a:pt x="28955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01201" y="1209674"/>
              <a:ext cx="381666" cy="7962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24556" y="1214246"/>
              <a:ext cx="3651250" cy="259715"/>
            </a:xfrm>
            <a:custGeom>
              <a:avLst/>
              <a:gdLst/>
              <a:ahLst/>
              <a:cxnLst/>
              <a:rect l="l" t="t" r="r" b="b"/>
              <a:pathLst>
                <a:path w="3651250" h="259715">
                  <a:moveTo>
                    <a:pt x="27432" y="251841"/>
                  </a:moveTo>
                  <a:lnTo>
                    <a:pt x="0" y="251841"/>
                  </a:lnTo>
                  <a:lnTo>
                    <a:pt x="0" y="259473"/>
                  </a:lnTo>
                  <a:lnTo>
                    <a:pt x="27432" y="259473"/>
                  </a:lnTo>
                  <a:lnTo>
                    <a:pt x="27432" y="251841"/>
                  </a:lnTo>
                  <a:close/>
                </a:path>
                <a:path w="3651250" h="259715">
                  <a:moveTo>
                    <a:pt x="3296501" y="48768"/>
                  </a:moveTo>
                  <a:lnTo>
                    <a:pt x="3294977" y="47244"/>
                  </a:lnTo>
                  <a:lnTo>
                    <a:pt x="3294977" y="45720"/>
                  </a:lnTo>
                  <a:lnTo>
                    <a:pt x="3293453" y="45720"/>
                  </a:lnTo>
                  <a:lnTo>
                    <a:pt x="3291929" y="44196"/>
                  </a:lnTo>
                  <a:lnTo>
                    <a:pt x="3287357" y="44196"/>
                  </a:lnTo>
                  <a:lnTo>
                    <a:pt x="3285833" y="45720"/>
                  </a:lnTo>
                  <a:lnTo>
                    <a:pt x="3284309" y="45720"/>
                  </a:lnTo>
                  <a:lnTo>
                    <a:pt x="3284309" y="48768"/>
                  </a:lnTo>
                  <a:lnTo>
                    <a:pt x="3282785" y="48768"/>
                  </a:lnTo>
                  <a:lnTo>
                    <a:pt x="3282785" y="53441"/>
                  </a:lnTo>
                  <a:lnTo>
                    <a:pt x="3284309" y="53441"/>
                  </a:lnTo>
                  <a:lnTo>
                    <a:pt x="3284309" y="56489"/>
                  </a:lnTo>
                  <a:lnTo>
                    <a:pt x="3285833" y="56489"/>
                  </a:lnTo>
                  <a:lnTo>
                    <a:pt x="3287357" y="58013"/>
                  </a:lnTo>
                  <a:lnTo>
                    <a:pt x="3291929" y="58013"/>
                  </a:lnTo>
                  <a:lnTo>
                    <a:pt x="3293453" y="56489"/>
                  </a:lnTo>
                  <a:lnTo>
                    <a:pt x="3294977" y="56489"/>
                  </a:lnTo>
                  <a:lnTo>
                    <a:pt x="3294977" y="54965"/>
                  </a:lnTo>
                  <a:lnTo>
                    <a:pt x="3296501" y="53441"/>
                  </a:lnTo>
                  <a:lnTo>
                    <a:pt x="3296501" y="48768"/>
                  </a:lnTo>
                  <a:close/>
                </a:path>
                <a:path w="3651250" h="259715">
                  <a:moveTo>
                    <a:pt x="3296501" y="16764"/>
                  </a:moveTo>
                  <a:lnTo>
                    <a:pt x="3293453" y="13716"/>
                  </a:lnTo>
                  <a:lnTo>
                    <a:pt x="3291929" y="13716"/>
                  </a:lnTo>
                  <a:lnTo>
                    <a:pt x="3291929" y="12192"/>
                  </a:lnTo>
                  <a:lnTo>
                    <a:pt x="3287357" y="12192"/>
                  </a:lnTo>
                  <a:lnTo>
                    <a:pt x="3287357" y="13716"/>
                  </a:lnTo>
                  <a:lnTo>
                    <a:pt x="3285833" y="13716"/>
                  </a:lnTo>
                  <a:lnTo>
                    <a:pt x="3284309" y="15240"/>
                  </a:lnTo>
                  <a:lnTo>
                    <a:pt x="3284309" y="16764"/>
                  </a:lnTo>
                  <a:lnTo>
                    <a:pt x="3282785" y="16764"/>
                  </a:lnTo>
                  <a:lnTo>
                    <a:pt x="3282785" y="21336"/>
                  </a:lnTo>
                  <a:lnTo>
                    <a:pt x="3284309" y="21336"/>
                  </a:lnTo>
                  <a:lnTo>
                    <a:pt x="3284309" y="24384"/>
                  </a:lnTo>
                  <a:lnTo>
                    <a:pt x="3285833" y="24384"/>
                  </a:lnTo>
                  <a:lnTo>
                    <a:pt x="3287357" y="25908"/>
                  </a:lnTo>
                  <a:lnTo>
                    <a:pt x="3291929" y="25908"/>
                  </a:lnTo>
                  <a:lnTo>
                    <a:pt x="3293453" y="24384"/>
                  </a:lnTo>
                  <a:lnTo>
                    <a:pt x="3294977" y="24384"/>
                  </a:lnTo>
                  <a:lnTo>
                    <a:pt x="3294977" y="22860"/>
                  </a:lnTo>
                  <a:lnTo>
                    <a:pt x="3296501" y="21336"/>
                  </a:lnTo>
                  <a:lnTo>
                    <a:pt x="3296501" y="16764"/>
                  </a:lnTo>
                  <a:close/>
                </a:path>
                <a:path w="3651250" h="259715">
                  <a:moveTo>
                    <a:pt x="3407943" y="19824"/>
                  </a:moveTo>
                  <a:lnTo>
                    <a:pt x="3406419" y="15252"/>
                  </a:lnTo>
                  <a:lnTo>
                    <a:pt x="3406419" y="12204"/>
                  </a:lnTo>
                  <a:lnTo>
                    <a:pt x="3403371" y="6108"/>
                  </a:lnTo>
                  <a:lnTo>
                    <a:pt x="3400323" y="4584"/>
                  </a:lnTo>
                  <a:lnTo>
                    <a:pt x="3400323" y="22872"/>
                  </a:lnTo>
                  <a:lnTo>
                    <a:pt x="3400323" y="38112"/>
                  </a:lnTo>
                  <a:lnTo>
                    <a:pt x="3398799" y="41160"/>
                  </a:lnTo>
                  <a:lnTo>
                    <a:pt x="3398799" y="44208"/>
                  </a:lnTo>
                  <a:lnTo>
                    <a:pt x="3394227" y="48780"/>
                  </a:lnTo>
                  <a:lnTo>
                    <a:pt x="3392703" y="50393"/>
                  </a:lnTo>
                  <a:lnTo>
                    <a:pt x="3391179" y="50393"/>
                  </a:lnTo>
                  <a:lnTo>
                    <a:pt x="3389655" y="51917"/>
                  </a:lnTo>
                  <a:lnTo>
                    <a:pt x="3386607" y="51917"/>
                  </a:lnTo>
                  <a:lnTo>
                    <a:pt x="3385083" y="50393"/>
                  </a:lnTo>
                  <a:lnTo>
                    <a:pt x="3382035" y="50393"/>
                  </a:lnTo>
                  <a:lnTo>
                    <a:pt x="3380511" y="48780"/>
                  </a:lnTo>
                  <a:lnTo>
                    <a:pt x="3378898" y="47256"/>
                  </a:lnTo>
                  <a:lnTo>
                    <a:pt x="3378898" y="45732"/>
                  </a:lnTo>
                  <a:lnTo>
                    <a:pt x="3377374" y="45732"/>
                  </a:lnTo>
                  <a:lnTo>
                    <a:pt x="3377374" y="44208"/>
                  </a:lnTo>
                  <a:lnTo>
                    <a:pt x="3375850" y="42684"/>
                  </a:lnTo>
                  <a:lnTo>
                    <a:pt x="3375850" y="41160"/>
                  </a:lnTo>
                  <a:lnTo>
                    <a:pt x="3386048" y="33540"/>
                  </a:lnTo>
                  <a:lnTo>
                    <a:pt x="3400323" y="22872"/>
                  </a:lnTo>
                  <a:lnTo>
                    <a:pt x="3400323" y="4584"/>
                  </a:lnTo>
                  <a:lnTo>
                    <a:pt x="3398799" y="1536"/>
                  </a:lnTo>
                  <a:lnTo>
                    <a:pt x="3398799" y="13728"/>
                  </a:lnTo>
                  <a:lnTo>
                    <a:pt x="3398799" y="15252"/>
                  </a:lnTo>
                  <a:lnTo>
                    <a:pt x="3374326" y="33540"/>
                  </a:lnTo>
                  <a:lnTo>
                    <a:pt x="3374326" y="21348"/>
                  </a:lnTo>
                  <a:lnTo>
                    <a:pt x="3375850" y="18300"/>
                  </a:lnTo>
                  <a:lnTo>
                    <a:pt x="3375850" y="15252"/>
                  </a:lnTo>
                  <a:lnTo>
                    <a:pt x="3377374" y="13728"/>
                  </a:lnTo>
                  <a:lnTo>
                    <a:pt x="3377374" y="12204"/>
                  </a:lnTo>
                  <a:lnTo>
                    <a:pt x="3378898" y="9156"/>
                  </a:lnTo>
                  <a:lnTo>
                    <a:pt x="3380511" y="7632"/>
                  </a:lnTo>
                  <a:lnTo>
                    <a:pt x="3382035" y="7632"/>
                  </a:lnTo>
                  <a:lnTo>
                    <a:pt x="3383559" y="6108"/>
                  </a:lnTo>
                  <a:lnTo>
                    <a:pt x="3391179" y="6108"/>
                  </a:lnTo>
                  <a:lnTo>
                    <a:pt x="3392703" y="7632"/>
                  </a:lnTo>
                  <a:lnTo>
                    <a:pt x="3394227" y="7632"/>
                  </a:lnTo>
                  <a:lnTo>
                    <a:pt x="3394227" y="9156"/>
                  </a:lnTo>
                  <a:lnTo>
                    <a:pt x="3395751" y="9156"/>
                  </a:lnTo>
                  <a:lnTo>
                    <a:pt x="3395751" y="10680"/>
                  </a:lnTo>
                  <a:lnTo>
                    <a:pt x="3397275" y="12204"/>
                  </a:lnTo>
                  <a:lnTo>
                    <a:pt x="3397275" y="13728"/>
                  </a:lnTo>
                  <a:lnTo>
                    <a:pt x="3398799" y="13728"/>
                  </a:lnTo>
                  <a:lnTo>
                    <a:pt x="3398799" y="1536"/>
                  </a:lnTo>
                  <a:lnTo>
                    <a:pt x="3395751" y="1536"/>
                  </a:lnTo>
                  <a:lnTo>
                    <a:pt x="3394227" y="12"/>
                  </a:lnTo>
                  <a:lnTo>
                    <a:pt x="3382035" y="12"/>
                  </a:lnTo>
                  <a:lnTo>
                    <a:pt x="3378898" y="1536"/>
                  </a:lnTo>
                  <a:lnTo>
                    <a:pt x="3375850" y="3060"/>
                  </a:lnTo>
                  <a:lnTo>
                    <a:pt x="3374326" y="4584"/>
                  </a:lnTo>
                  <a:lnTo>
                    <a:pt x="3372802" y="7632"/>
                  </a:lnTo>
                  <a:lnTo>
                    <a:pt x="3369754" y="10680"/>
                  </a:lnTo>
                  <a:lnTo>
                    <a:pt x="3369754" y="13728"/>
                  </a:lnTo>
                  <a:lnTo>
                    <a:pt x="3366706" y="19824"/>
                  </a:lnTo>
                  <a:lnTo>
                    <a:pt x="3366706" y="38112"/>
                  </a:lnTo>
                  <a:lnTo>
                    <a:pt x="3368230" y="41160"/>
                  </a:lnTo>
                  <a:lnTo>
                    <a:pt x="3369754" y="45732"/>
                  </a:lnTo>
                  <a:lnTo>
                    <a:pt x="3371278" y="48780"/>
                  </a:lnTo>
                  <a:lnTo>
                    <a:pt x="3372802" y="50393"/>
                  </a:lnTo>
                  <a:lnTo>
                    <a:pt x="3374326" y="53441"/>
                  </a:lnTo>
                  <a:lnTo>
                    <a:pt x="3375850" y="54965"/>
                  </a:lnTo>
                  <a:lnTo>
                    <a:pt x="3378898" y="56489"/>
                  </a:lnTo>
                  <a:lnTo>
                    <a:pt x="3382035" y="56489"/>
                  </a:lnTo>
                  <a:lnTo>
                    <a:pt x="3383559" y="58013"/>
                  </a:lnTo>
                  <a:lnTo>
                    <a:pt x="3391179" y="58013"/>
                  </a:lnTo>
                  <a:lnTo>
                    <a:pt x="3394227" y="56489"/>
                  </a:lnTo>
                  <a:lnTo>
                    <a:pt x="3395751" y="54965"/>
                  </a:lnTo>
                  <a:lnTo>
                    <a:pt x="3398799" y="54965"/>
                  </a:lnTo>
                  <a:lnTo>
                    <a:pt x="3401847" y="51917"/>
                  </a:lnTo>
                  <a:lnTo>
                    <a:pt x="3403371" y="50393"/>
                  </a:lnTo>
                  <a:lnTo>
                    <a:pt x="3404895" y="47256"/>
                  </a:lnTo>
                  <a:lnTo>
                    <a:pt x="3406419" y="44208"/>
                  </a:lnTo>
                  <a:lnTo>
                    <a:pt x="3406419" y="41160"/>
                  </a:lnTo>
                  <a:lnTo>
                    <a:pt x="3407943" y="36588"/>
                  </a:lnTo>
                  <a:lnTo>
                    <a:pt x="3407943" y="22872"/>
                  </a:lnTo>
                  <a:lnTo>
                    <a:pt x="3407943" y="19824"/>
                  </a:lnTo>
                  <a:close/>
                </a:path>
                <a:path w="3651250" h="259715">
                  <a:moveTo>
                    <a:pt x="3443084" y="47256"/>
                  </a:moveTo>
                  <a:lnTo>
                    <a:pt x="3440036" y="44208"/>
                  </a:lnTo>
                  <a:lnTo>
                    <a:pt x="3438512" y="44208"/>
                  </a:lnTo>
                  <a:lnTo>
                    <a:pt x="3438512" y="42684"/>
                  </a:lnTo>
                  <a:lnTo>
                    <a:pt x="3433940" y="42684"/>
                  </a:lnTo>
                  <a:lnTo>
                    <a:pt x="3433940" y="44208"/>
                  </a:lnTo>
                  <a:lnTo>
                    <a:pt x="3432416" y="44208"/>
                  </a:lnTo>
                  <a:lnTo>
                    <a:pt x="3429368" y="47256"/>
                  </a:lnTo>
                  <a:lnTo>
                    <a:pt x="3429368" y="54876"/>
                  </a:lnTo>
                  <a:lnTo>
                    <a:pt x="3430892" y="54876"/>
                  </a:lnTo>
                  <a:lnTo>
                    <a:pt x="3432416" y="56400"/>
                  </a:lnTo>
                  <a:lnTo>
                    <a:pt x="3433940" y="56400"/>
                  </a:lnTo>
                  <a:lnTo>
                    <a:pt x="3433940" y="57924"/>
                  </a:lnTo>
                  <a:lnTo>
                    <a:pt x="3438512" y="57924"/>
                  </a:lnTo>
                  <a:lnTo>
                    <a:pt x="3438512" y="56400"/>
                  </a:lnTo>
                  <a:lnTo>
                    <a:pt x="3440036" y="56400"/>
                  </a:lnTo>
                  <a:lnTo>
                    <a:pt x="3441560" y="54876"/>
                  </a:lnTo>
                  <a:lnTo>
                    <a:pt x="3443084" y="54876"/>
                  </a:lnTo>
                  <a:lnTo>
                    <a:pt x="3443084" y="47256"/>
                  </a:lnTo>
                  <a:close/>
                </a:path>
                <a:path w="3651250" h="259715">
                  <a:moveTo>
                    <a:pt x="3504146" y="50393"/>
                  </a:moveTo>
                  <a:lnTo>
                    <a:pt x="3491954" y="50393"/>
                  </a:lnTo>
                  <a:lnTo>
                    <a:pt x="3491954" y="12"/>
                  </a:lnTo>
                  <a:lnTo>
                    <a:pt x="3484232" y="12"/>
                  </a:lnTo>
                  <a:lnTo>
                    <a:pt x="3465944" y="9156"/>
                  </a:lnTo>
                  <a:lnTo>
                    <a:pt x="3468992" y="15252"/>
                  </a:lnTo>
                  <a:lnTo>
                    <a:pt x="3482708" y="9156"/>
                  </a:lnTo>
                  <a:lnTo>
                    <a:pt x="3482708" y="50393"/>
                  </a:lnTo>
                  <a:lnTo>
                    <a:pt x="3468992" y="50393"/>
                  </a:lnTo>
                  <a:lnTo>
                    <a:pt x="3468992" y="56489"/>
                  </a:lnTo>
                  <a:lnTo>
                    <a:pt x="3504146" y="56489"/>
                  </a:lnTo>
                  <a:lnTo>
                    <a:pt x="3504146" y="50393"/>
                  </a:lnTo>
                  <a:close/>
                </a:path>
                <a:path w="3651250" h="259715">
                  <a:moveTo>
                    <a:pt x="3551491" y="33528"/>
                  </a:moveTo>
                  <a:lnTo>
                    <a:pt x="3549967" y="30480"/>
                  </a:lnTo>
                  <a:lnTo>
                    <a:pt x="3543871" y="24384"/>
                  </a:lnTo>
                  <a:lnTo>
                    <a:pt x="3540823" y="24384"/>
                  </a:lnTo>
                  <a:lnTo>
                    <a:pt x="3539299" y="22860"/>
                  </a:lnTo>
                  <a:lnTo>
                    <a:pt x="3525482" y="22860"/>
                  </a:lnTo>
                  <a:lnTo>
                    <a:pt x="3525482" y="6096"/>
                  </a:lnTo>
                  <a:lnTo>
                    <a:pt x="3548443" y="6096"/>
                  </a:lnTo>
                  <a:lnTo>
                    <a:pt x="3548443" y="0"/>
                  </a:lnTo>
                  <a:lnTo>
                    <a:pt x="3517862" y="0"/>
                  </a:lnTo>
                  <a:lnTo>
                    <a:pt x="3517862" y="28956"/>
                  </a:lnTo>
                  <a:lnTo>
                    <a:pt x="3534626" y="28956"/>
                  </a:lnTo>
                  <a:lnTo>
                    <a:pt x="3537674" y="30480"/>
                  </a:lnTo>
                  <a:lnTo>
                    <a:pt x="3540823" y="32004"/>
                  </a:lnTo>
                  <a:lnTo>
                    <a:pt x="3543871" y="35052"/>
                  </a:lnTo>
                  <a:lnTo>
                    <a:pt x="3543871" y="42672"/>
                  </a:lnTo>
                  <a:lnTo>
                    <a:pt x="3542347" y="44196"/>
                  </a:lnTo>
                  <a:lnTo>
                    <a:pt x="3542347" y="45720"/>
                  </a:lnTo>
                  <a:lnTo>
                    <a:pt x="3540823" y="47244"/>
                  </a:lnTo>
                  <a:lnTo>
                    <a:pt x="3539299" y="47244"/>
                  </a:lnTo>
                  <a:lnTo>
                    <a:pt x="3539299" y="48768"/>
                  </a:lnTo>
                  <a:lnTo>
                    <a:pt x="3537674" y="50393"/>
                  </a:lnTo>
                  <a:lnTo>
                    <a:pt x="3533102" y="50393"/>
                  </a:lnTo>
                  <a:lnTo>
                    <a:pt x="3531578" y="51917"/>
                  </a:lnTo>
                  <a:lnTo>
                    <a:pt x="3527006" y="51917"/>
                  </a:lnTo>
                  <a:lnTo>
                    <a:pt x="3525482" y="50393"/>
                  </a:lnTo>
                  <a:lnTo>
                    <a:pt x="3517862" y="50393"/>
                  </a:lnTo>
                  <a:lnTo>
                    <a:pt x="3517862" y="56489"/>
                  </a:lnTo>
                  <a:lnTo>
                    <a:pt x="3519386" y="56489"/>
                  </a:lnTo>
                  <a:lnTo>
                    <a:pt x="3519386" y="58013"/>
                  </a:lnTo>
                  <a:lnTo>
                    <a:pt x="3534626" y="58013"/>
                  </a:lnTo>
                  <a:lnTo>
                    <a:pt x="3537674" y="56489"/>
                  </a:lnTo>
                  <a:lnTo>
                    <a:pt x="3540823" y="54965"/>
                  </a:lnTo>
                  <a:lnTo>
                    <a:pt x="3543871" y="53441"/>
                  </a:lnTo>
                  <a:lnTo>
                    <a:pt x="3545395" y="51917"/>
                  </a:lnTo>
                  <a:lnTo>
                    <a:pt x="3546919" y="50393"/>
                  </a:lnTo>
                  <a:lnTo>
                    <a:pt x="3548443" y="48768"/>
                  </a:lnTo>
                  <a:lnTo>
                    <a:pt x="3549967" y="45720"/>
                  </a:lnTo>
                  <a:lnTo>
                    <a:pt x="3551491" y="44196"/>
                  </a:lnTo>
                  <a:lnTo>
                    <a:pt x="3551491" y="33528"/>
                  </a:lnTo>
                  <a:close/>
                </a:path>
                <a:path w="3651250" h="259715">
                  <a:moveTo>
                    <a:pt x="3601872" y="0"/>
                  </a:moveTo>
                  <a:lnTo>
                    <a:pt x="3563683" y="0"/>
                  </a:lnTo>
                  <a:lnTo>
                    <a:pt x="3563683" y="7620"/>
                  </a:lnTo>
                  <a:lnTo>
                    <a:pt x="3594252" y="7620"/>
                  </a:lnTo>
                  <a:lnTo>
                    <a:pt x="3569779" y="56489"/>
                  </a:lnTo>
                  <a:lnTo>
                    <a:pt x="3578923" y="56489"/>
                  </a:lnTo>
                  <a:lnTo>
                    <a:pt x="3601872" y="7620"/>
                  </a:lnTo>
                  <a:lnTo>
                    <a:pt x="3601872" y="0"/>
                  </a:lnTo>
                  <a:close/>
                </a:path>
                <a:path w="3651250" h="259715">
                  <a:moveTo>
                    <a:pt x="3650742" y="16764"/>
                  </a:moveTo>
                  <a:lnTo>
                    <a:pt x="3649218" y="13716"/>
                  </a:lnTo>
                  <a:lnTo>
                    <a:pt x="3649218" y="10668"/>
                  </a:lnTo>
                  <a:lnTo>
                    <a:pt x="3646932" y="6096"/>
                  </a:lnTo>
                  <a:lnTo>
                    <a:pt x="3646170" y="4572"/>
                  </a:lnTo>
                  <a:lnTo>
                    <a:pt x="3643020" y="3048"/>
                  </a:lnTo>
                  <a:lnTo>
                    <a:pt x="3643020" y="15240"/>
                  </a:lnTo>
                  <a:lnTo>
                    <a:pt x="3643020" y="25908"/>
                  </a:lnTo>
                  <a:lnTo>
                    <a:pt x="3639972" y="25908"/>
                  </a:lnTo>
                  <a:lnTo>
                    <a:pt x="3639972" y="27432"/>
                  </a:lnTo>
                  <a:lnTo>
                    <a:pt x="3636924" y="27432"/>
                  </a:lnTo>
                  <a:lnTo>
                    <a:pt x="3636924" y="28956"/>
                  </a:lnTo>
                  <a:lnTo>
                    <a:pt x="3626256" y="28956"/>
                  </a:lnTo>
                  <a:lnTo>
                    <a:pt x="3624732" y="27432"/>
                  </a:lnTo>
                  <a:lnTo>
                    <a:pt x="3623208" y="27432"/>
                  </a:lnTo>
                  <a:lnTo>
                    <a:pt x="3621684" y="25908"/>
                  </a:lnTo>
                  <a:lnTo>
                    <a:pt x="3621684" y="24384"/>
                  </a:lnTo>
                  <a:lnTo>
                    <a:pt x="3620160" y="24384"/>
                  </a:lnTo>
                  <a:lnTo>
                    <a:pt x="3620160" y="12192"/>
                  </a:lnTo>
                  <a:lnTo>
                    <a:pt x="3621684" y="10668"/>
                  </a:lnTo>
                  <a:lnTo>
                    <a:pt x="3621684" y="9144"/>
                  </a:lnTo>
                  <a:lnTo>
                    <a:pt x="3623208" y="9144"/>
                  </a:lnTo>
                  <a:lnTo>
                    <a:pt x="3626256" y="6096"/>
                  </a:lnTo>
                  <a:lnTo>
                    <a:pt x="3635400" y="6096"/>
                  </a:lnTo>
                  <a:lnTo>
                    <a:pt x="3636924" y="7620"/>
                  </a:lnTo>
                  <a:lnTo>
                    <a:pt x="3638448" y="7620"/>
                  </a:lnTo>
                  <a:lnTo>
                    <a:pt x="3641496" y="10668"/>
                  </a:lnTo>
                  <a:lnTo>
                    <a:pt x="3641496" y="13716"/>
                  </a:lnTo>
                  <a:lnTo>
                    <a:pt x="3643020" y="15240"/>
                  </a:lnTo>
                  <a:lnTo>
                    <a:pt x="3643020" y="3048"/>
                  </a:lnTo>
                  <a:lnTo>
                    <a:pt x="3641496" y="1524"/>
                  </a:lnTo>
                  <a:lnTo>
                    <a:pt x="3639972" y="1524"/>
                  </a:lnTo>
                  <a:lnTo>
                    <a:pt x="3636924" y="0"/>
                  </a:lnTo>
                  <a:lnTo>
                    <a:pt x="3626256" y="0"/>
                  </a:lnTo>
                  <a:lnTo>
                    <a:pt x="3623208" y="1524"/>
                  </a:lnTo>
                  <a:lnTo>
                    <a:pt x="3621684" y="1524"/>
                  </a:lnTo>
                  <a:lnTo>
                    <a:pt x="3618636" y="3048"/>
                  </a:lnTo>
                  <a:lnTo>
                    <a:pt x="3615588" y="6096"/>
                  </a:lnTo>
                  <a:lnTo>
                    <a:pt x="3614064" y="9144"/>
                  </a:lnTo>
                  <a:lnTo>
                    <a:pt x="3614064" y="10668"/>
                  </a:lnTo>
                  <a:lnTo>
                    <a:pt x="3612540" y="13716"/>
                  </a:lnTo>
                  <a:lnTo>
                    <a:pt x="3612540" y="24384"/>
                  </a:lnTo>
                  <a:lnTo>
                    <a:pt x="3614064" y="27432"/>
                  </a:lnTo>
                  <a:lnTo>
                    <a:pt x="3614064" y="28956"/>
                  </a:lnTo>
                  <a:lnTo>
                    <a:pt x="3617112" y="32004"/>
                  </a:lnTo>
                  <a:lnTo>
                    <a:pt x="3620160" y="33528"/>
                  </a:lnTo>
                  <a:lnTo>
                    <a:pt x="3621684" y="33528"/>
                  </a:lnTo>
                  <a:lnTo>
                    <a:pt x="3623208" y="35052"/>
                  </a:lnTo>
                  <a:lnTo>
                    <a:pt x="3633876" y="35052"/>
                  </a:lnTo>
                  <a:lnTo>
                    <a:pt x="3636924" y="33528"/>
                  </a:lnTo>
                  <a:lnTo>
                    <a:pt x="3639972" y="33528"/>
                  </a:lnTo>
                  <a:lnTo>
                    <a:pt x="3641496" y="32004"/>
                  </a:lnTo>
                  <a:lnTo>
                    <a:pt x="3643020" y="32004"/>
                  </a:lnTo>
                  <a:lnTo>
                    <a:pt x="3643020" y="36576"/>
                  </a:lnTo>
                  <a:lnTo>
                    <a:pt x="3641496" y="38100"/>
                  </a:lnTo>
                  <a:lnTo>
                    <a:pt x="3641496" y="41148"/>
                  </a:lnTo>
                  <a:lnTo>
                    <a:pt x="3635400" y="47244"/>
                  </a:lnTo>
                  <a:lnTo>
                    <a:pt x="3632352" y="48768"/>
                  </a:lnTo>
                  <a:lnTo>
                    <a:pt x="3630828" y="48768"/>
                  </a:lnTo>
                  <a:lnTo>
                    <a:pt x="3627780" y="50393"/>
                  </a:lnTo>
                  <a:lnTo>
                    <a:pt x="3615588" y="50393"/>
                  </a:lnTo>
                  <a:lnTo>
                    <a:pt x="3615588" y="56489"/>
                  </a:lnTo>
                  <a:lnTo>
                    <a:pt x="3629304" y="56489"/>
                  </a:lnTo>
                  <a:lnTo>
                    <a:pt x="3633876" y="54965"/>
                  </a:lnTo>
                  <a:lnTo>
                    <a:pt x="3639972" y="51917"/>
                  </a:lnTo>
                  <a:lnTo>
                    <a:pt x="3643020" y="48768"/>
                  </a:lnTo>
                  <a:lnTo>
                    <a:pt x="3646170" y="47244"/>
                  </a:lnTo>
                  <a:lnTo>
                    <a:pt x="3647694" y="44196"/>
                  </a:lnTo>
                  <a:lnTo>
                    <a:pt x="3650742" y="35052"/>
                  </a:lnTo>
                  <a:lnTo>
                    <a:pt x="3650742" y="32004"/>
                  </a:lnTo>
                  <a:lnTo>
                    <a:pt x="3650742" y="28956"/>
                  </a:lnTo>
                  <a:lnTo>
                    <a:pt x="3650742" y="1676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17901" y="1449228"/>
              <a:ext cx="416908" cy="625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05009" y="1435512"/>
              <a:ext cx="282416" cy="596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52672" y="1432470"/>
              <a:ext cx="669290" cy="62865"/>
            </a:xfrm>
            <a:custGeom>
              <a:avLst/>
              <a:gdLst/>
              <a:ahLst/>
              <a:cxnLst/>
              <a:rect l="l" t="t" r="r" b="b"/>
              <a:pathLst>
                <a:path w="669289" h="62865">
                  <a:moveTo>
                    <a:pt x="27419" y="33616"/>
                  </a:moveTo>
                  <a:lnTo>
                    <a:pt x="0" y="33616"/>
                  </a:lnTo>
                  <a:lnTo>
                    <a:pt x="0" y="41249"/>
                  </a:lnTo>
                  <a:lnTo>
                    <a:pt x="27419" y="41249"/>
                  </a:lnTo>
                  <a:lnTo>
                    <a:pt x="27419" y="33616"/>
                  </a:lnTo>
                  <a:close/>
                </a:path>
                <a:path w="669289" h="62865">
                  <a:moveTo>
                    <a:pt x="130098" y="54952"/>
                  </a:moveTo>
                  <a:lnTo>
                    <a:pt x="117906" y="54952"/>
                  </a:lnTo>
                  <a:lnTo>
                    <a:pt x="117906" y="0"/>
                  </a:lnTo>
                  <a:lnTo>
                    <a:pt x="96570" y="0"/>
                  </a:lnTo>
                  <a:lnTo>
                    <a:pt x="96570" y="6096"/>
                  </a:lnTo>
                  <a:lnTo>
                    <a:pt x="110286" y="6096"/>
                  </a:lnTo>
                  <a:lnTo>
                    <a:pt x="110286" y="54952"/>
                  </a:lnTo>
                  <a:lnTo>
                    <a:pt x="95046" y="54952"/>
                  </a:lnTo>
                  <a:lnTo>
                    <a:pt x="95046" y="61048"/>
                  </a:lnTo>
                  <a:lnTo>
                    <a:pt x="130098" y="61048"/>
                  </a:lnTo>
                  <a:lnTo>
                    <a:pt x="130098" y="54952"/>
                  </a:lnTo>
                  <a:close/>
                </a:path>
                <a:path w="669289" h="62865">
                  <a:moveTo>
                    <a:pt x="182118" y="32004"/>
                  </a:moveTo>
                  <a:lnTo>
                    <a:pt x="180594" y="28956"/>
                  </a:lnTo>
                  <a:lnTo>
                    <a:pt x="179070" y="27432"/>
                  </a:lnTo>
                  <a:lnTo>
                    <a:pt x="179070" y="24384"/>
                  </a:lnTo>
                  <a:lnTo>
                    <a:pt x="176022" y="22860"/>
                  </a:lnTo>
                  <a:lnTo>
                    <a:pt x="174498" y="21336"/>
                  </a:lnTo>
                  <a:lnTo>
                    <a:pt x="174498" y="35052"/>
                  </a:lnTo>
                  <a:lnTo>
                    <a:pt x="174498" y="44284"/>
                  </a:lnTo>
                  <a:lnTo>
                    <a:pt x="172974" y="45808"/>
                  </a:lnTo>
                  <a:lnTo>
                    <a:pt x="172974" y="48856"/>
                  </a:lnTo>
                  <a:lnTo>
                    <a:pt x="166878" y="54952"/>
                  </a:lnTo>
                  <a:lnTo>
                    <a:pt x="156108" y="54952"/>
                  </a:lnTo>
                  <a:lnTo>
                    <a:pt x="154584" y="53428"/>
                  </a:lnTo>
                  <a:lnTo>
                    <a:pt x="153060" y="53428"/>
                  </a:lnTo>
                  <a:lnTo>
                    <a:pt x="151536" y="51904"/>
                  </a:lnTo>
                  <a:lnTo>
                    <a:pt x="151536" y="50380"/>
                  </a:lnTo>
                  <a:lnTo>
                    <a:pt x="150012" y="48856"/>
                  </a:lnTo>
                  <a:lnTo>
                    <a:pt x="150012" y="47332"/>
                  </a:lnTo>
                  <a:lnTo>
                    <a:pt x="148488" y="44284"/>
                  </a:lnTo>
                  <a:lnTo>
                    <a:pt x="148488" y="35052"/>
                  </a:lnTo>
                  <a:lnTo>
                    <a:pt x="150012" y="33528"/>
                  </a:lnTo>
                  <a:lnTo>
                    <a:pt x="150012" y="28956"/>
                  </a:lnTo>
                  <a:lnTo>
                    <a:pt x="153060" y="25908"/>
                  </a:lnTo>
                  <a:lnTo>
                    <a:pt x="154584" y="25908"/>
                  </a:lnTo>
                  <a:lnTo>
                    <a:pt x="156108" y="24384"/>
                  </a:lnTo>
                  <a:lnTo>
                    <a:pt x="157632" y="24384"/>
                  </a:lnTo>
                  <a:lnTo>
                    <a:pt x="159156" y="22860"/>
                  </a:lnTo>
                  <a:lnTo>
                    <a:pt x="163830" y="22860"/>
                  </a:lnTo>
                  <a:lnTo>
                    <a:pt x="165354" y="24384"/>
                  </a:lnTo>
                  <a:lnTo>
                    <a:pt x="168402" y="24384"/>
                  </a:lnTo>
                  <a:lnTo>
                    <a:pt x="171450" y="27432"/>
                  </a:lnTo>
                  <a:lnTo>
                    <a:pt x="171450" y="28956"/>
                  </a:lnTo>
                  <a:lnTo>
                    <a:pt x="172974" y="30480"/>
                  </a:lnTo>
                  <a:lnTo>
                    <a:pt x="172974" y="32004"/>
                  </a:lnTo>
                  <a:lnTo>
                    <a:pt x="174498" y="35052"/>
                  </a:lnTo>
                  <a:lnTo>
                    <a:pt x="174498" y="21336"/>
                  </a:lnTo>
                  <a:lnTo>
                    <a:pt x="172974" y="19812"/>
                  </a:lnTo>
                  <a:lnTo>
                    <a:pt x="169926" y="18288"/>
                  </a:lnTo>
                  <a:lnTo>
                    <a:pt x="168402" y="16764"/>
                  </a:lnTo>
                  <a:lnTo>
                    <a:pt x="156108" y="16764"/>
                  </a:lnTo>
                  <a:lnTo>
                    <a:pt x="150012" y="19812"/>
                  </a:lnTo>
                  <a:lnTo>
                    <a:pt x="143916" y="25908"/>
                  </a:lnTo>
                  <a:lnTo>
                    <a:pt x="143916" y="27432"/>
                  </a:lnTo>
                  <a:lnTo>
                    <a:pt x="140868" y="33528"/>
                  </a:lnTo>
                  <a:lnTo>
                    <a:pt x="140868" y="47332"/>
                  </a:lnTo>
                  <a:lnTo>
                    <a:pt x="142392" y="48856"/>
                  </a:lnTo>
                  <a:lnTo>
                    <a:pt x="143916" y="51904"/>
                  </a:lnTo>
                  <a:lnTo>
                    <a:pt x="143916" y="54952"/>
                  </a:lnTo>
                  <a:lnTo>
                    <a:pt x="146964" y="56476"/>
                  </a:lnTo>
                  <a:lnTo>
                    <a:pt x="150012" y="59524"/>
                  </a:lnTo>
                  <a:lnTo>
                    <a:pt x="153060" y="61048"/>
                  </a:lnTo>
                  <a:lnTo>
                    <a:pt x="154584" y="61048"/>
                  </a:lnTo>
                  <a:lnTo>
                    <a:pt x="157632" y="62572"/>
                  </a:lnTo>
                  <a:lnTo>
                    <a:pt x="163830" y="62572"/>
                  </a:lnTo>
                  <a:lnTo>
                    <a:pt x="166878" y="61048"/>
                  </a:lnTo>
                  <a:lnTo>
                    <a:pt x="169926" y="61048"/>
                  </a:lnTo>
                  <a:lnTo>
                    <a:pt x="172974" y="59524"/>
                  </a:lnTo>
                  <a:lnTo>
                    <a:pt x="176022" y="56476"/>
                  </a:lnTo>
                  <a:lnTo>
                    <a:pt x="176784" y="54952"/>
                  </a:lnTo>
                  <a:lnTo>
                    <a:pt x="177546" y="53428"/>
                  </a:lnTo>
                  <a:lnTo>
                    <a:pt x="179070" y="51904"/>
                  </a:lnTo>
                  <a:lnTo>
                    <a:pt x="182118" y="45808"/>
                  </a:lnTo>
                  <a:lnTo>
                    <a:pt x="182118" y="32004"/>
                  </a:lnTo>
                  <a:close/>
                </a:path>
                <a:path w="669289" h="62865">
                  <a:moveTo>
                    <a:pt x="227926" y="47345"/>
                  </a:moveTo>
                  <a:lnTo>
                    <a:pt x="226402" y="45821"/>
                  </a:lnTo>
                  <a:lnTo>
                    <a:pt x="226402" y="44297"/>
                  </a:lnTo>
                  <a:lnTo>
                    <a:pt x="224878" y="42773"/>
                  </a:lnTo>
                  <a:lnTo>
                    <a:pt x="224878" y="41249"/>
                  </a:lnTo>
                  <a:lnTo>
                    <a:pt x="223354" y="41249"/>
                  </a:lnTo>
                  <a:lnTo>
                    <a:pt x="220306" y="38201"/>
                  </a:lnTo>
                  <a:lnTo>
                    <a:pt x="218782" y="38201"/>
                  </a:lnTo>
                  <a:lnTo>
                    <a:pt x="215646" y="36677"/>
                  </a:lnTo>
                  <a:lnTo>
                    <a:pt x="214122" y="36677"/>
                  </a:lnTo>
                  <a:lnTo>
                    <a:pt x="211074" y="35052"/>
                  </a:lnTo>
                  <a:lnTo>
                    <a:pt x="208026" y="35052"/>
                  </a:lnTo>
                  <a:lnTo>
                    <a:pt x="206502" y="33528"/>
                  </a:lnTo>
                  <a:lnTo>
                    <a:pt x="204978" y="33528"/>
                  </a:lnTo>
                  <a:lnTo>
                    <a:pt x="201930" y="30480"/>
                  </a:lnTo>
                  <a:lnTo>
                    <a:pt x="201930" y="25908"/>
                  </a:lnTo>
                  <a:lnTo>
                    <a:pt x="203454" y="25908"/>
                  </a:lnTo>
                  <a:lnTo>
                    <a:pt x="204978" y="24384"/>
                  </a:lnTo>
                  <a:lnTo>
                    <a:pt x="206502" y="24384"/>
                  </a:lnTo>
                  <a:lnTo>
                    <a:pt x="208026" y="22860"/>
                  </a:lnTo>
                  <a:lnTo>
                    <a:pt x="217258" y="22860"/>
                  </a:lnTo>
                  <a:lnTo>
                    <a:pt x="220306" y="24384"/>
                  </a:lnTo>
                  <a:lnTo>
                    <a:pt x="224878" y="24384"/>
                  </a:lnTo>
                  <a:lnTo>
                    <a:pt x="224878" y="22860"/>
                  </a:lnTo>
                  <a:lnTo>
                    <a:pt x="224878" y="18288"/>
                  </a:lnTo>
                  <a:lnTo>
                    <a:pt x="221830" y="18288"/>
                  </a:lnTo>
                  <a:lnTo>
                    <a:pt x="220306" y="16764"/>
                  </a:lnTo>
                  <a:lnTo>
                    <a:pt x="206502" y="16764"/>
                  </a:lnTo>
                  <a:lnTo>
                    <a:pt x="203454" y="18288"/>
                  </a:lnTo>
                  <a:lnTo>
                    <a:pt x="201930" y="18288"/>
                  </a:lnTo>
                  <a:lnTo>
                    <a:pt x="198882" y="19812"/>
                  </a:lnTo>
                  <a:lnTo>
                    <a:pt x="197358" y="21336"/>
                  </a:lnTo>
                  <a:lnTo>
                    <a:pt x="197358" y="22860"/>
                  </a:lnTo>
                  <a:lnTo>
                    <a:pt x="195834" y="24384"/>
                  </a:lnTo>
                  <a:lnTo>
                    <a:pt x="195834" y="25908"/>
                  </a:lnTo>
                  <a:lnTo>
                    <a:pt x="194310" y="27432"/>
                  </a:lnTo>
                  <a:lnTo>
                    <a:pt x="194310" y="32004"/>
                  </a:lnTo>
                  <a:lnTo>
                    <a:pt x="195834" y="33528"/>
                  </a:lnTo>
                  <a:lnTo>
                    <a:pt x="195834" y="35052"/>
                  </a:lnTo>
                  <a:lnTo>
                    <a:pt x="197358" y="36677"/>
                  </a:lnTo>
                  <a:lnTo>
                    <a:pt x="200406" y="39725"/>
                  </a:lnTo>
                  <a:lnTo>
                    <a:pt x="201930" y="39725"/>
                  </a:lnTo>
                  <a:lnTo>
                    <a:pt x="203454" y="41249"/>
                  </a:lnTo>
                  <a:lnTo>
                    <a:pt x="206502" y="41249"/>
                  </a:lnTo>
                  <a:lnTo>
                    <a:pt x="208026" y="42773"/>
                  </a:lnTo>
                  <a:lnTo>
                    <a:pt x="211074" y="42773"/>
                  </a:lnTo>
                  <a:lnTo>
                    <a:pt x="212598" y="44297"/>
                  </a:lnTo>
                  <a:lnTo>
                    <a:pt x="215646" y="44297"/>
                  </a:lnTo>
                  <a:lnTo>
                    <a:pt x="217258" y="45821"/>
                  </a:lnTo>
                  <a:lnTo>
                    <a:pt x="218782" y="47345"/>
                  </a:lnTo>
                  <a:lnTo>
                    <a:pt x="218782" y="48869"/>
                  </a:lnTo>
                  <a:lnTo>
                    <a:pt x="220306" y="48869"/>
                  </a:lnTo>
                  <a:lnTo>
                    <a:pt x="220306" y="51917"/>
                  </a:lnTo>
                  <a:lnTo>
                    <a:pt x="217258" y="54965"/>
                  </a:lnTo>
                  <a:lnTo>
                    <a:pt x="195834" y="54965"/>
                  </a:lnTo>
                  <a:lnTo>
                    <a:pt x="194310" y="53441"/>
                  </a:lnTo>
                  <a:lnTo>
                    <a:pt x="194310" y="61061"/>
                  </a:lnTo>
                  <a:lnTo>
                    <a:pt x="200406" y="61061"/>
                  </a:lnTo>
                  <a:lnTo>
                    <a:pt x="203454" y="62585"/>
                  </a:lnTo>
                  <a:lnTo>
                    <a:pt x="212598" y="62585"/>
                  </a:lnTo>
                  <a:lnTo>
                    <a:pt x="212598" y="61061"/>
                  </a:lnTo>
                  <a:lnTo>
                    <a:pt x="218782" y="61061"/>
                  </a:lnTo>
                  <a:lnTo>
                    <a:pt x="220306" y="59537"/>
                  </a:lnTo>
                  <a:lnTo>
                    <a:pt x="221830" y="59537"/>
                  </a:lnTo>
                  <a:lnTo>
                    <a:pt x="221830" y="58013"/>
                  </a:lnTo>
                  <a:lnTo>
                    <a:pt x="223354" y="58013"/>
                  </a:lnTo>
                  <a:lnTo>
                    <a:pt x="226402" y="54965"/>
                  </a:lnTo>
                  <a:lnTo>
                    <a:pt x="226402" y="51917"/>
                  </a:lnTo>
                  <a:lnTo>
                    <a:pt x="227926" y="50393"/>
                  </a:lnTo>
                  <a:lnTo>
                    <a:pt x="227926" y="47345"/>
                  </a:lnTo>
                  <a:close/>
                </a:path>
                <a:path w="669289" h="62865">
                  <a:moveTo>
                    <a:pt x="276796" y="45821"/>
                  </a:moveTo>
                  <a:lnTo>
                    <a:pt x="275272" y="45821"/>
                  </a:lnTo>
                  <a:lnTo>
                    <a:pt x="275272" y="44297"/>
                  </a:lnTo>
                  <a:lnTo>
                    <a:pt x="273748" y="42773"/>
                  </a:lnTo>
                  <a:lnTo>
                    <a:pt x="273748" y="41249"/>
                  </a:lnTo>
                  <a:lnTo>
                    <a:pt x="272224" y="41249"/>
                  </a:lnTo>
                  <a:lnTo>
                    <a:pt x="270700" y="39725"/>
                  </a:lnTo>
                  <a:lnTo>
                    <a:pt x="269074" y="38201"/>
                  </a:lnTo>
                  <a:lnTo>
                    <a:pt x="267550" y="38201"/>
                  </a:lnTo>
                  <a:lnTo>
                    <a:pt x="264502" y="36677"/>
                  </a:lnTo>
                  <a:lnTo>
                    <a:pt x="262978" y="36677"/>
                  </a:lnTo>
                  <a:lnTo>
                    <a:pt x="259930" y="35052"/>
                  </a:lnTo>
                  <a:lnTo>
                    <a:pt x="256882" y="35052"/>
                  </a:lnTo>
                  <a:lnTo>
                    <a:pt x="255358" y="33528"/>
                  </a:lnTo>
                  <a:lnTo>
                    <a:pt x="253834" y="33528"/>
                  </a:lnTo>
                  <a:lnTo>
                    <a:pt x="250786" y="30480"/>
                  </a:lnTo>
                  <a:lnTo>
                    <a:pt x="250786" y="25908"/>
                  </a:lnTo>
                  <a:lnTo>
                    <a:pt x="252310" y="25908"/>
                  </a:lnTo>
                  <a:lnTo>
                    <a:pt x="253834" y="24384"/>
                  </a:lnTo>
                  <a:lnTo>
                    <a:pt x="255358" y="24384"/>
                  </a:lnTo>
                  <a:lnTo>
                    <a:pt x="256882" y="22860"/>
                  </a:lnTo>
                  <a:lnTo>
                    <a:pt x="266026" y="22860"/>
                  </a:lnTo>
                  <a:lnTo>
                    <a:pt x="269074" y="24384"/>
                  </a:lnTo>
                  <a:lnTo>
                    <a:pt x="273748" y="24384"/>
                  </a:lnTo>
                  <a:lnTo>
                    <a:pt x="273748" y="22860"/>
                  </a:lnTo>
                  <a:lnTo>
                    <a:pt x="273748" y="18288"/>
                  </a:lnTo>
                  <a:lnTo>
                    <a:pt x="270700" y="18288"/>
                  </a:lnTo>
                  <a:lnTo>
                    <a:pt x="269074" y="16764"/>
                  </a:lnTo>
                  <a:lnTo>
                    <a:pt x="255358" y="16764"/>
                  </a:lnTo>
                  <a:lnTo>
                    <a:pt x="252310" y="18288"/>
                  </a:lnTo>
                  <a:lnTo>
                    <a:pt x="250786" y="18288"/>
                  </a:lnTo>
                  <a:lnTo>
                    <a:pt x="247738" y="19812"/>
                  </a:lnTo>
                  <a:lnTo>
                    <a:pt x="246214" y="21336"/>
                  </a:lnTo>
                  <a:lnTo>
                    <a:pt x="246214" y="22860"/>
                  </a:lnTo>
                  <a:lnTo>
                    <a:pt x="244690" y="24384"/>
                  </a:lnTo>
                  <a:lnTo>
                    <a:pt x="244690" y="25908"/>
                  </a:lnTo>
                  <a:lnTo>
                    <a:pt x="243166" y="27432"/>
                  </a:lnTo>
                  <a:lnTo>
                    <a:pt x="243166" y="32004"/>
                  </a:lnTo>
                  <a:lnTo>
                    <a:pt x="244690" y="33528"/>
                  </a:lnTo>
                  <a:lnTo>
                    <a:pt x="244690" y="35052"/>
                  </a:lnTo>
                  <a:lnTo>
                    <a:pt x="246214" y="36677"/>
                  </a:lnTo>
                  <a:lnTo>
                    <a:pt x="249262" y="39725"/>
                  </a:lnTo>
                  <a:lnTo>
                    <a:pt x="250786" y="39725"/>
                  </a:lnTo>
                  <a:lnTo>
                    <a:pt x="253834" y="41249"/>
                  </a:lnTo>
                  <a:lnTo>
                    <a:pt x="255358" y="41249"/>
                  </a:lnTo>
                  <a:lnTo>
                    <a:pt x="256882" y="42773"/>
                  </a:lnTo>
                  <a:lnTo>
                    <a:pt x="259930" y="42773"/>
                  </a:lnTo>
                  <a:lnTo>
                    <a:pt x="261454" y="44297"/>
                  </a:lnTo>
                  <a:lnTo>
                    <a:pt x="264502" y="44297"/>
                  </a:lnTo>
                  <a:lnTo>
                    <a:pt x="267550" y="47345"/>
                  </a:lnTo>
                  <a:lnTo>
                    <a:pt x="267550" y="48869"/>
                  </a:lnTo>
                  <a:lnTo>
                    <a:pt x="269074" y="48869"/>
                  </a:lnTo>
                  <a:lnTo>
                    <a:pt x="269074" y="51917"/>
                  </a:lnTo>
                  <a:lnTo>
                    <a:pt x="266026" y="54965"/>
                  </a:lnTo>
                  <a:lnTo>
                    <a:pt x="244690" y="54965"/>
                  </a:lnTo>
                  <a:lnTo>
                    <a:pt x="243166" y="53441"/>
                  </a:lnTo>
                  <a:lnTo>
                    <a:pt x="243166" y="61061"/>
                  </a:lnTo>
                  <a:lnTo>
                    <a:pt x="249262" y="61061"/>
                  </a:lnTo>
                  <a:lnTo>
                    <a:pt x="252310" y="62585"/>
                  </a:lnTo>
                  <a:lnTo>
                    <a:pt x="261454" y="62585"/>
                  </a:lnTo>
                  <a:lnTo>
                    <a:pt x="261454" y="61061"/>
                  </a:lnTo>
                  <a:lnTo>
                    <a:pt x="267550" y="61061"/>
                  </a:lnTo>
                  <a:lnTo>
                    <a:pt x="269074" y="59537"/>
                  </a:lnTo>
                  <a:lnTo>
                    <a:pt x="270700" y="59537"/>
                  </a:lnTo>
                  <a:lnTo>
                    <a:pt x="270700" y="58013"/>
                  </a:lnTo>
                  <a:lnTo>
                    <a:pt x="272224" y="58013"/>
                  </a:lnTo>
                  <a:lnTo>
                    <a:pt x="275272" y="54965"/>
                  </a:lnTo>
                  <a:lnTo>
                    <a:pt x="275272" y="51917"/>
                  </a:lnTo>
                  <a:lnTo>
                    <a:pt x="276796" y="50393"/>
                  </a:lnTo>
                  <a:lnTo>
                    <a:pt x="276796" y="45821"/>
                  </a:lnTo>
                  <a:close/>
                </a:path>
                <a:path w="669289" h="62865">
                  <a:moveTo>
                    <a:pt x="314883" y="53428"/>
                  </a:moveTo>
                  <a:lnTo>
                    <a:pt x="313359" y="51904"/>
                  </a:lnTo>
                  <a:lnTo>
                    <a:pt x="313359" y="50380"/>
                  </a:lnTo>
                  <a:lnTo>
                    <a:pt x="311835" y="50380"/>
                  </a:lnTo>
                  <a:lnTo>
                    <a:pt x="310311" y="48856"/>
                  </a:lnTo>
                  <a:lnTo>
                    <a:pt x="305739" y="48856"/>
                  </a:lnTo>
                  <a:lnTo>
                    <a:pt x="304215" y="50380"/>
                  </a:lnTo>
                  <a:lnTo>
                    <a:pt x="302691" y="50380"/>
                  </a:lnTo>
                  <a:lnTo>
                    <a:pt x="302691" y="53428"/>
                  </a:lnTo>
                  <a:lnTo>
                    <a:pt x="301167" y="53428"/>
                  </a:lnTo>
                  <a:lnTo>
                    <a:pt x="301167" y="58000"/>
                  </a:lnTo>
                  <a:lnTo>
                    <a:pt x="302691" y="58000"/>
                  </a:lnTo>
                  <a:lnTo>
                    <a:pt x="302691" y="59524"/>
                  </a:lnTo>
                  <a:lnTo>
                    <a:pt x="304215" y="61048"/>
                  </a:lnTo>
                  <a:lnTo>
                    <a:pt x="305739" y="61048"/>
                  </a:lnTo>
                  <a:lnTo>
                    <a:pt x="305739" y="62572"/>
                  </a:lnTo>
                  <a:lnTo>
                    <a:pt x="310311" y="62572"/>
                  </a:lnTo>
                  <a:lnTo>
                    <a:pt x="310311" y="61048"/>
                  </a:lnTo>
                  <a:lnTo>
                    <a:pt x="311835" y="61048"/>
                  </a:lnTo>
                  <a:lnTo>
                    <a:pt x="314883" y="58000"/>
                  </a:lnTo>
                  <a:lnTo>
                    <a:pt x="314883" y="53428"/>
                  </a:lnTo>
                  <a:close/>
                </a:path>
                <a:path w="669289" h="62865">
                  <a:moveTo>
                    <a:pt x="314883" y="21336"/>
                  </a:moveTo>
                  <a:lnTo>
                    <a:pt x="313359" y="19812"/>
                  </a:lnTo>
                  <a:lnTo>
                    <a:pt x="313359" y="18288"/>
                  </a:lnTo>
                  <a:lnTo>
                    <a:pt x="311835" y="18288"/>
                  </a:lnTo>
                  <a:lnTo>
                    <a:pt x="310311" y="16764"/>
                  </a:lnTo>
                  <a:lnTo>
                    <a:pt x="305739" y="16764"/>
                  </a:lnTo>
                  <a:lnTo>
                    <a:pt x="304215" y="18288"/>
                  </a:lnTo>
                  <a:lnTo>
                    <a:pt x="302691" y="18288"/>
                  </a:lnTo>
                  <a:lnTo>
                    <a:pt x="302691" y="21336"/>
                  </a:lnTo>
                  <a:lnTo>
                    <a:pt x="301167" y="21336"/>
                  </a:lnTo>
                  <a:lnTo>
                    <a:pt x="301167" y="25908"/>
                  </a:lnTo>
                  <a:lnTo>
                    <a:pt x="302691" y="25908"/>
                  </a:lnTo>
                  <a:lnTo>
                    <a:pt x="302691" y="28956"/>
                  </a:lnTo>
                  <a:lnTo>
                    <a:pt x="305739" y="28956"/>
                  </a:lnTo>
                  <a:lnTo>
                    <a:pt x="305739" y="30480"/>
                  </a:lnTo>
                  <a:lnTo>
                    <a:pt x="310311" y="30480"/>
                  </a:lnTo>
                  <a:lnTo>
                    <a:pt x="310311" y="28956"/>
                  </a:lnTo>
                  <a:lnTo>
                    <a:pt x="313359" y="28956"/>
                  </a:lnTo>
                  <a:lnTo>
                    <a:pt x="313359" y="27432"/>
                  </a:lnTo>
                  <a:lnTo>
                    <a:pt x="314883" y="25908"/>
                  </a:lnTo>
                  <a:lnTo>
                    <a:pt x="314883" y="21336"/>
                  </a:lnTo>
                  <a:close/>
                </a:path>
                <a:path w="669289" h="62865">
                  <a:moveTo>
                    <a:pt x="426326" y="22860"/>
                  </a:moveTo>
                  <a:lnTo>
                    <a:pt x="424802" y="19812"/>
                  </a:lnTo>
                  <a:lnTo>
                    <a:pt x="424802" y="16764"/>
                  </a:lnTo>
                  <a:lnTo>
                    <a:pt x="423278" y="13716"/>
                  </a:lnTo>
                  <a:lnTo>
                    <a:pt x="420230" y="10668"/>
                  </a:lnTo>
                  <a:lnTo>
                    <a:pt x="418706" y="7620"/>
                  </a:lnTo>
                  <a:lnTo>
                    <a:pt x="418706" y="27432"/>
                  </a:lnTo>
                  <a:lnTo>
                    <a:pt x="418706" y="39725"/>
                  </a:lnTo>
                  <a:lnTo>
                    <a:pt x="417182" y="42773"/>
                  </a:lnTo>
                  <a:lnTo>
                    <a:pt x="417182" y="47345"/>
                  </a:lnTo>
                  <a:lnTo>
                    <a:pt x="415658" y="50393"/>
                  </a:lnTo>
                  <a:lnTo>
                    <a:pt x="412610" y="53441"/>
                  </a:lnTo>
                  <a:lnTo>
                    <a:pt x="411086" y="53441"/>
                  </a:lnTo>
                  <a:lnTo>
                    <a:pt x="409562" y="54965"/>
                  </a:lnTo>
                  <a:lnTo>
                    <a:pt x="400418" y="54965"/>
                  </a:lnTo>
                  <a:lnTo>
                    <a:pt x="397370" y="51917"/>
                  </a:lnTo>
                  <a:lnTo>
                    <a:pt x="397370" y="50393"/>
                  </a:lnTo>
                  <a:lnTo>
                    <a:pt x="394322" y="47345"/>
                  </a:lnTo>
                  <a:lnTo>
                    <a:pt x="394322" y="45821"/>
                  </a:lnTo>
                  <a:lnTo>
                    <a:pt x="404431" y="38201"/>
                  </a:lnTo>
                  <a:lnTo>
                    <a:pt x="418706" y="27432"/>
                  </a:lnTo>
                  <a:lnTo>
                    <a:pt x="418706" y="7620"/>
                  </a:lnTo>
                  <a:lnTo>
                    <a:pt x="417182" y="6096"/>
                  </a:lnTo>
                  <a:lnTo>
                    <a:pt x="417182" y="18288"/>
                  </a:lnTo>
                  <a:lnTo>
                    <a:pt x="417182" y="19812"/>
                  </a:lnTo>
                  <a:lnTo>
                    <a:pt x="392798" y="38201"/>
                  </a:lnTo>
                  <a:lnTo>
                    <a:pt x="392798" y="25908"/>
                  </a:lnTo>
                  <a:lnTo>
                    <a:pt x="394322" y="22860"/>
                  </a:lnTo>
                  <a:lnTo>
                    <a:pt x="394322" y="19812"/>
                  </a:lnTo>
                  <a:lnTo>
                    <a:pt x="395846" y="18288"/>
                  </a:lnTo>
                  <a:lnTo>
                    <a:pt x="395846" y="15240"/>
                  </a:lnTo>
                  <a:lnTo>
                    <a:pt x="398894" y="12192"/>
                  </a:lnTo>
                  <a:lnTo>
                    <a:pt x="400418" y="12192"/>
                  </a:lnTo>
                  <a:lnTo>
                    <a:pt x="401942" y="10668"/>
                  </a:lnTo>
                  <a:lnTo>
                    <a:pt x="411086" y="10668"/>
                  </a:lnTo>
                  <a:lnTo>
                    <a:pt x="412610" y="12192"/>
                  </a:lnTo>
                  <a:lnTo>
                    <a:pt x="412610" y="13716"/>
                  </a:lnTo>
                  <a:lnTo>
                    <a:pt x="414134" y="13716"/>
                  </a:lnTo>
                  <a:lnTo>
                    <a:pt x="414134" y="15240"/>
                  </a:lnTo>
                  <a:lnTo>
                    <a:pt x="417182" y="18288"/>
                  </a:lnTo>
                  <a:lnTo>
                    <a:pt x="417182" y="6096"/>
                  </a:lnTo>
                  <a:lnTo>
                    <a:pt x="414134" y="6096"/>
                  </a:lnTo>
                  <a:lnTo>
                    <a:pt x="412610" y="4572"/>
                  </a:lnTo>
                  <a:lnTo>
                    <a:pt x="409562" y="3048"/>
                  </a:lnTo>
                  <a:lnTo>
                    <a:pt x="403466" y="3048"/>
                  </a:lnTo>
                  <a:lnTo>
                    <a:pt x="394322" y="7620"/>
                  </a:lnTo>
                  <a:lnTo>
                    <a:pt x="392798" y="9144"/>
                  </a:lnTo>
                  <a:lnTo>
                    <a:pt x="391274" y="12192"/>
                  </a:lnTo>
                  <a:lnTo>
                    <a:pt x="388226" y="13716"/>
                  </a:lnTo>
                  <a:lnTo>
                    <a:pt x="386702" y="16764"/>
                  </a:lnTo>
                  <a:lnTo>
                    <a:pt x="386702" y="21336"/>
                  </a:lnTo>
                  <a:lnTo>
                    <a:pt x="385178" y="24384"/>
                  </a:lnTo>
                  <a:lnTo>
                    <a:pt x="385178" y="42773"/>
                  </a:lnTo>
                  <a:lnTo>
                    <a:pt x="386702" y="45821"/>
                  </a:lnTo>
                  <a:lnTo>
                    <a:pt x="388226" y="50393"/>
                  </a:lnTo>
                  <a:lnTo>
                    <a:pt x="389750" y="53441"/>
                  </a:lnTo>
                  <a:lnTo>
                    <a:pt x="391274" y="54965"/>
                  </a:lnTo>
                  <a:lnTo>
                    <a:pt x="392798" y="58013"/>
                  </a:lnTo>
                  <a:lnTo>
                    <a:pt x="394322" y="59537"/>
                  </a:lnTo>
                  <a:lnTo>
                    <a:pt x="397370" y="61061"/>
                  </a:lnTo>
                  <a:lnTo>
                    <a:pt x="398894" y="61061"/>
                  </a:lnTo>
                  <a:lnTo>
                    <a:pt x="401942" y="62585"/>
                  </a:lnTo>
                  <a:lnTo>
                    <a:pt x="409562" y="62585"/>
                  </a:lnTo>
                  <a:lnTo>
                    <a:pt x="412610" y="61061"/>
                  </a:lnTo>
                  <a:lnTo>
                    <a:pt x="414134" y="59537"/>
                  </a:lnTo>
                  <a:lnTo>
                    <a:pt x="420230" y="56489"/>
                  </a:lnTo>
                  <a:lnTo>
                    <a:pt x="420992" y="54965"/>
                  </a:lnTo>
                  <a:lnTo>
                    <a:pt x="421754" y="53441"/>
                  </a:lnTo>
                  <a:lnTo>
                    <a:pt x="423278" y="51917"/>
                  </a:lnTo>
                  <a:lnTo>
                    <a:pt x="424802" y="48869"/>
                  </a:lnTo>
                  <a:lnTo>
                    <a:pt x="424802" y="44297"/>
                  </a:lnTo>
                  <a:lnTo>
                    <a:pt x="426326" y="41249"/>
                  </a:lnTo>
                  <a:lnTo>
                    <a:pt x="426326" y="27432"/>
                  </a:lnTo>
                  <a:lnTo>
                    <a:pt x="426326" y="22860"/>
                  </a:lnTo>
                  <a:close/>
                </a:path>
                <a:path w="669289" h="62865">
                  <a:moveTo>
                    <a:pt x="461479" y="51917"/>
                  </a:moveTo>
                  <a:lnTo>
                    <a:pt x="459955" y="51917"/>
                  </a:lnTo>
                  <a:lnTo>
                    <a:pt x="459955" y="50393"/>
                  </a:lnTo>
                  <a:lnTo>
                    <a:pt x="458431" y="48869"/>
                  </a:lnTo>
                  <a:lnTo>
                    <a:pt x="456907" y="48869"/>
                  </a:lnTo>
                  <a:lnTo>
                    <a:pt x="456907" y="47345"/>
                  </a:lnTo>
                  <a:lnTo>
                    <a:pt x="452335" y="47345"/>
                  </a:lnTo>
                  <a:lnTo>
                    <a:pt x="452335" y="48869"/>
                  </a:lnTo>
                  <a:lnTo>
                    <a:pt x="449287" y="48869"/>
                  </a:lnTo>
                  <a:lnTo>
                    <a:pt x="449287" y="50393"/>
                  </a:lnTo>
                  <a:lnTo>
                    <a:pt x="447763" y="51917"/>
                  </a:lnTo>
                  <a:lnTo>
                    <a:pt x="447763" y="58013"/>
                  </a:lnTo>
                  <a:lnTo>
                    <a:pt x="449287" y="59537"/>
                  </a:lnTo>
                  <a:lnTo>
                    <a:pt x="449287" y="61061"/>
                  </a:lnTo>
                  <a:lnTo>
                    <a:pt x="452335" y="61061"/>
                  </a:lnTo>
                  <a:lnTo>
                    <a:pt x="452335" y="62585"/>
                  </a:lnTo>
                  <a:lnTo>
                    <a:pt x="456907" y="62585"/>
                  </a:lnTo>
                  <a:lnTo>
                    <a:pt x="456907" y="61061"/>
                  </a:lnTo>
                  <a:lnTo>
                    <a:pt x="458431" y="61061"/>
                  </a:lnTo>
                  <a:lnTo>
                    <a:pt x="459955" y="59537"/>
                  </a:lnTo>
                  <a:lnTo>
                    <a:pt x="459955" y="58013"/>
                  </a:lnTo>
                  <a:lnTo>
                    <a:pt x="461479" y="58013"/>
                  </a:lnTo>
                  <a:lnTo>
                    <a:pt x="461479" y="51917"/>
                  </a:lnTo>
                  <a:close/>
                </a:path>
                <a:path w="669289" h="62865">
                  <a:moveTo>
                    <a:pt x="522528" y="54965"/>
                  </a:moveTo>
                  <a:lnTo>
                    <a:pt x="510336" y="54965"/>
                  </a:lnTo>
                  <a:lnTo>
                    <a:pt x="510336" y="4572"/>
                  </a:lnTo>
                  <a:lnTo>
                    <a:pt x="502716" y="4572"/>
                  </a:lnTo>
                  <a:lnTo>
                    <a:pt x="484428" y="13716"/>
                  </a:lnTo>
                  <a:lnTo>
                    <a:pt x="487476" y="19812"/>
                  </a:lnTo>
                  <a:lnTo>
                    <a:pt x="501192" y="12192"/>
                  </a:lnTo>
                  <a:lnTo>
                    <a:pt x="501192" y="54965"/>
                  </a:lnTo>
                  <a:lnTo>
                    <a:pt x="487476" y="54965"/>
                  </a:lnTo>
                  <a:lnTo>
                    <a:pt x="487476" y="61061"/>
                  </a:lnTo>
                  <a:lnTo>
                    <a:pt x="522528" y="61061"/>
                  </a:lnTo>
                  <a:lnTo>
                    <a:pt x="522528" y="54965"/>
                  </a:lnTo>
                  <a:close/>
                </a:path>
                <a:path w="669289" h="62865">
                  <a:moveTo>
                    <a:pt x="574446" y="42773"/>
                  </a:moveTo>
                  <a:lnTo>
                    <a:pt x="565302" y="42773"/>
                  </a:lnTo>
                  <a:lnTo>
                    <a:pt x="565302" y="12192"/>
                  </a:lnTo>
                  <a:lnTo>
                    <a:pt x="565302" y="4572"/>
                  </a:lnTo>
                  <a:lnTo>
                    <a:pt x="557682" y="4572"/>
                  </a:lnTo>
                  <a:lnTo>
                    <a:pt x="557682" y="12192"/>
                  </a:lnTo>
                  <a:lnTo>
                    <a:pt x="557682" y="42773"/>
                  </a:lnTo>
                  <a:lnTo>
                    <a:pt x="537870" y="42773"/>
                  </a:lnTo>
                  <a:lnTo>
                    <a:pt x="557682" y="12192"/>
                  </a:lnTo>
                  <a:lnTo>
                    <a:pt x="557682" y="4572"/>
                  </a:lnTo>
                  <a:lnTo>
                    <a:pt x="554634" y="4572"/>
                  </a:lnTo>
                  <a:lnTo>
                    <a:pt x="530161" y="42773"/>
                  </a:lnTo>
                  <a:lnTo>
                    <a:pt x="530161" y="48869"/>
                  </a:lnTo>
                  <a:lnTo>
                    <a:pt x="557682" y="48869"/>
                  </a:lnTo>
                  <a:lnTo>
                    <a:pt x="557682" y="61061"/>
                  </a:lnTo>
                  <a:lnTo>
                    <a:pt x="565302" y="61061"/>
                  </a:lnTo>
                  <a:lnTo>
                    <a:pt x="565302" y="48869"/>
                  </a:lnTo>
                  <a:lnTo>
                    <a:pt x="574446" y="48869"/>
                  </a:lnTo>
                  <a:lnTo>
                    <a:pt x="574446" y="42773"/>
                  </a:lnTo>
                  <a:close/>
                </a:path>
                <a:path w="669289" h="62865">
                  <a:moveTo>
                    <a:pt x="620268" y="21336"/>
                  </a:moveTo>
                  <a:lnTo>
                    <a:pt x="618744" y="18288"/>
                  </a:lnTo>
                  <a:lnTo>
                    <a:pt x="618744" y="13716"/>
                  </a:lnTo>
                  <a:lnTo>
                    <a:pt x="617220" y="12192"/>
                  </a:lnTo>
                  <a:lnTo>
                    <a:pt x="616458" y="10668"/>
                  </a:lnTo>
                  <a:lnTo>
                    <a:pt x="615696" y="9144"/>
                  </a:lnTo>
                  <a:lnTo>
                    <a:pt x="612648" y="7620"/>
                  </a:lnTo>
                  <a:lnTo>
                    <a:pt x="612648" y="22860"/>
                  </a:lnTo>
                  <a:lnTo>
                    <a:pt x="612648" y="30480"/>
                  </a:lnTo>
                  <a:lnTo>
                    <a:pt x="609600" y="30480"/>
                  </a:lnTo>
                  <a:lnTo>
                    <a:pt x="609600" y="32004"/>
                  </a:lnTo>
                  <a:lnTo>
                    <a:pt x="606552" y="32004"/>
                  </a:lnTo>
                  <a:lnTo>
                    <a:pt x="605028" y="33528"/>
                  </a:lnTo>
                  <a:lnTo>
                    <a:pt x="597408" y="33528"/>
                  </a:lnTo>
                  <a:lnTo>
                    <a:pt x="595884" y="32004"/>
                  </a:lnTo>
                  <a:lnTo>
                    <a:pt x="594360" y="32004"/>
                  </a:lnTo>
                  <a:lnTo>
                    <a:pt x="592836" y="30480"/>
                  </a:lnTo>
                  <a:lnTo>
                    <a:pt x="591312" y="30480"/>
                  </a:lnTo>
                  <a:lnTo>
                    <a:pt x="591312" y="28956"/>
                  </a:lnTo>
                  <a:lnTo>
                    <a:pt x="589788" y="27432"/>
                  </a:lnTo>
                  <a:lnTo>
                    <a:pt x="589788" y="16764"/>
                  </a:lnTo>
                  <a:lnTo>
                    <a:pt x="591312" y="15240"/>
                  </a:lnTo>
                  <a:lnTo>
                    <a:pt x="591312" y="13716"/>
                  </a:lnTo>
                  <a:lnTo>
                    <a:pt x="592836" y="13716"/>
                  </a:lnTo>
                  <a:lnTo>
                    <a:pt x="592836" y="12192"/>
                  </a:lnTo>
                  <a:lnTo>
                    <a:pt x="594360" y="10668"/>
                  </a:lnTo>
                  <a:lnTo>
                    <a:pt x="605028" y="10668"/>
                  </a:lnTo>
                  <a:lnTo>
                    <a:pt x="606552" y="12192"/>
                  </a:lnTo>
                  <a:lnTo>
                    <a:pt x="608076" y="12192"/>
                  </a:lnTo>
                  <a:lnTo>
                    <a:pt x="611124" y="15240"/>
                  </a:lnTo>
                  <a:lnTo>
                    <a:pt x="611124" y="19812"/>
                  </a:lnTo>
                  <a:lnTo>
                    <a:pt x="612648" y="22860"/>
                  </a:lnTo>
                  <a:lnTo>
                    <a:pt x="612648" y="7620"/>
                  </a:lnTo>
                  <a:lnTo>
                    <a:pt x="611124" y="6096"/>
                  </a:lnTo>
                  <a:lnTo>
                    <a:pt x="608076" y="4572"/>
                  </a:lnTo>
                  <a:lnTo>
                    <a:pt x="606552" y="4572"/>
                  </a:lnTo>
                  <a:lnTo>
                    <a:pt x="603504" y="3048"/>
                  </a:lnTo>
                  <a:lnTo>
                    <a:pt x="597408" y="3048"/>
                  </a:lnTo>
                  <a:lnTo>
                    <a:pt x="595884" y="4572"/>
                  </a:lnTo>
                  <a:lnTo>
                    <a:pt x="592836" y="4572"/>
                  </a:lnTo>
                  <a:lnTo>
                    <a:pt x="591312" y="6096"/>
                  </a:lnTo>
                  <a:lnTo>
                    <a:pt x="588162" y="7620"/>
                  </a:lnTo>
                  <a:lnTo>
                    <a:pt x="583590" y="12192"/>
                  </a:lnTo>
                  <a:lnTo>
                    <a:pt x="582066" y="15240"/>
                  </a:lnTo>
                  <a:lnTo>
                    <a:pt x="582066" y="16764"/>
                  </a:lnTo>
                  <a:lnTo>
                    <a:pt x="580542" y="19812"/>
                  </a:lnTo>
                  <a:lnTo>
                    <a:pt x="580542" y="24384"/>
                  </a:lnTo>
                  <a:lnTo>
                    <a:pt x="582066" y="27432"/>
                  </a:lnTo>
                  <a:lnTo>
                    <a:pt x="582066" y="28956"/>
                  </a:lnTo>
                  <a:lnTo>
                    <a:pt x="583590" y="32004"/>
                  </a:lnTo>
                  <a:lnTo>
                    <a:pt x="583590" y="33528"/>
                  </a:lnTo>
                  <a:lnTo>
                    <a:pt x="585114" y="35052"/>
                  </a:lnTo>
                  <a:lnTo>
                    <a:pt x="586638" y="36664"/>
                  </a:lnTo>
                  <a:lnTo>
                    <a:pt x="588162" y="38188"/>
                  </a:lnTo>
                  <a:lnTo>
                    <a:pt x="591312" y="38188"/>
                  </a:lnTo>
                  <a:lnTo>
                    <a:pt x="592836" y="39712"/>
                  </a:lnTo>
                  <a:lnTo>
                    <a:pt x="603504" y="39712"/>
                  </a:lnTo>
                  <a:lnTo>
                    <a:pt x="606552" y="38188"/>
                  </a:lnTo>
                  <a:lnTo>
                    <a:pt x="608076" y="38188"/>
                  </a:lnTo>
                  <a:lnTo>
                    <a:pt x="611124" y="36664"/>
                  </a:lnTo>
                  <a:lnTo>
                    <a:pt x="612648" y="36664"/>
                  </a:lnTo>
                  <a:lnTo>
                    <a:pt x="612648" y="39712"/>
                  </a:lnTo>
                  <a:lnTo>
                    <a:pt x="611124" y="42760"/>
                  </a:lnTo>
                  <a:lnTo>
                    <a:pt x="611124" y="44284"/>
                  </a:lnTo>
                  <a:lnTo>
                    <a:pt x="609600" y="47332"/>
                  </a:lnTo>
                  <a:lnTo>
                    <a:pt x="605028" y="51904"/>
                  </a:lnTo>
                  <a:lnTo>
                    <a:pt x="601980" y="53428"/>
                  </a:lnTo>
                  <a:lnTo>
                    <a:pt x="600456" y="53428"/>
                  </a:lnTo>
                  <a:lnTo>
                    <a:pt x="597408" y="54952"/>
                  </a:lnTo>
                  <a:lnTo>
                    <a:pt x="585114" y="54952"/>
                  </a:lnTo>
                  <a:lnTo>
                    <a:pt x="585114" y="61048"/>
                  </a:lnTo>
                  <a:lnTo>
                    <a:pt x="598932" y="61048"/>
                  </a:lnTo>
                  <a:lnTo>
                    <a:pt x="603504" y="59524"/>
                  </a:lnTo>
                  <a:lnTo>
                    <a:pt x="609600" y="56476"/>
                  </a:lnTo>
                  <a:lnTo>
                    <a:pt x="612648" y="53428"/>
                  </a:lnTo>
                  <a:lnTo>
                    <a:pt x="615696" y="51904"/>
                  </a:lnTo>
                  <a:lnTo>
                    <a:pt x="617220" y="47332"/>
                  </a:lnTo>
                  <a:lnTo>
                    <a:pt x="618744" y="44284"/>
                  </a:lnTo>
                  <a:lnTo>
                    <a:pt x="620268" y="39712"/>
                  </a:lnTo>
                  <a:lnTo>
                    <a:pt x="620268" y="36664"/>
                  </a:lnTo>
                  <a:lnTo>
                    <a:pt x="620268" y="33528"/>
                  </a:lnTo>
                  <a:lnTo>
                    <a:pt x="620268" y="21336"/>
                  </a:lnTo>
                  <a:close/>
                </a:path>
                <a:path w="669289" h="62865">
                  <a:moveTo>
                    <a:pt x="669124" y="15240"/>
                  </a:moveTo>
                  <a:lnTo>
                    <a:pt x="667600" y="13716"/>
                  </a:lnTo>
                  <a:lnTo>
                    <a:pt x="667600" y="12192"/>
                  </a:lnTo>
                  <a:lnTo>
                    <a:pt x="666838" y="10668"/>
                  </a:lnTo>
                  <a:lnTo>
                    <a:pt x="666076" y="9144"/>
                  </a:lnTo>
                  <a:lnTo>
                    <a:pt x="663028" y="6096"/>
                  </a:lnTo>
                  <a:lnTo>
                    <a:pt x="659980" y="4572"/>
                  </a:lnTo>
                  <a:lnTo>
                    <a:pt x="659980" y="13716"/>
                  </a:lnTo>
                  <a:lnTo>
                    <a:pt x="659980" y="21336"/>
                  </a:lnTo>
                  <a:lnTo>
                    <a:pt x="653884" y="27432"/>
                  </a:lnTo>
                  <a:lnTo>
                    <a:pt x="650836" y="28956"/>
                  </a:lnTo>
                  <a:lnTo>
                    <a:pt x="647788" y="25908"/>
                  </a:lnTo>
                  <a:lnTo>
                    <a:pt x="646264" y="25908"/>
                  </a:lnTo>
                  <a:lnTo>
                    <a:pt x="644740" y="24384"/>
                  </a:lnTo>
                  <a:lnTo>
                    <a:pt x="643216" y="24384"/>
                  </a:lnTo>
                  <a:lnTo>
                    <a:pt x="643216" y="22860"/>
                  </a:lnTo>
                  <a:lnTo>
                    <a:pt x="641604" y="22860"/>
                  </a:lnTo>
                  <a:lnTo>
                    <a:pt x="641604" y="21336"/>
                  </a:lnTo>
                  <a:lnTo>
                    <a:pt x="640080" y="21336"/>
                  </a:lnTo>
                  <a:lnTo>
                    <a:pt x="640080" y="15240"/>
                  </a:lnTo>
                  <a:lnTo>
                    <a:pt x="641604" y="13716"/>
                  </a:lnTo>
                  <a:lnTo>
                    <a:pt x="643216" y="12192"/>
                  </a:lnTo>
                  <a:lnTo>
                    <a:pt x="644740" y="10668"/>
                  </a:lnTo>
                  <a:lnTo>
                    <a:pt x="656932" y="10668"/>
                  </a:lnTo>
                  <a:lnTo>
                    <a:pt x="659980" y="13716"/>
                  </a:lnTo>
                  <a:lnTo>
                    <a:pt x="659980" y="4572"/>
                  </a:lnTo>
                  <a:lnTo>
                    <a:pt x="655408" y="4572"/>
                  </a:lnTo>
                  <a:lnTo>
                    <a:pt x="653884" y="3048"/>
                  </a:lnTo>
                  <a:lnTo>
                    <a:pt x="647788" y="3048"/>
                  </a:lnTo>
                  <a:lnTo>
                    <a:pt x="644740" y="4572"/>
                  </a:lnTo>
                  <a:lnTo>
                    <a:pt x="643216" y="4572"/>
                  </a:lnTo>
                  <a:lnTo>
                    <a:pt x="640080" y="6096"/>
                  </a:lnTo>
                  <a:lnTo>
                    <a:pt x="638556" y="6096"/>
                  </a:lnTo>
                  <a:lnTo>
                    <a:pt x="633984" y="10668"/>
                  </a:lnTo>
                  <a:lnTo>
                    <a:pt x="633984" y="12192"/>
                  </a:lnTo>
                  <a:lnTo>
                    <a:pt x="632460" y="13716"/>
                  </a:lnTo>
                  <a:lnTo>
                    <a:pt x="632460" y="22860"/>
                  </a:lnTo>
                  <a:lnTo>
                    <a:pt x="637032" y="27432"/>
                  </a:lnTo>
                  <a:lnTo>
                    <a:pt x="638556" y="30480"/>
                  </a:lnTo>
                  <a:lnTo>
                    <a:pt x="643216" y="32004"/>
                  </a:lnTo>
                  <a:lnTo>
                    <a:pt x="638556" y="33528"/>
                  </a:lnTo>
                  <a:lnTo>
                    <a:pt x="635508" y="36677"/>
                  </a:lnTo>
                  <a:lnTo>
                    <a:pt x="633984" y="39725"/>
                  </a:lnTo>
                  <a:lnTo>
                    <a:pt x="632460" y="41249"/>
                  </a:lnTo>
                  <a:lnTo>
                    <a:pt x="630936" y="44297"/>
                  </a:lnTo>
                  <a:lnTo>
                    <a:pt x="630936" y="51917"/>
                  </a:lnTo>
                  <a:lnTo>
                    <a:pt x="632460" y="53441"/>
                  </a:lnTo>
                  <a:lnTo>
                    <a:pt x="632460" y="54965"/>
                  </a:lnTo>
                  <a:lnTo>
                    <a:pt x="637032" y="59537"/>
                  </a:lnTo>
                  <a:lnTo>
                    <a:pt x="640080" y="61061"/>
                  </a:lnTo>
                  <a:lnTo>
                    <a:pt x="644740" y="61061"/>
                  </a:lnTo>
                  <a:lnTo>
                    <a:pt x="646264" y="62585"/>
                  </a:lnTo>
                  <a:lnTo>
                    <a:pt x="652360" y="62585"/>
                  </a:lnTo>
                  <a:lnTo>
                    <a:pt x="655408" y="61061"/>
                  </a:lnTo>
                  <a:lnTo>
                    <a:pt x="659980" y="61061"/>
                  </a:lnTo>
                  <a:lnTo>
                    <a:pt x="663028" y="59537"/>
                  </a:lnTo>
                  <a:lnTo>
                    <a:pt x="667600" y="54965"/>
                  </a:lnTo>
                  <a:lnTo>
                    <a:pt x="667600" y="53441"/>
                  </a:lnTo>
                  <a:lnTo>
                    <a:pt x="669124" y="51917"/>
                  </a:lnTo>
                  <a:lnTo>
                    <a:pt x="669124" y="41249"/>
                  </a:lnTo>
                  <a:lnTo>
                    <a:pt x="664552" y="36677"/>
                  </a:lnTo>
                  <a:lnTo>
                    <a:pt x="664552" y="35052"/>
                  </a:lnTo>
                  <a:lnTo>
                    <a:pt x="663028" y="35052"/>
                  </a:lnTo>
                  <a:lnTo>
                    <a:pt x="661504" y="33528"/>
                  </a:lnTo>
                  <a:lnTo>
                    <a:pt x="661504" y="44297"/>
                  </a:lnTo>
                  <a:lnTo>
                    <a:pt x="661504" y="50393"/>
                  </a:lnTo>
                  <a:lnTo>
                    <a:pt x="659980" y="51917"/>
                  </a:lnTo>
                  <a:lnTo>
                    <a:pt x="659980" y="53441"/>
                  </a:lnTo>
                  <a:lnTo>
                    <a:pt x="658456" y="53441"/>
                  </a:lnTo>
                  <a:lnTo>
                    <a:pt x="656932" y="54965"/>
                  </a:lnTo>
                  <a:lnTo>
                    <a:pt x="643216" y="54965"/>
                  </a:lnTo>
                  <a:lnTo>
                    <a:pt x="641604" y="53441"/>
                  </a:lnTo>
                  <a:lnTo>
                    <a:pt x="640080" y="51917"/>
                  </a:lnTo>
                  <a:lnTo>
                    <a:pt x="640080" y="50393"/>
                  </a:lnTo>
                  <a:lnTo>
                    <a:pt x="638556" y="48869"/>
                  </a:lnTo>
                  <a:lnTo>
                    <a:pt x="638556" y="45821"/>
                  </a:lnTo>
                  <a:lnTo>
                    <a:pt x="640080" y="45821"/>
                  </a:lnTo>
                  <a:lnTo>
                    <a:pt x="640080" y="42773"/>
                  </a:lnTo>
                  <a:lnTo>
                    <a:pt x="641604" y="41249"/>
                  </a:lnTo>
                  <a:lnTo>
                    <a:pt x="641604" y="39725"/>
                  </a:lnTo>
                  <a:lnTo>
                    <a:pt x="643216" y="39725"/>
                  </a:lnTo>
                  <a:lnTo>
                    <a:pt x="646264" y="36677"/>
                  </a:lnTo>
                  <a:lnTo>
                    <a:pt x="647788" y="36677"/>
                  </a:lnTo>
                  <a:lnTo>
                    <a:pt x="649312" y="35052"/>
                  </a:lnTo>
                  <a:lnTo>
                    <a:pt x="652360" y="36677"/>
                  </a:lnTo>
                  <a:lnTo>
                    <a:pt x="653884" y="38201"/>
                  </a:lnTo>
                  <a:lnTo>
                    <a:pt x="655408" y="38201"/>
                  </a:lnTo>
                  <a:lnTo>
                    <a:pt x="661504" y="44297"/>
                  </a:lnTo>
                  <a:lnTo>
                    <a:pt x="661504" y="33528"/>
                  </a:lnTo>
                  <a:lnTo>
                    <a:pt x="659980" y="32004"/>
                  </a:lnTo>
                  <a:lnTo>
                    <a:pt x="658456" y="32004"/>
                  </a:lnTo>
                  <a:lnTo>
                    <a:pt x="661504" y="30480"/>
                  </a:lnTo>
                  <a:lnTo>
                    <a:pt x="663028" y="28956"/>
                  </a:lnTo>
                  <a:lnTo>
                    <a:pt x="666076" y="25908"/>
                  </a:lnTo>
                  <a:lnTo>
                    <a:pt x="669124" y="19812"/>
                  </a:lnTo>
                  <a:lnTo>
                    <a:pt x="669124" y="1524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7240" y="1432464"/>
              <a:ext cx="703992" cy="7934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63051" y="1435512"/>
              <a:ext cx="283940" cy="596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710428" y="1466087"/>
              <a:ext cx="29209" cy="7620"/>
            </a:xfrm>
            <a:custGeom>
              <a:avLst/>
              <a:gdLst/>
              <a:ahLst/>
              <a:cxnLst/>
              <a:rect l="l" t="t" r="r" b="b"/>
              <a:pathLst>
                <a:path w="29210" h="7619">
                  <a:moveTo>
                    <a:pt x="28955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8955" y="0"/>
                  </a:lnTo>
                  <a:lnTo>
                    <a:pt x="28955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01201" y="1432464"/>
              <a:ext cx="381666" cy="7934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24556" y="1435518"/>
              <a:ext cx="3651250" cy="299085"/>
            </a:xfrm>
            <a:custGeom>
              <a:avLst/>
              <a:gdLst/>
              <a:ahLst/>
              <a:cxnLst/>
              <a:rect l="l" t="t" r="r" b="b"/>
              <a:pathLst>
                <a:path w="3651250" h="299085">
                  <a:moveTo>
                    <a:pt x="27432" y="253072"/>
                  </a:moveTo>
                  <a:lnTo>
                    <a:pt x="0" y="253072"/>
                  </a:lnTo>
                  <a:lnTo>
                    <a:pt x="0" y="260705"/>
                  </a:lnTo>
                  <a:lnTo>
                    <a:pt x="27432" y="260705"/>
                  </a:lnTo>
                  <a:lnTo>
                    <a:pt x="27432" y="253072"/>
                  </a:lnTo>
                  <a:close/>
                </a:path>
                <a:path w="3651250" h="299085">
                  <a:moveTo>
                    <a:pt x="128485" y="244221"/>
                  </a:moveTo>
                  <a:lnTo>
                    <a:pt x="126961" y="242697"/>
                  </a:lnTo>
                  <a:lnTo>
                    <a:pt x="122389" y="238125"/>
                  </a:lnTo>
                  <a:lnTo>
                    <a:pt x="120865" y="238125"/>
                  </a:lnTo>
                  <a:lnTo>
                    <a:pt x="119341" y="236601"/>
                  </a:lnTo>
                  <a:lnTo>
                    <a:pt x="104101" y="236601"/>
                  </a:lnTo>
                  <a:lnTo>
                    <a:pt x="102577" y="238125"/>
                  </a:lnTo>
                  <a:lnTo>
                    <a:pt x="98005" y="238125"/>
                  </a:lnTo>
                  <a:lnTo>
                    <a:pt x="96481" y="239649"/>
                  </a:lnTo>
                  <a:lnTo>
                    <a:pt x="96481" y="245745"/>
                  </a:lnTo>
                  <a:lnTo>
                    <a:pt x="99529" y="245745"/>
                  </a:lnTo>
                  <a:lnTo>
                    <a:pt x="101053" y="244221"/>
                  </a:lnTo>
                  <a:lnTo>
                    <a:pt x="104101" y="244221"/>
                  </a:lnTo>
                  <a:lnTo>
                    <a:pt x="107149" y="242697"/>
                  </a:lnTo>
                  <a:lnTo>
                    <a:pt x="114769" y="242697"/>
                  </a:lnTo>
                  <a:lnTo>
                    <a:pt x="117817" y="244221"/>
                  </a:lnTo>
                  <a:lnTo>
                    <a:pt x="120865" y="247269"/>
                  </a:lnTo>
                  <a:lnTo>
                    <a:pt x="120865" y="254889"/>
                  </a:lnTo>
                  <a:lnTo>
                    <a:pt x="120865" y="260985"/>
                  </a:lnTo>
                  <a:lnTo>
                    <a:pt x="120865" y="268605"/>
                  </a:lnTo>
                  <a:lnTo>
                    <a:pt x="119341" y="271653"/>
                  </a:lnTo>
                  <a:lnTo>
                    <a:pt x="116293" y="273177"/>
                  </a:lnTo>
                  <a:lnTo>
                    <a:pt x="114769" y="273177"/>
                  </a:lnTo>
                  <a:lnTo>
                    <a:pt x="111721" y="274701"/>
                  </a:lnTo>
                  <a:lnTo>
                    <a:pt x="104101" y="274701"/>
                  </a:lnTo>
                  <a:lnTo>
                    <a:pt x="101053" y="271653"/>
                  </a:lnTo>
                  <a:lnTo>
                    <a:pt x="101053" y="265557"/>
                  </a:lnTo>
                  <a:lnTo>
                    <a:pt x="104101" y="262509"/>
                  </a:lnTo>
                  <a:lnTo>
                    <a:pt x="105625" y="262509"/>
                  </a:lnTo>
                  <a:lnTo>
                    <a:pt x="107149" y="260985"/>
                  </a:lnTo>
                  <a:lnTo>
                    <a:pt x="120865" y="260985"/>
                  </a:lnTo>
                  <a:lnTo>
                    <a:pt x="120865" y="254889"/>
                  </a:lnTo>
                  <a:lnTo>
                    <a:pt x="105625" y="254889"/>
                  </a:lnTo>
                  <a:lnTo>
                    <a:pt x="101053" y="256413"/>
                  </a:lnTo>
                  <a:lnTo>
                    <a:pt x="98005" y="259461"/>
                  </a:lnTo>
                  <a:lnTo>
                    <a:pt x="94957" y="260985"/>
                  </a:lnTo>
                  <a:lnTo>
                    <a:pt x="93433" y="265557"/>
                  </a:lnTo>
                  <a:lnTo>
                    <a:pt x="93433" y="274701"/>
                  </a:lnTo>
                  <a:lnTo>
                    <a:pt x="98005" y="279273"/>
                  </a:lnTo>
                  <a:lnTo>
                    <a:pt x="99529" y="279273"/>
                  </a:lnTo>
                  <a:lnTo>
                    <a:pt x="101053" y="280797"/>
                  </a:lnTo>
                  <a:lnTo>
                    <a:pt x="102577" y="280797"/>
                  </a:lnTo>
                  <a:lnTo>
                    <a:pt x="104101" y="282321"/>
                  </a:lnTo>
                  <a:lnTo>
                    <a:pt x="110197" y="282321"/>
                  </a:lnTo>
                  <a:lnTo>
                    <a:pt x="111721" y="280797"/>
                  </a:lnTo>
                  <a:lnTo>
                    <a:pt x="114769" y="279273"/>
                  </a:lnTo>
                  <a:lnTo>
                    <a:pt x="117817" y="279273"/>
                  </a:lnTo>
                  <a:lnTo>
                    <a:pt x="122389" y="274701"/>
                  </a:lnTo>
                  <a:lnTo>
                    <a:pt x="122389" y="280797"/>
                  </a:lnTo>
                  <a:lnTo>
                    <a:pt x="128485" y="280797"/>
                  </a:lnTo>
                  <a:lnTo>
                    <a:pt x="128485" y="260985"/>
                  </a:lnTo>
                  <a:lnTo>
                    <a:pt x="128485" y="244221"/>
                  </a:lnTo>
                  <a:close/>
                </a:path>
                <a:path w="3651250" h="299085">
                  <a:moveTo>
                    <a:pt x="177355" y="238125"/>
                  </a:moveTo>
                  <a:lnTo>
                    <a:pt x="172783" y="238125"/>
                  </a:lnTo>
                  <a:lnTo>
                    <a:pt x="171259" y="236499"/>
                  </a:lnTo>
                  <a:lnTo>
                    <a:pt x="159067" y="236499"/>
                  </a:lnTo>
                  <a:lnTo>
                    <a:pt x="152971" y="239649"/>
                  </a:lnTo>
                  <a:lnTo>
                    <a:pt x="151447" y="241173"/>
                  </a:lnTo>
                  <a:lnTo>
                    <a:pt x="148399" y="242697"/>
                  </a:lnTo>
                  <a:lnTo>
                    <a:pt x="146875" y="244221"/>
                  </a:lnTo>
                  <a:lnTo>
                    <a:pt x="143827" y="250317"/>
                  </a:lnTo>
                  <a:lnTo>
                    <a:pt x="143827" y="253365"/>
                  </a:lnTo>
                  <a:lnTo>
                    <a:pt x="142303" y="256413"/>
                  </a:lnTo>
                  <a:lnTo>
                    <a:pt x="142303" y="267081"/>
                  </a:lnTo>
                  <a:lnTo>
                    <a:pt x="148399" y="276225"/>
                  </a:lnTo>
                  <a:lnTo>
                    <a:pt x="152971" y="279273"/>
                  </a:lnTo>
                  <a:lnTo>
                    <a:pt x="157543" y="280797"/>
                  </a:lnTo>
                  <a:lnTo>
                    <a:pt x="172783" y="280797"/>
                  </a:lnTo>
                  <a:lnTo>
                    <a:pt x="174307" y="279273"/>
                  </a:lnTo>
                  <a:lnTo>
                    <a:pt x="177355" y="279273"/>
                  </a:lnTo>
                  <a:lnTo>
                    <a:pt x="177355" y="271653"/>
                  </a:lnTo>
                  <a:lnTo>
                    <a:pt x="175831" y="273177"/>
                  </a:lnTo>
                  <a:lnTo>
                    <a:pt x="172783" y="273177"/>
                  </a:lnTo>
                  <a:lnTo>
                    <a:pt x="171259" y="274701"/>
                  </a:lnTo>
                  <a:lnTo>
                    <a:pt x="160591" y="274701"/>
                  </a:lnTo>
                  <a:lnTo>
                    <a:pt x="154495" y="271653"/>
                  </a:lnTo>
                  <a:lnTo>
                    <a:pt x="151447" y="268605"/>
                  </a:lnTo>
                  <a:lnTo>
                    <a:pt x="151447" y="251841"/>
                  </a:lnTo>
                  <a:lnTo>
                    <a:pt x="154495" y="248793"/>
                  </a:lnTo>
                  <a:lnTo>
                    <a:pt x="154495" y="247269"/>
                  </a:lnTo>
                  <a:lnTo>
                    <a:pt x="157543" y="244221"/>
                  </a:lnTo>
                  <a:lnTo>
                    <a:pt x="159067" y="244221"/>
                  </a:lnTo>
                  <a:lnTo>
                    <a:pt x="162115" y="242697"/>
                  </a:lnTo>
                  <a:lnTo>
                    <a:pt x="169735" y="242697"/>
                  </a:lnTo>
                  <a:lnTo>
                    <a:pt x="171259" y="244221"/>
                  </a:lnTo>
                  <a:lnTo>
                    <a:pt x="174307" y="244221"/>
                  </a:lnTo>
                  <a:lnTo>
                    <a:pt x="177355" y="245745"/>
                  </a:lnTo>
                  <a:lnTo>
                    <a:pt x="177355" y="238125"/>
                  </a:lnTo>
                  <a:close/>
                </a:path>
                <a:path w="3651250" h="299085">
                  <a:moveTo>
                    <a:pt x="226212" y="238125"/>
                  </a:moveTo>
                  <a:lnTo>
                    <a:pt x="221640" y="238125"/>
                  </a:lnTo>
                  <a:lnTo>
                    <a:pt x="220116" y="236499"/>
                  </a:lnTo>
                  <a:lnTo>
                    <a:pt x="207924" y="236499"/>
                  </a:lnTo>
                  <a:lnTo>
                    <a:pt x="201828" y="239649"/>
                  </a:lnTo>
                  <a:lnTo>
                    <a:pt x="200304" y="241173"/>
                  </a:lnTo>
                  <a:lnTo>
                    <a:pt x="197256" y="242697"/>
                  </a:lnTo>
                  <a:lnTo>
                    <a:pt x="195732" y="244221"/>
                  </a:lnTo>
                  <a:lnTo>
                    <a:pt x="194208" y="247269"/>
                  </a:lnTo>
                  <a:lnTo>
                    <a:pt x="194208" y="250317"/>
                  </a:lnTo>
                  <a:lnTo>
                    <a:pt x="191160" y="256413"/>
                  </a:lnTo>
                  <a:lnTo>
                    <a:pt x="191160" y="267081"/>
                  </a:lnTo>
                  <a:lnTo>
                    <a:pt x="197256" y="276225"/>
                  </a:lnTo>
                  <a:lnTo>
                    <a:pt x="201828" y="279273"/>
                  </a:lnTo>
                  <a:lnTo>
                    <a:pt x="206400" y="280797"/>
                  </a:lnTo>
                  <a:lnTo>
                    <a:pt x="221640" y="280797"/>
                  </a:lnTo>
                  <a:lnTo>
                    <a:pt x="223164" y="279273"/>
                  </a:lnTo>
                  <a:lnTo>
                    <a:pt x="226212" y="279273"/>
                  </a:lnTo>
                  <a:lnTo>
                    <a:pt x="226212" y="271653"/>
                  </a:lnTo>
                  <a:lnTo>
                    <a:pt x="224688" y="273177"/>
                  </a:lnTo>
                  <a:lnTo>
                    <a:pt x="221640" y="273177"/>
                  </a:lnTo>
                  <a:lnTo>
                    <a:pt x="220116" y="274701"/>
                  </a:lnTo>
                  <a:lnTo>
                    <a:pt x="209448" y="274701"/>
                  </a:lnTo>
                  <a:lnTo>
                    <a:pt x="203352" y="271653"/>
                  </a:lnTo>
                  <a:lnTo>
                    <a:pt x="200304" y="268605"/>
                  </a:lnTo>
                  <a:lnTo>
                    <a:pt x="200304" y="251841"/>
                  </a:lnTo>
                  <a:lnTo>
                    <a:pt x="203352" y="248793"/>
                  </a:lnTo>
                  <a:lnTo>
                    <a:pt x="203352" y="247269"/>
                  </a:lnTo>
                  <a:lnTo>
                    <a:pt x="206400" y="244221"/>
                  </a:lnTo>
                  <a:lnTo>
                    <a:pt x="207924" y="244221"/>
                  </a:lnTo>
                  <a:lnTo>
                    <a:pt x="210972" y="242697"/>
                  </a:lnTo>
                  <a:lnTo>
                    <a:pt x="218592" y="242697"/>
                  </a:lnTo>
                  <a:lnTo>
                    <a:pt x="220116" y="244221"/>
                  </a:lnTo>
                  <a:lnTo>
                    <a:pt x="224688" y="244221"/>
                  </a:lnTo>
                  <a:lnTo>
                    <a:pt x="226212" y="245745"/>
                  </a:lnTo>
                  <a:lnTo>
                    <a:pt x="226212" y="238125"/>
                  </a:lnTo>
                  <a:close/>
                </a:path>
                <a:path w="3651250" h="299085">
                  <a:moveTo>
                    <a:pt x="276593" y="236512"/>
                  </a:moveTo>
                  <a:lnTo>
                    <a:pt x="268973" y="236512"/>
                  </a:lnTo>
                  <a:lnTo>
                    <a:pt x="268973" y="265557"/>
                  </a:lnTo>
                  <a:lnTo>
                    <a:pt x="267449" y="268605"/>
                  </a:lnTo>
                  <a:lnTo>
                    <a:pt x="265925" y="268605"/>
                  </a:lnTo>
                  <a:lnTo>
                    <a:pt x="262877" y="271653"/>
                  </a:lnTo>
                  <a:lnTo>
                    <a:pt x="262877" y="273177"/>
                  </a:lnTo>
                  <a:lnTo>
                    <a:pt x="261353" y="273177"/>
                  </a:lnTo>
                  <a:lnTo>
                    <a:pt x="259829" y="274701"/>
                  </a:lnTo>
                  <a:lnTo>
                    <a:pt x="250685" y="274701"/>
                  </a:lnTo>
                  <a:lnTo>
                    <a:pt x="249161" y="271653"/>
                  </a:lnTo>
                  <a:lnTo>
                    <a:pt x="249161" y="236512"/>
                  </a:lnTo>
                  <a:lnTo>
                    <a:pt x="241541" y="236512"/>
                  </a:lnTo>
                  <a:lnTo>
                    <a:pt x="241541" y="274701"/>
                  </a:lnTo>
                  <a:lnTo>
                    <a:pt x="244589" y="277749"/>
                  </a:lnTo>
                  <a:lnTo>
                    <a:pt x="246113" y="280797"/>
                  </a:lnTo>
                  <a:lnTo>
                    <a:pt x="250685" y="282321"/>
                  </a:lnTo>
                  <a:lnTo>
                    <a:pt x="255257" y="282321"/>
                  </a:lnTo>
                  <a:lnTo>
                    <a:pt x="256781" y="280797"/>
                  </a:lnTo>
                  <a:lnTo>
                    <a:pt x="259829" y="280797"/>
                  </a:lnTo>
                  <a:lnTo>
                    <a:pt x="261353" y="279273"/>
                  </a:lnTo>
                  <a:lnTo>
                    <a:pt x="264401" y="279273"/>
                  </a:lnTo>
                  <a:lnTo>
                    <a:pt x="264401" y="277749"/>
                  </a:lnTo>
                  <a:lnTo>
                    <a:pt x="267449" y="274701"/>
                  </a:lnTo>
                  <a:lnTo>
                    <a:pt x="268973" y="273177"/>
                  </a:lnTo>
                  <a:lnTo>
                    <a:pt x="268973" y="280797"/>
                  </a:lnTo>
                  <a:lnTo>
                    <a:pt x="276593" y="280797"/>
                  </a:lnTo>
                  <a:lnTo>
                    <a:pt x="276593" y="236512"/>
                  </a:lnTo>
                  <a:close/>
                </a:path>
                <a:path w="3651250" h="299085">
                  <a:moveTo>
                    <a:pt x="326986" y="244119"/>
                  </a:moveTo>
                  <a:lnTo>
                    <a:pt x="325462" y="242595"/>
                  </a:lnTo>
                  <a:lnTo>
                    <a:pt x="323938" y="241071"/>
                  </a:lnTo>
                  <a:lnTo>
                    <a:pt x="322414" y="238023"/>
                  </a:lnTo>
                  <a:lnTo>
                    <a:pt x="317842" y="236499"/>
                  </a:lnTo>
                  <a:lnTo>
                    <a:pt x="308698" y="236499"/>
                  </a:lnTo>
                  <a:lnTo>
                    <a:pt x="305650" y="238023"/>
                  </a:lnTo>
                  <a:lnTo>
                    <a:pt x="298030" y="245643"/>
                  </a:lnTo>
                  <a:lnTo>
                    <a:pt x="298030" y="236499"/>
                  </a:lnTo>
                  <a:lnTo>
                    <a:pt x="291833" y="236499"/>
                  </a:lnTo>
                  <a:lnTo>
                    <a:pt x="291833" y="280695"/>
                  </a:lnTo>
                  <a:lnTo>
                    <a:pt x="299554" y="280695"/>
                  </a:lnTo>
                  <a:lnTo>
                    <a:pt x="299554" y="253263"/>
                  </a:lnTo>
                  <a:lnTo>
                    <a:pt x="301078" y="250215"/>
                  </a:lnTo>
                  <a:lnTo>
                    <a:pt x="305650" y="245643"/>
                  </a:lnTo>
                  <a:lnTo>
                    <a:pt x="307174" y="245643"/>
                  </a:lnTo>
                  <a:lnTo>
                    <a:pt x="307174" y="244119"/>
                  </a:lnTo>
                  <a:lnTo>
                    <a:pt x="310222" y="244119"/>
                  </a:lnTo>
                  <a:lnTo>
                    <a:pt x="310222" y="242595"/>
                  </a:lnTo>
                  <a:lnTo>
                    <a:pt x="314794" y="242595"/>
                  </a:lnTo>
                  <a:lnTo>
                    <a:pt x="319366" y="247167"/>
                  </a:lnTo>
                  <a:lnTo>
                    <a:pt x="319366" y="253263"/>
                  </a:lnTo>
                  <a:lnTo>
                    <a:pt x="326986" y="253263"/>
                  </a:lnTo>
                  <a:lnTo>
                    <a:pt x="326986" y="244119"/>
                  </a:lnTo>
                  <a:close/>
                </a:path>
                <a:path w="3651250" h="299085">
                  <a:moveTo>
                    <a:pt x="372808" y="244221"/>
                  </a:moveTo>
                  <a:lnTo>
                    <a:pt x="371284" y="242697"/>
                  </a:lnTo>
                  <a:lnTo>
                    <a:pt x="366712" y="238125"/>
                  </a:lnTo>
                  <a:lnTo>
                    <a:pt x="365188" y="238125"/>
                  </a:lnTo>
                  <a:lnTo>
                    <a:pt x="363664" y="236512"/>
                  </a:lnTo>
                  <a:lnTo>
                    <a:pt x="348424" y="236512"/>
                  </a:lnTo>
                  <a:lnTo>
                    <a:pt x="346798" y="238125"/>
                  </a:lnTo>
                  <a:lnTo>
                    <a:pt x="342226" y="238125"/>
                  </a:lnTo>
                  <a:lnTo>
                    <a:pt x="340702" y="239649"/>
                  </a:lnTo>
                  <a:lnTo>
                    <a:pt x="340702" y="245745"/>
                  </a:lnTo>
                  <a:lnTo>
                    <a:pt x="343750" y="245745"/>
                  </a:lnTo>
                  <a:lnTo>
                    <a:pt x="346798" y="244221"/>
                  </a:lnTo>
                  <a:lnTo>
                    <a:pt x="348424" y="244221"/>
                  </a:lnTo>
                  <a:lnTo>
                    <a:pt x="351472" y="242697"/>
                  </a:lnTo>
                  <a:lnTo>
                    <a:pt x="359092" y="242697"/>
                  </a:lnTo>
                  <a:lnTo>
                    <a:pt x="362140" y="244221"/>
                  </a:lnTo>
                  <a:lnTo>
                    <a:pt x="365188" y="247269"/>
                  </a:lnTo>
                  <a:lnTo>
                    <a:pt x="365188" y="254889"/>
                  </a:lnTo>
                  <a:lnTo>
                    <a:pt x="365188" y="260985"/>
                  </a:lnTo>
                  <a:lnTo>
                    <a:pt x="365188" y="268605"/>
                  </a:lnTo>
                  <a:lnTo>
                    <a:pt x="363664" y="271653"/>
                  </a:lnTo>
                  <a:lnTo>
                    <a:pt x="360616" y="273177"/>
                  </a:lnTo>
                  <a:lnTo>
                    <a:pt x="359092" y="273177"/>
                  </a:lnTo>
                  <a:lnTo>
                    <a:pt x="356044" y="274701"/>
                  </a:lnTo>
                  <a:lnTo>
                    <a:pt x="348424" y="274701"/>
                  </a:lnTo>
                  <a:lnTo>
                    <a:pt x="348424" y="273177"/>
                  </a:lnTo>
                  <a:lnTo>
                    <a:pt x="346798" y="273177"/>
                  </a:lnTo>
                  <a:lnTo>
                    <a:pt x="345274" y="271653"/>
                  </a:lnTo>
                  <a:lnTo>
                    <a:pt x="345274" y="265557"/>
                  </a:lnTo>
                  <a:lnTo>
                    <a:pt x="346798" y="264033"/>
                  </a:lnTo>
                  <a:lnTo>
                    <a:pt x="348424" y="262509"/>
                  </a:lnTo>
                  <a:lnTo>
                    <a:pt x="349948" y="262509"/>
                  </a:lnTo>
                  <a:lnTo>
                    <a:pt x="351472" y="260985"/>
                  </a:lnTo>
                  <a:lnTo>
                    <a:pt x="365188" y="260985"/>
                  </a:lnTo>
                  <a:lnTo>
                    <a:pt x="365188" y="254889"/>
                  </a:lnTo>
                  <a:lnTo>
                    <a:pt x="349948" y="254889"/>
                  </a:lnTo>
                  <a:lnTo>
                    <a:pt x="345274" y="256413"/>
                  </a:lnTo>
                  <a:lnTo>
                    <a:pt x="342226" y="259461"/>
                  </a:lnTo>
                  <a:lnTo>
                    <a:pt x="339178" y="260985"/>
                  </a:lnTo>
                  <a:lnTo>
                    <a:pt x="337654" y="265557"/>
                  </a:lnTo>
                  <a:lnTo>
                    <a:pt x="337654" y="274701"/>
                  </a:lnTo>
                  <a:lnTo>
                    <a:pt x="342226" y="279273"/>
                  </a:lnTo>
                  <a:lnTo>
                    <a:pt x="343750" y="279273"/>
                  </a:lnTo>
                  <a:lnTo>
                    <a:pt x="345274" y="280797"/>
                  </a:lnTo>
                  <a:lnTo>
                    <a:pt x="346798" y="280797"/>
                  </a:lnTo>
                  <a:lnTo>
                    <a:pt x="348424" y="282321"/>
                  </a:lnTo>
                  <a:lnTo>
                    <a:pt x="354520" y="282321"/>
                  </a:lnTo>
                  <a:lnTo>
                    <a:pt x="357568" y="280797"/>
                  </a:lnTo>
                  <a:lnTo>
                    <a:pt x="359092" y="279273"/>
                  </a:lnTo>
                  <a:lnTo>
                    <a:pt x="362140" y="279273"/>
                  </a:lnTo>
                  <a:lnTo>
                    <a:pt x="366712" y="274701"/>
                  </a:lnTo>
                  <a:lnTo>
                    <a:pt x="366712" y="280797"/>
                  </a:lnTo>
                  <a:lnTo>
                    <a:pt x="372808" y="280797"/>
                  </a:lnTo>
                  <a:lnTo>
                    <a:pt x="372808" y="260985"/>
                  </a:lnTo>
                  <a:lnTo>
                    <a:pt x="372808" y="244221"/>
                  </a:lnTo>
                  <a:close/>
                </a:path>
                <a:path w="3651250" h="299085">
                  <a:moveTo>
                    <a:pt x="421665" y="238023"/>
                  </a:moveTo>
                  <a:lnTo>
                    <a:pt x="417093" y="238023"/>
                  </a:lnTo>
                  <a:lnTo>
                    <a:pt x="415569" y="236499"/>
                  </a:lnTo>
                  <a:lnTo>
                    <a:pt x="403275" y="236499"/>
                  </a:lnTo>
                  <a:lnTo>
                    <a:pt x="397179" y="239547"/>
                  </a:lnTo>
                  <a:lnTo>
                    <a:pt x="394131" y="242595"/>
                  </a:lnTo>
                  <a:lnTo>
                    <a:pt x="391083" y="244119"/>
                  </a:lnTo>
                  <a:lnTo>
                    <a:pt x="389559" y="247269"/>
                  </a:lnTo>
                  <a:lnTo>
                    <a:pt x="389559" y="250317"/>
                  </a:lnTo>
                  <a:lnTo>
                    <a:pt x="388035" y="253365"/>
                  </a:lnTo>
                  <a:lnTo>
                    <a:pt x="388035" y="267081"/>
                  </a:lnTo>
                  <a:lnTo>
                    <a:pt x="389559" y="271653"/>
                  </a:lnTo>
                  <a:lnTo>
                    <a:pt x="392607" y="276225"/>
                  </a:lnTo>
                  <a:lnTo>
                    <a:pt x="397179" y="279273"/>
                  </a:lnTo>
                  <a:lnTo>
                    <a:pt x="401751" y="280797"/>
                  </a:lnTo>
                  <a:lnTo>
                    <a:pt x="417093" y="280797"/>
                  </a:lnTo>
                  <a:lnTo>
                    <a:pt x="420141" y="279273"/>
                  </a:lnTo>
                  <a:lnTo>
                    <a:pt x="421665" y="279273"/>
                  </a:lnTo>
                  <a:lnTo>
                    <a:pt x="421665" y="271653"/>
                  </a:lnTo>
                  <a:lnTo>
                    <a:pt x="420141" y="273177"/>
                  </a:lnTo>
                  <a:lnTo>
                    <a:pt x="417093" y="273177"/>
                  </a:lnTo>
                  <a:lnTo>
                    <a:pt x="415569" y="274701"/>
                  </a:lnTo>
                  <a:lnTo>
                    <a:pt x="404799" y="274701"/>
                  </a:lnTo>
                  <a:lnTo>
                    <a:pt x="398703" y="271653"/>
                  </a:lnTo>
                  <a:lnTo>
                    <a:pt x="397179" y="268605"/>
                  </a:lnTo>
                  <a:lnTo>
                    <a:pt x="395655" y="264033"/>
                  </a:lnTo>
                  <a:lnTo>
                    <a:pt x="395655" y="251841"/>
                  </a:lnTo>
                  <a:lnTo>
                    <a:pt x="400227" y="247269"/>
                  </a:lnTo>
                  <a:lnTo>
                    <a:pt x="400227" y="245643"/>
                  </a:lnTo>
                  <a:lnTo>
                    <a:pt x="401751" y="244119"/>
                  </a:lnTo>
                  <a:lnTo>
                    <a:pt x="403275" y="244119"/>
                  </a:lnTo>
                  <a:lnTo>
                    <a:pt x="406323" y="242595"/>
                  </a:lnTo>
                  <a:lnTo>
                    <a:pt x="413943" y="242595"/>
                  </a:lnTo>
                  <a:lnTo>
                    <a:pt x="415569" y="244119"/>
                  </a:lnTo>
                  <a:lnTo>
                    <a:pt x="420141" y="244119"/>
                  </a:lnTo>
                  <a:lnTo>
                    <a:pt x="421665" y="245643"/>
                  </a:lnTo>
                  <a:lnTo>
                    <a:pt x="421665" y="238023"/>
                  </a:lnTo>
                  <a:close/>
                </a:path>
                <a:path w="3651250" h="299085">
                  <a:moveTo>
                    <a:pt x="475107" y="236499"/>
                  </a:moveTo>
                  <a:lnTo>
                    <a:pt x="467487" y="236499"/>
                  </a:lnTo>
                  <a:lnTo>
                    <a:pt x="456819" y="265557"/>
                  </a:lnTo>
                  <a:lnTo>
                    <a:pt x="453771" y="273177"/>
                  </a:lnTo>
                  <a:lnTo>
                    <a:pt x="452145" y="265557"/>
                  </a:lnTo>
                  <a:lnTo>
                    <a:pt x="441477" y="236499"/>
                  </a:lnTo>
                  <a:lnTo>
                    <a:pt x="432333" y="236499"/>
                  </a:lnTo>
                  <a:lnTo>
                    <a:pt x="449097" y="280797"/>
                  </a:lnTo>
                  <a:lnTo>
                    <a:pt x="449097" y="282321"/>
                  </a:lnTo>
                  <a:lnTo>
                    <a:pt x="447573" y="285369"/>
                  </a:lnTo>
                  <a:lnTo>
                    <a:pt x="441477" y="291465"/>
                  </a:lnTo>
                  <a:lnTo>
                    <a:pt x="432333" y="291465"/>
                  </a:lnTo>
                  <a:lnTo>
                    <a:pt x="432333" y="299085"/>
                  </a:lnTo>
                  <a:lnTo>
                    <a:pt x="441477" y="299085"/>
                  </a:lnTo>
                  <a:lnTo>
                    <a:pt x="444525" y="297561"/>
                  </a:lnTo>
                  <a:lnTo>
                    <a:pt x="446049" y="296037"/>
                  </a:lnTo>
                  <a:lnTo>
                    <a:pt x="447573" y="296037"/>
                  </a:lnTo>
                  <a:lnTo>
                    <a:pt x="452145" y="291465"/>
                  </a:lnTo>
                  <a:lnTo>
                    <a:pt x="453771" y="289941"/>
                  </a:lnTo>
                  <a:lnTo>
                    <a:pt x="458343" y="280797"/>
                  </a:lnTo>
                  <a:lnTo>
                    <a:pt x="459867" y="276225"/>
                  </a:lnTo>
                  <a:lnTo>
                    <a:pt x="461035" y="273177"/>
                  </a:lnTo>
                  <a:lnTo>
                    <a:pt x="475107" y="236499"/>
                  </a:lnTo>
                  <a:close/>
                </a:path>
                <a:path w="3651250" h="299085">
                  <a:moveTo>
                    <a:pt x="510247" y="274701"/>
                  </a:moveTo>
                  <a:lnTo>
                    <a:pt x="508723" y="273177"/>
                  </a:lnTo>
                  <a:lnTo>
                    <a:pt x="508723" y="270129"/>
                  </a:lnTo>
                  <a:lnTo>
                    <a:pt x="507199" y="270129"/>
                  </a:lnTo>
                  <a:lnTo>
                    <a:pt x="505574" y="268605"/>
                  </a:lnTo>
                  <a:lnTo>
                    <a:pt x="499478" y="268605"/>
                  </a:lnTo>
                  <a:lnTo>
                    <a:pt x="496430" y="271653"/>
                  </a:lnTo>
                  <a:lnTo>
                    <a:pt x="496430" y="277749"/>
                  </a:lnTo>
                  <a:lnTo>
                    <a:pt x="497954" y="279273"/>
                  </a:lnTo>
                  <a:lnTo>
                    <a:pt x="497954" y="280797"/>
                  </a:lnTo>
                  <a:lnTo>
                    <a:pt x="501002" y="280797"/>
                  </a:lnTo>
                  <a:lnTo>
                    <a:pt x="502526" y="282321"/>
                  </a:lnTo>
                  <a:lnTo>
                    <a:pt x="504050" y="282321"/>
                  </a:lnTo>
                  <a:lnTo>
                    <a:pt x="504050" y="280797"/>
                  </a:lnTo>
                  <a:lnTo>
                    <a:pt x="507199" y="280797"/>
                  </a:lnTo>
                  <a:lnTo>
                    <a:pt x="507199" y="279273"/>
                  </a:lnTo>
                  <a:lnTo>
                    <a:pt x="508723" y="279273"/>
                  </a:lnTo>
                  <a:lnTo>
                    <a:pt x="508723" y="276225"/>
                  </a:lnTo>
                  <a:lnTo>
                    <a:pt x="510247" y="276225"/>
                  </a:lnTo>
                  <a:lnTo>
                    <a:pt x="510247" y="274701"/>
                  </a:lnTo>
                  <a:close/>
                </a:path>
                <a:path w="3651250" h="299085">
                  <a:moveTo>
                    <a:pt x="510247" y="242697"/>
                  </a:moveTo>
                  <a:lnTo>
                    <a:pt x="508723" y="241173"/>
                  </a:lnTo>
                  <a:lnTo>
                    <a:pt x="508723" y="239649"/>
                  </a:lnTo>
                  <a:lnTo>
                    <a:pt x="505574" y="236499"/>
                  </a:lnTo>
                  <a:lnTo>
                    <a:pt x="499478" y="236499"/>
                  </a:lnTo>
                  <a:lnTo>
                    <a:pt x="497954" y="238125"/>
                  </a:lnTo>
                  <a:lnTo>
                    <a:pt x="497954" y="239649"/>
                  </a:lnTo>
                  <a:lnTo>
                    <a:pt x="496430" y="239649"/>
                  </a:lnTo>
                  <a:lnTo>
                    <a:pt x="496430" y="245745"/>
                  </a:lnTo>
                  <a:lnTo>
                    <a:pt x="497954" y="247269"/>
                  </a:lnTo>
                  <a:lnTo>
                    <a:pt x="497954" y="248793"/>
                  </a:lnTo>
                  <a:lnTo>
                    <a:pt x="499478" y="248793"/>
                  </a:lnTo>
                  <a:lnTo>
                    <a:pt x="501002" y="250317"/>
                  </a:lnTo>
                  <a:lnTo>
                    <a:pt x="504050" y="250317"/>
                  </a:lnTo>
                  <a:lnTo>
                    <a:pt x="505574" y="248793"/>
                  </a:lnTo>
                  <a:lnTo>
                    <a:pt x="507199" y="248793"/>
                  </a:lnTo>
                  <a:lnTo>
                    <a:pt x="507199" y="247269"/>
                  </a:lnTo>
                  <a:lnTo>
                    <a:pt x="508723" y="247269"/>
                  </a:lnTo>
                  <a:lnTo>
                    <a:pt x="508723" y="244221"/>
                  </a:lnTo>
                  <a:lnTo>
                    <a:pt x="510247" y="244221"/>
                  </a:lnTo>
                  <a:lnTo>
                    <a:pt x="510247" y="242697"/>
                  </a:lnTo>
                  <a:close/>
                </a:path>
                <a:path w="3651250" h="299085">
                  <a:moveTo>
                    <a:pt x="621690" y="247269"/>
                  </a:moveTo>
                  <a:lnTo>
                    <a:pt x="620166" y="242697"/>
                  </a:lnTo>
                  <a:lnTo>
                    <a:pt x="620166" y="239649"/>
                  </a:lnTo>
                  <a:lnTo>
                    <a:pt x="618642" y="234975"/>
                  </a:lnTo>
                  <a:lnTo>
                    <a:pt x="617118" y="231927"/>
                  </a:lnTo>
                  <a:lnTo>
                    <a:pt x="615594" y="230403"/>
                  </a:lnTo>
                  <a:lnTo>
                    <a:pt x="614070" y="227355"/>
                  </a:lnTo>
                  <a:lnTo>
                    <a:pt x="614070" y="247269"/>
                  </a:lnTo>
                  <a:lnTo>
                    <a:pt x="614070" y="259461"/>
                  </a:lnTo>
                  <a:lnTo>
                    <a:pt x="612444" y="262509"/>
                  </a:lnTo>
                  <a:lnTo>
                    <a:pt x="612444" y="265557"/>
                  </a:lnTo>
                  <a:lnTo>
                    <a:pt x="610920" y="267081"/>
                  </a:lnTo>
                  <a:lnTo>
                    <a:pt x="609396" y="270129"/>
                  </a:lnTo>
                  <a:lnTo>
                    <a:pt x="609396" y="271653"/>
                  </a:lnTo>
                  <a:lnTo>
                    <a:pt x="607872" y="273177"/>
                  </a:lnTo>
                  <a:lnTo>
                    <a:pt x="606348" y="273177"/>
                  </a:lnTo>
                  <a:lnTo>
                    <a:pt x="604824" y="274701"/>
                  </a:lnTo>
                  <a:lnTo>
                    <a:pt x="597204" y="274701"/>
                  </a:lnTo>
                  <a:lnTo>
                    <a:pt x="595680" y="273177"/>
                  </a:lnTo>
                  <a:lnTo>
                    <a:pt x="594156" y="273177"/>
                  </a:lnTo>
                  <a:lnTo>
                    <a:pt x="591108" y="270129"/>
                  </a:lnTo>
                  <a:lnTo>
                    <a:pt x="591108" y="268605"/>
                  </a:lnTo>
                  <a:lnTo>
                    <a:pt x="589584" y="267081"/>
                  </a:lnTo>
                  <a:lnTo>
                    <a:pt x="589584" y="264033"/>
                  </a:lnTo>
                  <a:lnTo>
                    <a:pt x="597903" y="257937"/>
                  </a:lnTo>
                  <a:lnTo>
                    <a:pt x="612444" y="247269"/>
                  </a:lnTo>
                  <a:lnTo>
                    <a:pt x="614070" y="247269"/>
                  </a:lnTo>
                  <a:lnTo>
                    <a:pt x="614070" y="227355"/>
                  </a:lnTo>
                  <a:lnTo>
                    <a:pt x="612444" y="225831"/>
                  </a:lnTo>
                  <a:lnTo>
                    <a:pt x="612444" y="239649"/>
                  </a:lnTo>
                  <a:lnTo>
                    <a:pt x="588060" y="257937"/>
                  </a:lnTo>
                  <a:lnTo>
                    <a:pt x="588060" y="242697"/>
                  </a:lnTo>
                  <a:lnTo>
                    <a:pt x="589584" y="239649"/>
                  </a:lnTo>
                  <a:lnTo>
                    <a:pt x="589584" y="236499"/>
                  </a:lnTo>
                  <a:lnTo>
                    <a:pt x="595680" y="230403"/>
                  </a:lnTo>
                  <a:lnTo>
                    <a:pt x="606348" y="230403"/>
                  </a:lnTo>
                  <a:lnTo>
                    <a:pt x="606348" y="231927"/>
                  </a:lnTo>
                  <a:lnTo>
                    <a:pt x="607872" y="231927"/>
                  </a:lnTo>
                  <a:lnTo>
                    <a:pt x="609396" y="233451"/>
                  </a:lnTo>
                  <a:lnTo>
                    <a:pt x="609396" y="234975"/>
                  </a:lnTo>
                  <a:lnTo>
                    <a:pt x="610920" y="236499"/>
                  </a:lnTo>
                  <a:lnTo>
                    <a:pt x="610920" y="238125"/>
                  </a:lnTo>
                  <a:lnTo>
                    <a:pt x="612444" y="239649"/>
                  </a:lnTo>
                  <a:lnTo>
                    <a:pt x="612444" y="225831"/>
                  </a:lnTo>
                  <a:lnTo>
                    <a:pt x="609396" y="224307"/>
                  </a:lnTo>
                  <a:lnTo>
                    <a:pt x="606348" y="224307"/>
                  </a:lnTo>
                  <a:lnTo>
                    <a:pt x="603300" y="222783"/>
                  </a:lnTo>
                  <a:lnTo>
                    <a:pt x="597204" y="222783"/>
                  </a:lnTo>
                  <a:lnTo>
                    <a:pt x="591108" y="225831"/>
                  </a:lnTo>
                  <a:lnTo>
                    <a:pt x="589584" y="227355"/>
                  </a:lnTo>
                  <a:lnTo>
                    <a:pt x="586536" y="228879"/>
                  </a:lnTo>
                  <a:lnTo>
                    <a:pt x="585012" y="231927"/>
                  </a:lnTo>
                  <a:lnTo>
                    <a:pt x="583488" y="233451"/>
                  </a:lnTo>
                  <a:lnTo>
                    <a:pt x="581964" y="236499"/>
                  </a:lnTo>
                  <a:lnTo>
                    <a:pt x="581964" y="241173"/>
                  </a:lnTo>
                  <a:lnTo>
                    <a:pt x="580440" y="244221"/>
                  </a:lnTo>
                  <a:lnTo>
                    <a:pt x="580440" y="262509"/>
                  </a:lnTo>
                  <a:lnTo>
                    <a:pt x="581964" y="265557"/>
                  </a:lnTo>
                  <a:lnTo>
                    <a:pt x="581964" y="268605"/>
                  </a:lnTo>
                  <a:lnTo>
                    <a:pt x="585012" y="274701"/>
                  </a:lnTo>
                  <a:lnTo>
                    <a:pt x="589584" y="279273"/>
                  </a:lnTo>
                  <a:lnTo>
                    <a:pt x="591108" y="279273"/>
                  </a:lnTo>
                  <a:lnTo>
                    <a:pt x="597204" y="282321"/>
                  </a:lnTo>
                  <a:lnTo>
                    <a:pt x="603300" y="282321"/>
                  </a:lnTo>
                  <a:lnTo>
                    <a:pt x="612444" y="277749"/>
                  </a:lnTo>
                  <a:lnTo>
                    <a:pt x="614070" y="276225"/>
                  </a:lnTo>
                  <a:lnTo>
                    <a:pt x="614832" y="274701"/>
                  </a:lnTo>
                  <a:lnTo>
                    <a:pt x="615594" y="273177"/>
                  </a:lnTo>
                  <a:lnTo>
                    <a:pt x="617118" y="271653"/>
                  </a:lnTo>
                  <a:lnTo>
                    <a:pt x="618642" y="268605"/>
                  </a:lnTo>
                  <a:lnTo>
                    <a:pt x="620166" y="264033"/>
                  </a:lnTo>
                  <a:lnTo>
                    <a:pt x="620166" y="260985"/>
                  </a:lnTo>
                  <a:lnTo>
                    <a:pt x="621690" y="256413"/>
                  </a:lnTo>
                  <a:lnTo>
                    <a:pt x="621690" y="247269"/>
                  </a:lnTo>
                  <a:close/>
                </a:path>
                <a:path w="3651250" h="299085">
                  <a:moveTo>
                    <a:pt x="656742" y="273177"/>
                  </a:moveTo>
                  <a:lnTo>
                    <a:pt x="655218" y="271653"/>
                  </a:lnTo>
                  <a:lnTo>
                    <a:pt x="655218" y="270129"/>
                  </a:lnTo>
                  <a:lnTo>
                    <a:pt x="653694" y="268605"/>
                  </a:lnTo>
                  <a:lnTo>
                    <a:pt x="652170" y="268605"/>
                  </a:lnTo>
                  <a:lnTo>
                    <a:pt x="652170" y="267081"/>
                  </a:lnTo>
                  <a:lnTo>
                    <a:pt x="646074" y="267081"/>
                  </a:lnTo>
                  <a:lnTo>
                    <a:pt x="646074" y="268605"/>
                  </a:lnTo>
                  <a:lnTo>
                    <a:pt x="644550" y="268605"/>
                  </a:lnTo>
                  <a:lnTo>
                    <a:pt x="643026" y="270129"/>
                  </a:lnTo>
                  <a:lnTo>
                    <a:pt x="643026" y="271653"/>
                  </a:lnTo>
                  <a:lnTo>
                    <a:pt x="641502" y="273177"/>
                  </a:lnTo>
                  <a:lnTo>
                    <a:pt x="641502" y="276225"/>
                  </a:lnTo>
                  <a:lnTo>
                    <a:pt x="643026" y="277749"/>
                  </a:lnTo>
                  <a:lnTo>
                    <a:pt x="643026" y="279273"/>
                  </a:lnTo>
                  <a:lnTo>
                    <a:pt x="644550" y="279273"/>
                  </a:lnTo>
                  <a:lnTo>
                    <a:pt x="644550" y="280797"/>
                  </a:lnTo>
                  <a:lnTo>
                    <a:pt x="647598" y="280797"/>
                  </a:lnTo>
                  <a:lnTo>
                    <a:pt x="647598" y="282321"/>
                  </a:lnTo>
                  <a:lnTo>
                    <a:pt x="650646" y="282321"/>
                  </a:lnTo>
                  <a:lnTo>
                    <a:pt x="650646" y="280797"/>
                  </a:lnTo>
                  <a:lnTo>
                    <a:pt x="653694" y="280797"/>
                  </a:lnTo>
                  <a:lnTo>
                    <a:pt x="653694" y="279273"/>
                  </a:lnTo>
                  <a:lnTo>
                    <a:pt x="655218" y="279273"/>
                  </a:lnTo>
                  <a:lnTo>
                    <a:pt x="655218" y="277749"/>
                  </a:lnTo>
                  <a:lnTo>
                    <a:pt x="656742" y="276225"/>
                  </a:lnTo>
                  <a:lnTo>
                    <a:pt x="656742" y="273177"/>
                  </a:lnTo>
                  <a:close/>
                </a:path>
                <a:path w="3651250" h="299085">
                  <a:moveTo>
                    <a:pt x="717791" y="244221"/>
                  </a:moveTo>
                  <a:lnTo>
                    <a:pt x="716267" y="241173"/>
                  </a:lnTo>
                  <a:lnTo>
                    <a:pt x="716267" y="236512"/>
                  </a:lnTo>
                  <a:lnTo>
                    <a:pt x="713219" y="230416"/>
                  </a:lnTo>
                  <a:lnTo>
                    <a:pt x="711695" y="228892"/>
                  </a:lnTo>
                  <a:lnTo>
                    <a:pt x="710171" y="227368"/>
                  </a:lnTo>
                  <a:lnTo>
                    <a:pt x="710171" y="245745"/>
                  </a:lnTo>
                  <a:lnTo>
                    <a:pt x="710171" y="248793"/>
                  </a:lnTo>
                  <a:lnTo>
                    <a:pt x="708647" y="250317"/>
                  </a:lnTo>
                  <a:lnTo>
                    <a:pt x="705599" y="250317"/>
                  </a:lnTo>
                  <a:lnTo>
                    <a:pt x="705599" y="251841"/>
                  </a:lnTo>
                  <a:lnTo>
                    <a:pt x="701027" y="251841"/>
                  </a:lnTo>
                  <a:lnTo>
                    <a:pt x="699503" y="253365"/>
                  </a:lnTo>
                  <a:lnTo>
                    <a:pt x="693407" y="253365"/>
                  </a:lnTo>
                  <a:lnTo>
                    <a:pt x="691883" y="251841"/>
                  </a:lnTo>
                  <a:lnTo>
                    <a:pt x="690359" y="251841"/>
                  </a:lnTo>
                  <a:lnTo>
                    <a:pt x="690359" y="250317"/>
                  </a:lnTo>
                  <a:lnTo>
                    <a:pt x="688835" y="250317"/>
                  </a:lnTo>
                  <a:lnTo>
                    <a:pt x="687311" y="248793"/>
                  </a:lnTo>
                  <a:lnTo>
                    <a:pt x="687311" y="245745"/>
                  </a:lnTo>
                  <a:lnTo>
                    <a:pt x="685787" y="244221"/>
                  </a:lnTo>
                  <a:lnTo>
                    <a:pt x="685787" y="238125"/>
                  </a:lnTo>
                  <a:lnTo>
                    <a:pt x="687311" y="236512"/>
                  </a:lnTo>
                  <a:lnTo>
                    <a:pt x="687311" y="234988"/>
                  </a:lnTo>
                  <a:lnTo>
                    <a:pt x="688835" y="233464"/>
                  </a:lnTo>
                  <a:lnTo>
                    <a:pt x="688835" y="231940"/>
                  </a:lnTo>
                  <a:lnTo>
                    <a:pt x="690359" y="231940"/>
                  </a:lnTo>
                  <a:lnTo>
                    <a:pt x="691883" y="230416"/>
                  </a:lnTo>
                  <a:lnTo>
                    <a:pt x="694931" y="230416"/>
                  </a:lnTo>
                  <a:lnTo>
                    <a:pt x="696455" y="228892"/>
                  </a:lnTo>
                  <a:lnTo>
                    <a:pt x="699503" y="228892"/>
                  </a:lnTo>
                  <a:lnTo>
                    <a:pt x="701027" y="230416"/>
                  </a:lnTo>
                  <a:lnTo>
                    <a:pt x="704075" y="230416"/>
                  </a:lnTo>
                  <a:lnTo>
                    <a:pt x="705599" y="231940"/>
                  </a:lnTo>
                  <a:lnTo>
                    <a:pt x="705599" y="233464"/>
                  </a:lnTo>
                  <a:lnTo>
                    <a:pt x="708647" y="236512"/>
                  </a:lnTo>
                  <a:lnTo>
                    <a:pt x="708647" y="242697"/>
                  </a:lnTo>
                  <a:lnTo>
                    <a:pt x="710171" y="245745"/>
                  </a:lnTo>
                  <a:lnTo>
                    <a:pt x="710171" y="227368"/>
                  </a:lnTo>
                  <a:lnTo>
                    <a:pt x="708647" y="225844"/>
                  </a:lnTo>
                  <a:lnTo>
                    <a:pt x="705599" y="224320"/>
                  </a:lnTo>
                  <a:lnTo>
                    <a:pt x="702551" y="224320"/>
                  </a:lnTo>
                  <a:lnTo>
                    <a:pt x="701027" y="222796"/>
                  </a:lnTo>
                  <a:lnTo>
                    <a:pt x="694931" y="222796"/>
                  </a:lnTo>
                  <a:lnTo>
                    <a:pt x="691883" y="224320"/>
                  </a:lnTo>
                  <a:lnTo>
                    <a:pt x="690359" y="224320"/>
                  </a:lnTo>
                  <a:lnTo>
                    <a:pt x="687311" y="225844"/>
                  </a:lnTo>
                  <a:lnTo>
                    <a:pt x="684263" y="228892"/>
                  </a:lnTo>
                  <a:lnTo>
                    <a:pt x="681215" y="230416"/>
                  </a:lnTo>
                  <a:lnTo>
                    <a:pt x="681215" y="231940"/>
                  </a:lnTo>
                  <a:lnTo>
                    <a:pt x="679691" y="234988"/>
                  </a:lnTo>
                  <a:lnTo>
                    <a:pt x="678167" y="236512"/>
                  </a:lnTo>
                  <a:lnTo>
                    <a:pt x="678167" y="247269"/>
                  </a:lnTo>
                  <a:lnTo>
                    <a:pt x="679691" y="248793"/>
                  </a:lnTo>
                  <a:lnTo>
                    <a:pt x="679691" y="250317"/>
                  </a:lnTo>
                  <a:lnTo>
                    <a:pt x="681215" y="253365"/>
                  </a:lnTo>
                  <a:lnTo>
                    <a:pt x="684263" y="256413"/>
                  </a:lnTo>
                  <a:lnTo>
                    <a:pt x="685787" y="256413"/>
                  </a:lnTo>
                  <a:lnTo>
                    <a:pt x="687311" y="257937"/>
                  </a:lnTo>
                  <a:lnTo>
                    <a:pt x="690359" y="257937"/>
                  </a:lnTo>
                  <a:lnTo>
                    <a:pt x="693407" y="259461"/>
                  </a:lnTo>
                  <a:lnTo>
                    <a:pt x="697979" y="259461"/>
                  </a:lnTo>
                  <a:lnTo>
                    <a:pt x="701027" y="257937"/>
                  </a:lnTo>
                  <a:lnTo>
                    <a:pt x="705599" y="257937"/>
                  </a:lnTo>
                  <a:lnTo>
                    <a:pt x="707123" y="256413"/>
                  </a:lnTo>
                  <a:lnTo>
                    <a:pt x="710171" y="254889"/>
                  </a:lnTo>
                  <a:lnTo>
                    <a:pt x="708647" y="257937"/>
                  </a:lnTo>
                  <a:lnTo>
                    <a:pt x="708647" y="262509"/>
                  </a:lnTo>
                  <a:lnTo>
                    <a:pt x="707123" y="264033"/>
                  </a:lnTo>
                  <a:lnTo>
                    <a:pt x="707123" y="267081"/>
                  </a:lnTo>
                  <a:lnTo>
                    <a:pt x="704075" y="270129"/>
                  </a:lnTo>
                  <a:lnTo>
                    <a:pt x="701027" y="271653"/>
                  </a:lnTo>
                  <a:lnTo>
                    <a:pt x="699503" y="271653"/>
                  </a:lnTo>
                  <a:lnTo>
                    <a:pt x="696455" y="273177"/>
                  </a:lnTo>
                  <a:lnTo>
                    <a:pt x="693407" y="273177"/>
                  </a:lnTo>
                  <a:lnTo>
                    <a:pt x="690359" y="274701"/>
                  </a:lnTo>
                  <a:lnTo>
                    <a:pt x="681215" y="274701"/>
                  </a:lnTo>
                  <a:lnTo>
                    <a:pt x="681215" y="280797"/>
                  </a:lnTo>
                  <a:lnTo>
                    <a:pt x="696455" y="280797"/>
                  </a:lnTo>
                  <a:lnTo>
                    <a:pt x="699503" y="279273"/>
                  </a:lnTo>
                  <a:lnTo>
                    <a:pt x="704075" y="277749"/>
                  </a:lnTo>
                  <a:lnTo>
                    <a:pt x="707123" y="276225"/>
                  </a:lnTo>
                  <a:lnTo>
                    <a:pt x="710171" y="273177"/>
                  </a:lnTo>
                  <a:lnTo>
                    <a:pt x="711695" y="270129"/>
                  </a:lnTo>
                  <a:lnTo>
                    <a:pt x="714743" y="267081"/>
                  </a:lnTo>
                  <a:lnTo>
                    <a:pt x="714743" y="264033"/>
                  </a:lnTo>
                  <a:lnTo>
                    <a:pt x="717791" y="254889"/>
                  </a:lnTo>
                  <a:lnTo>
                    <a:pt x="717791" y="253365"/>
                  </a:lnTo>
                  <a:lnTo>
                    <a:pt x="717791" y="244221"/>
                  </a:lnTo>
                  <a:close/>
                </a:path>
                <a:path w="3651250" h="299085">
                  <a:moveTo>
                    <a:pt x="765136" y="256413"/>
                  </a:moveTo>
                  <a:lnTo>
                    <a:pt x="759040" y="250317"/>
                  </a:lnTo>
                  <a:lnTo>
                    <a:pt x="755992" y="248793"/>
                  </a:lnTo>
                  <a:lnTo>
                    <a:pt x="754468" y="247269"/>
                  </a:lnTo>
                  <a:lnTo>
                    <a:pt x="739228" y="247269"/>
                  </a:lnTo>
                  <a:lnTo>
                    <a:pt x="739228" y="230416"/>
                  </a:lnTo>
                  <a:lnTo>
                    <a:pt x="762088" y="230416"/>
                  </a:lnTo>
                  <a:lnTo>
                    <a:pt x="762088" y="224320"/>
                  </a:lnTo>
                  <a:lnTo>
                    <a:pt x="731608" y="224320"/>
                  </a:lnTo>
                  <a:lnTo>
                    <a:pt x="731608" y="253365"/>
                  </a:lnTo>
                  <a:lnTo>
                    <a:pt x="751420" y="253365"/>
                  </a:lnTo>
                  <a:lnTo>
                    <a:pt x="752944" y="254889"/>
                  </a:lnTo>
                  <a:lnTo>
                    <a:pt x="755992" y="256413"/>
                  </a:lnTo>
                  <a:lnTo>
                    <a:pt x="757516" y="259461"/>
                  </a:lnTo>
                  <a:lnTo>
                    <a:pt x="757516" y="265557"/>
                  </a:lnTo>
                  <a:lnTo>
                    <a:pt x="755992" y="267081"/>
                  </a:lnTo>
                  <a:lnTo>
                    <a:pt x="755992" y="270129"/>
                  </a:lnTo>
                  <a:lnTo>
                    <a:pt x="754468" y="270129"/>
                  </a:lnTo>
                  <a:lnTo>
                    <a:pt x="751420" y="273177"/>
                  </a:lnTo>
                  <a:lnTo>
                    <a:pt x="749896" y="273177"/>
                  </a:lnTo>
                  <a:lnTo>
                    <a:pt x="748372" y="274701"/>
                  </a:lnTo>
                  <a:lnTo>
                    <a:pt x="731608" y="274701"/>
                  </a:lnTo>
                  <a:lnTo>
                    <a:pt x="730084" y="273177"/>
                  </a:lnTo>
                  <a:lnTo>
                    <a:pt x="730084" y="280797"/>
                  </a:lnTo>
                  <a:lnTo>
                    <a:pt x="739228" y="280797"/>
                  </a:lnTo>
                  <a:lnTo>
                    <a:pt x="740752" y="282321"/>
                  </a:lnTo>
                  <a:lnTo>
                    <a:pt x="745324" y="282321"/>
                  </a:lnTo>
                  <a:lnTo>
                    <a:pt x="748372" y="280797"/>
                  </a:lnTo>
                  <a:lnTo>
                    <a:pt x="751420" y="280797"/>
                  </a:lnTo>
                  <a:lnTo>
                    <a:pt x="752944" y="279273"/>
                  </a:lnTo>
                  <a:lnTo>
                    <a:pt x="759040" y="276225"/>
                  </a:lnTo>
                  <a:lnTo>
                    <a:pt x="760564" y="274701"/>
                  </a:lnTo>
                  <a:lnTo>
                    <a:pt x="762088" y="273177"/>
                  </a:lnTo>
                  <a:lnTo>
                    <a:pt x="763612" y="270129"/>
                  </a:lnTo>
                  <a:lnTo>
                    <a:pt x="765136" y="268605"/>
                  </a:lnTo>
                  <a:lnTo>
                    <a:pt x="765136" y="256413"/>
                  </a:lnTo>
                  <a:close/>
                </a:path>
                <a:path w="3651250" h="299085">
                  <a:moveTo>
                    <a:pt x="815530" y="273177"/>
                  </a:moveTo>
                  <a:lnTo>
                    <a:pt x="788098" y="273177"/>
                  </a:lnTo>
                  <a:lnTo>
                    <a:pt x="798766" y="264033"/>
                  </a:lnTo>
                  <a:lnTo>
                    <a:pt x="800290" y="260985"/>
                  </a:lnTo>
                  <a:lnTo>
                    <a:pt x="803338" y="259461"/>
                  </a:lnTo>
                  <a:lnTo>
                    <a:pt x="804862" y="256413"/>
                  </a:lnTo>
                  <a:lnTo>
                    <a:pt x="809434" y="251841"/>
                  </a:lnTo>
                  <a:lnTo>
                    <a:pt x="809434" y="248793"/>
                  </a:lnTo>
                  <a:lnTo>
                    <a:pt x="810958" y="247269"/>
                  </a:lnTo>
                  <a:lnTo>
                    <a:pt x="810958" y="245745"/>
                  </a:lnTo>
                  <a:lnTo>
                    <a:pt x="812482" y="244221"/>
                  </a:lnTo>
                  <a:lnTo>
                    <a:pt x="812482" y="234988"/>
                  </a:lnTo>
                  <a:lnTo>
                    <a:pt x="810958" y="233464"/>
                  </a:lnTo>
                  <a:lnTo>
                    <a:pt x="810958" y="230416"/>
                  </a:lnTo>
                  <a:lnTo>
                    <a:pt x="804862" y="224320"/>
                  </a:lnTo>
                  <a:lnTo>
                    <a:pt x="800290" y="224320"/>
                  </a:lnTo>
                  <a:lnTo>
                    <a:pt x="797242" y="222796"/>
                  </a:lnTo>
                  <a:lnTo>
                    <a:pt x="791146" y="222796"/>
                  </a:lnTo>
                  <a:lnTo>
                    <a:pt x="785050" y="225844"/>
                  </a:lnTo>
                  <a:lnTo>
                    <a:pt x="783526" y="225844"/>
                  </a:lnTo>
                  <a:lnTo>
                    <a:pt x="778954" y="230416"/>
                  </a:lnTo>
                  <a:lnTo>
                    <a:pt x="782002" y="234988"/>
                  </a:lnTo>
                  <a:lnTo>
                    <a:pt x="783526" y="233464"/>
                  </a:lnTo>
                  <a:lnTo>
                    <a:pt x="786574" y="231940"/>
                  </a:lnTo>
                  <a:lnTo>
                    <a:pt x="788098" y="231940"/>
                  </a:lnTo>
                  <a:lnTo>
                    <a:pt x="789622" y="230416"/>
                  </a:lnTo>
                  <a:lnTo>
                    <a:pt x="798766" y="230416"/>
                  </a:lnTo>
                  <a:lnTo>
                    <a:pt x="800290" y="231940"/>
                  </a:lnTo>
                  <a:lnTo>
                    <a:pt x="801814" y="231940"/>
                  </a:lnTo>
                  <a:lnTo>
                    <a:pt x="801814" y="233464"/>
                  </a:lnTo>
                  <a:lnTo>
                    <a:pt x="803338" y="233464"/>
                  </a:lnTo>
                  <a:lnTo>
                    <a:pt x="803338" y="236512"/>
                  </a:lnTo>
                  <a:lnTo>
                    <a:pt x="804862" y="238125"/>
                  </a:lnTo>
                  <a:lnTo>
                    <a:pt x="804862" y="242697"/>
                  </a:lnTo>
                  <a:lnTo>
                    <a:pt x="803338" y="244221"/>
                  </a:lnTo>
                  <a:lnTo>
                    <a:pt x="803338" y="247269"/>
                  </a:lnTo>
                  <a:lnTo>
                    <a:pt x="801814" y="248793"/>
                  </a:lnTo>
                  <a:lnTo>
                    <a:pt x="801814" y="250317"/>
                  </a:lnTo>
                  <a:lnTo>
                    <a:pt x="777430" y="274701"/>
                  </a:lnTo>
                  <a:lnTo>
                    <a:pt x="777430" y="280797"/>
                  </a:lnTo>
                  <a:lnTo>
                    <a:pt x="815530" y="280797"/>
                  </a:lnTo>
                  <a:lnTo>
                    <a:pt x="815530" y="273177"/>
                  </a:lnTo>
                  <a:close/>
                </a:path>
                <a:path w="3651250" h="299085">
                  <a:moveTo>
                    <a:pt x="862863" y="257937"/>
                  </a:moveTo>
                  <a:lnTo>
                    <a:pt x="861339" y="257937"/>
                  </a:lnTo>
                  <a:lnTo>
                    <a:pt x="861339" y="256413"/>
                  </a:lnTo>
                  <a:lnTo>
                    <a:pt x="858291" y="253365"/>
                  </a:lnTo>
                  <a:lnTo>
                    <a:pt x="856767" y="253365"/>
                  </a:lnTo>
                  <a:lnTo>
                    <a:pt x="855243" y="251841"/>
                  </a:lnTo>
                  <a:lnTo>
                    <a:pt x="853719" y="251841"/>
                  </a:lnTo>
                  <a:lnTo>
                    <a:pt x="852195" y="250317"/>
                  </a:lnTo>
                  <a:lnTo>
                    <a:pt x="850671" y="250317"/>
                  </a:lnTo>
                  <a:lnTo>
                    <a:pt x="856767" y="247269"/>
                  </a:lnTo>
                  <a:lnTo>
                    <a:pt x="858291" y="245745"/>
                  </a:lnTo>
                  <a:lnTo>
                    <a:pt x="859815" y="242697"/>
                  </a:lnTo>
                  <a:lnTo>
                    <a:pt x="859815" y="231927"/>
                  </a:lnTo>
                  <a:lnTo>
                    <a:pt x="858291" y="230403"/>
                  </a:lnTo>
                  <a:lnTo>
                    <a:pt x="852195" y="224307"/>
                  </a:lnTo>
                  <a:lnTo>
                    <a:pt x="850671" y="224307"/>
                  </a:lnTo>
                  <a:lnTo>
                    <a:pt x="847623" y="222783"/>
                  </a:lnTo>
                  <a:lnTo>
                    <a:pt x="838479" y="222783"/>
                  </a:lnTo>
                  <a:lnTo>
                    <a:pt x="836955" y="224307"/>
                  </a:lnTo>
                  <a:lnTo>
                    <a:pt x="830859" y="224307"/>
                  </a:lnTo>
                  <a:lnTo>
                    <a:pt x="829335" y="225831"/>
                  </a:lnTo>
                  <a:lnTo>
                    <a:pt x="829335" y="231927"/>
                  </a:lnTo>
                  <a:lnTo>
                    <a:pt x="830859" y="231927"/>
                  </a:lnTo>
                  <a:lnTo>
                    <a:pt x="833907" y="230403"/>
                  </a:lnTo>
                  <a:lnTo>
                    <a:pt x="847623" y="230403"/>
                  </a:lnTo>
                  <a:lnTo>
                    <a:pt x="849147" y="231927"/>
                  </a:lnTo>
                  <a:lnTo>
                    <a:pt x="852195" y="233451"/>
                  </a:lnTo>
                  <a:lnTo>
                    <a:pt x="852195" y="242697"/>
                  </a:lnTo>
                  <a:lnTo>
                    <a:pt x="850671" y="244221"/>
                  </a:lnTo>
                  <a:lnTo>
                    <a:pt x="850671" y="245745"/>
                  </a:lnTo>
                  <a:lnTo>
                    <a:pt x="849147" y="245745"/>
                  </a:lnTo>
                  <a:lnTo>
                    <a:pt x="849147" y="247269"/>
                  </a:lnTo>
                  <a:lnTo>
                    <a:pt x="846099" y="247269"/>
                  </a:lnTo>
                  <a:lnTo>
                    <a:pt x="844575" y="248793"/>
                  </a:lnTo>
                  <a:lnTo>
                    <a:pt x="835431" y="248793"/>
                  </a:lnTo>
                  <a:lnTo>
                    <a:pt x="835431" y="254889"/>
                  </a:lnTo>
                  <a:lnTo>
                    <a:pt x="849147" y="254889"/>
                  </a:lnTo>
                  <a:lnTo>
                    <a:pt x="855243" y="260985"/>
                  </a:lnTo>
                  <a:lnTo>
                    <a:pt x="855243" y="268605"/>
                  </a:lnTo>
                  <a:lnTo>
                    <a:pt x="853719" y="270129"/>
                  </a:lnTo>
                  <a:lnTo>
                    <a:pt x="853719" y="271653"/>
                  </a:lnTo>
                  <a:lnTo>
                    <a:pt x="852195" y="271653"/>
                  </a:lnTo>
                  <a:lnTo>
                    <a:pt x="850671" y="273177"/>
                  </a:lnTo>
                  <a:lnTo>
                    <a:pt x="849147" y="273177"/>
                  </a:lnTo>
                  <a:lnTo>
                    <a:pt x="846099" y="274701"/>
                  </a:lnTo>
                  <a:lnTo>
                    <a:pt x="827811" y="274701"/>
                  </a:lnTo>
                  <a:lnTo>
                    <a:pt x="827811" y="280797"/>
                  </a:lnTo>
                  <a:lnTo>
                    <a:pt x="833907" y="280797"/>
                  </a:lnTo>
                  <a:lnTo>
                    <a:pt x="836955" y="282321"/>
                  </a:lnTo>
                  <a:lnTo>
                    <a:pt x="843051" y="282321"/>
                  </a:lnTo>
                  <a:lnTo>
                    <a:pt x="846099" y="280797"/>
                  </a:lnTo>
                  <a:lnTo>
                    <a:pt x="849147" y="280797"/>
                  </a:lnTo>
                  <a:lnTo>
                    <a:pt x="855243" y="277749"/>
                  </a:lnTo>
                  <a:lnTo>
                    <a:pt x="856767" y="276225"/>
                  </a:lnTo>
                  <a:lnTo>
                    <a:pt x="859815" y="274701"/>
                  </a:lnTo>
                  <a:lnTo>
                    <a:pt x="861339" y="273177"/>
                  </a:lnTo>
                  <a:lnTo>
                    <a:pt x="861339" y="270129"/>
                  </a:lnTo>
                  <a:lnTo>
                    <a:pt x="862863" y="268605"/>
                  </a:lnTo>
                  <a:lnTo>
                    <a:pt x="862863" y="257937"/>
                  </a:lnTo>
                  <a:close/>
                </a:path>
                <a:path w="3651250" h="299085">
                  <a:moveTo>
                    <a:pt x="955535" y="253072"/>
                  </a:moveTo>
                  <a:lnTo>
                    <a:pt x="928116" y="253072"/>
                  </a:lnTo>
                  <a:lnTo>
                    <a:pt x="928116" y="260705"/>
                  </a:lnTo>
                  <a:lnTo>
                    <a:pt x="955535" y="260705"/>
                  </a:lnTo>
                  <a:lnTo>
                    <a:pt x="955535" y="253072"/>
                  </a:lnTo>
                  <a:close/>
                </a:path>
                <a:path w="3651250" h="299085">
                  <a:moveTo>
                    <a:pt x="1058214" y="274701"/>
                  </a:moveTo>
                  <a:lnTo>
                    <a:pt x="1046022" y="274701"/>
                  </a:lnTo>
                  <a:lnTo>
                    <a:pt x="1046022" y="219735"/>
                  </a:lnTo>
                  <a:lnTo>
                    <a:pt x="1024686" y="219735"/>
                  </a:lnTo>
                  <a:lnTo>
                    <a:pt x="1024686" y="225831"/>
                  </a:lnTo>
                  <a:lnTo>
                    <a:pt x="1038402" y="225831"/>
                  </a:lnTo>
                  <a:lnTo>
                    <a:pt x="1038402" y="274701"/>
                  </a:lnTo>
                  <a:lnTo>
                    <a:pt x="1023162" y="274701"/>
                  </a:lnTo>
                  <a:lnTo>
                    <a:pt x="1023162" y="280797"/>
                  </a:lnTo>
                  <a:lnTo>
                    <a:pt x="1058214" y="280797"/>
                  </a:lnTo>
                  <a:lnTo>
                    <a:pt x="1058214" y="274701"/>
                  </a:lnTo>
                  <a:close/>
                </a:path>
                <a:path w="3651250" h="299085">
                  <a:moveTo>
                    <a:pt x="1110234" y="251841"/>
                  </a:moveTo>
                  <a:lnTo>
                    <a:pt x="1107186" y="245745"/>
                  </a:lnTo>
                  <a:lnTo>
                    <a:pt x="1107186" y="244221"/>
                  </a:lnTo>
                  <a:lnTo>
                    <a:pt x="1104138" y="242697"/>
                  </a:lnTo>
                  <a:lnTo>
                    <a:pt x="1102614" y="239649"/>
                  </a:lnTo>
                  <a:lnTo>
                    <a:pt x="1102614" y="253365"/>
                  </a:lnTo>
                  <a:lnTo>
                    <a:pt x="1102614" y="262509"/>
                  </a:lnTo>
                  <a:lnTo>
                    <a:pt x="1101090" y="265557"/>
                  </a:lnTo>
                  <a:lnTo>
                    <a:pt x="1101090" y="268605"/>
                  </a:lnTo>
                  <a:lnTo>
                    <a:pt x="1096518" y="273177"/>
                  </a:lnTo>
                  <a:lnTo>
                    <a:pt x="1094994" y="273177"/>
                  </a:lnTo>
                  <a:lnTo>
                    <a:pt x="1093470" y="274701"/>
                  </a:lnTo>
                  <a:lnTo>
                    <a:pt x="1084224" y="274701"/>
                  </a:lnTo>
                  <a:lnTo>
                    <a:pt x="1082700" y="273177"/>
                  </a:lnTo>
                  <a:lnTo>
                    <a:pt x="1081176" y="273177"/>
                  </a:lnTo>
                  <a:lnTo>
                    <a:pt x="1079652" y="271653"/>
                  </a:lnTo>
                  <a:lnTo>
                    <a:pt x="1079652" y="270129"/>
                  </a:lnTo>
                  <a:lnTo>
                    <a:pt x="1078128" y="268605"/>
                  </a:lnTo>
                  <a:lnTo>
                    <a:pt x="1078128" y="265557"/>
                  </a:lnTo>
                  <a:lnTo>
                    <a:pt x="1076604" y="264033"/>
                  </a:lnTo>
                  <a:lnTo>
                    <a:pt x="1076604" y="254889"/>
                  </a:lnTo>
                  <a:lnTo>
                    <a:pt x="1078128" y="253365"/>
                  </a:lnTo>
                  <a:lnTo>
                    <a:pt x="1078128" y="248793"/>
                  </a:lnTo>
                  <a:lnTo>
                    <a:pt x="1081176" y="245745"/>
                  </a:lnTo>
                  <a:lnTo>
                    <a:pt x="1082700" y="245745"/>
                  </a:lnTo>
                  <a:lnTo>
                    <a:pt x="1085748" y="242697"/>
                  </a:lnTo>
                  <a:lnTo>
                    <a:pt x="1093470" y="242697"/>
                  </a:lnTo>
                  <a:lnTo>
                    <a:pt x="1094994" y="244221"/>
                  </a:lnTo>
                  <a:lnTo>
                    <a:pt x="1096518" y="244221"/>
                  </a:lnTo>
                  <a:lnTo>
                    <a:pt x="1099566" y="247269"/>
                  </a:lnTo>
                  <a:lnTo>
                    <a:pt x="1099566" y="248793"/>
                  </a:lnTo>
                  <a:lnTo>
                    <a:pt x="1101090" y="250317"/>
                  </a:lnTo>
                  <a:lnTo>
                    <a:pt x="1101090" y="251841"/>
                  </a:lnTo>
                  <a:lnTo>
                    <a:pt x="1102614" y="253365"/>
                  </a:lnTo>
                  <a:lnTo>
                    <a:pt x="1102614" y="239649"/>
                  </a:lnTo>
                  <a:lnTo>
                    <a:pt x="1101090" y="238125"/>
                  </a:lnTo>
                  <a:lnTo>
                    <a:pt x="1098042" y="238125"/>
                  </a:lnTo>
                  <a:lnTo>
                    <a:pt x="1096518" y="236499"/>
                  </a:lnTo>
                  <a:lnTo>
                    <a:pt x="1084224" y="236499"/>
                  </a:lnTo>
                  <a:lnTo>
                    <a:pt x="1081176" y="238125"/>
                  </a:lnTo>
                  <a:lnTo>
                    <a:pt x="1078128" y="239649"/>
                  </a:lnTo>
                  <a:lnTo>
                    <a:pt x="1075080" y="242697"/>
                  </a:lnTo>
                  <a:lnTo>
                    <a:pt x="1072032" y="244221"/>
                  </a:lnTo>
                  <a:lnTo>
                    <a:pt x="1072032" y="247269"/>
                  </a:lnTo>
                  <a:lnTo>
                    <a:pt x="1068984" y="253365"/>
                  </a:lnTo>
                  <a:lnTo>
                    <a:pt x="1068984" y="265557"/>
                  </a:lnTo>
                  <a:lnTo>
                    <a:pt x="1072032" y="271653"/>
                  </a:lnTo>
                  <a:lnTo>
                    <a:pt x="1072032" y="274701"/>
                  </a:lnTo>
                  <a:lnTo>
                    <a:pt x="1075080" y="276225"/>
                  </a:lnTo>
                  <a:lnTo>
                    <a:pt x="1078128" y="279273"/>
                  </a:lnTo>
                  <a:lnTo>
                    <a:pt x="1081176" y="280797"/>
                  </a:lnTo>
                  <a:lnTo>
                    <a:pt x="1082700" y="280797"/>
                  </a:lnTo>
                  <a:lnTo>
                    <a:pt x="1085748" y="282321"/>
                  </a:lnTo>
                  <a:lnTo>
                    <a:pt x="1091946" y="282321"/>
                  </a:lnTo>
                  <a:lnTo>
                    <a:pt x="1098042" y="279273"/>
                  </a:lnTo>
                  <a:lnTo>
                    <a:pt x="1101090" y="279273"/>
                  </a:lnTo>
                  <a:lnTo>
                    <a:pt x="1102614" y="277749"/>
                  </a:lnTo>
                  <a:lnTo>
                    <a:pt x="1104138" y="274701"/>
                  </a:lnTo>
                  <a:lnTo>
                    <a:pt x="1105662" y="273177"/>
                  </a:lnTo>
                  <a:lnTo>
                    <a:pt x="1107186" y="270129"/>
                  </a:lnTo>
                  <a:lnTo>
                    <a:pt x="1108710" y="268605"/>
                  </a:lnTo>
                  <a:lnTo>
                    <a:pt x="1110234" y="265557"/>
                  </a:lnTo>
                  <a:lnTo>
                    <a:pt x="1110234" y="251841"/>
                  </a:lnTo>
                  <a:close/>
                </a:path>
                <a:path w="3651250" h="299085">
                  <a:moveTo>
                    <a:pt x="1156042" y="267081"/>
                  </a:moveTo>
                  <a:lnTo>
                    <a:pt x="1154518" y="265557"/>
                  </a:lnTo>
                  <a:lnTo>
                    <a:pt x="1154518" y="264033"/>
                  </a:lnTo>
                  <a:lnTo>
                    <a:pt x="1152994" y="262509"/>
                  </a:lnTo>
                  <a:lnTo>
                    <a:pt x="1152994" y="260985"/>
                  </a:lnTo>
                  <a:lnTo>
                    <a:pt x="1151470" y="259461"/>
                  </a:lnTo>
                  <a:lnTo>
                    <a:pt x="1149946" y="259461"/>
                  </a:lnTo>
                  <a:lnTo>
                    <a:pt x="1148422" y="257937"/>
                  </a:lnTo>
                  <a:lnTo>
                    <a:pt x="1146898" y="257937"/>
                  </a:lnTo>
                  <a:lnTo>
                    <a:pt x="1143762" y="256413"/>
                  </a:lnTo>
                  <a:lnTo>
                    <a:pt x="1142238" y="256413"/>
                  </a:lnTo>
                  <a:lnTo>
                    <a:pt x="1139190" y="254889"/>
                  </a:lnTo>
                  <a:lnTo>
                    <a:pt x="1137666" y="254889"/>
                  </a:lnTo>
                  <a:lnTo>
                    <a:pt x="1136142" y="253365"/>
                  </a:lnTo>
                  <a:lnTo>
                    <a:pt x="1133094" y="253365"/>
                  </a:lnTo>
                  <a:lnTo>
                    <a:pt x="1130046" y="250317"/>
                  </a:lnTo>
                  <a:lnTo>
                    <a:pt x="1130046" y="245745"/>
                  </a:lnTo>
                  <a:lnTo>
                    <a:pt x="1131570" y="245745"/>
                  </a:lnTo>
                  <a:lnTo>
                    <a:pt x="1131570" y="244221"/>
                  </a:lnTo>
                  <a:lnTo>
                    <a:pt x="1133094" y="244221"/>
                  </a:lnTo>
                  <a:lnTo>
                    <a:pt x="1134618" y="242697"/>
                  </a:lnTo>
                  <a:lnTo>
                    <a:pt x="1148422" y="242697"/>
                  </a:lnTo>
                  <a:lnTo>
                    <a:pt x="1149946" y="244221"/>
                  </a:lnTo>
                  <a:lnTo>
                    <a:pt x="1152994" y="244221"/>
                  </a:lnTo>
                  <a:lnTo>
                    <a:pt x="1152994" y="238125"/>
                  </a:lnTo>
                  <a:lnTo>
                    <a:pt x="1149946" y="236512"/>
                  </a:lnTo>
                  <a:lnTo>
                    <a:pt x="1134618" y="236512"/>
                  </a:lnTo>
                  <a:lnTo>
                    <a:pt x="1131570" y="238125"/>
                  </a:lnTo>
                  <a:lnTo>
                    <a:pt x="1130046" y="238125"/>
                  </a:lnTo>
                  <a:lnTo>
                    <a:pt x="1126998" y="239649"/>
                  </a:lnTo>
                  <a:lnTo>
                    <a:pt x="1125474" y="241173"/>
                  </a:lnTo>
                  <a:lnTo>
                    <a:pt x="1125474" y="242697"/>
                  </a:lnTo>
                  <a:lnTo>
                    <a:pt x="1123950" y="242697"/>
                  </a:lnTo>
                  <a:lnTo>
                    <a:pt x="1123950" y="244221"/>
                  </a:lnTo>
                  <a:lnTo>
                    <a:pt x="1122426" y="245745"/>
                  </a:lnTo>
                  <a:lnTo>
                    <a:pt x="1122426" y="251841"/>
                  </a:lnTo>
                  <a:lnTo>
                    <a:pt x="1123950" y="253365"/>
                  </a:lnTo>
                  <a:lnTo>
                    <a:pt x="1123950" y="254889"/>
                  </a:lnTo>
                  <a:lnTo>
                    <a:pt x="1128522" y="259461"/>
                  </a:lnTo>
                  <a:lnTo>
                    <a:pt x="1130046" y="259461"/>
                  </a:lnTo>
                  <a:lnTo>
                    <a:pt x="1131570" y="260985"/>
                  </a:lnTo>
                  <a:lnTo>
                    <a:pt x="1134618" y="260985"/>
                  </a:lnTo>
                  <a:lnTo>
                    <a:pt x="1136142" y="262509"/>
                  </a:lnTo>
                  <a:lnTo>
                    <a:pt x="1140714" y="262509"/>
                  </a:lnTo>
                  <a:lnTo>
                    <a:pt x="1142238" y="264033"/>
                  </a:lnTo>
                  <a:lnTo>
                    <a:pt x="1143762" y="264033"/>
                  </a:lnTo>
                  <a:lnTo>
                    <a:pt x="1145374" y="265557"/>
                  </a:lnTo>
                  <a:lnTo>
                    <a:pt x="1146898" y="265557"/>
                  </a:lnTo>
                  <a:lnTo>
                    <a:pt x="1146898" y="268605"/>
                  </a:lnTo>
                  <a:lnTo>
                    <a:pt x="1148422" y="268605"/>
                  </a:lnTo>
                  <a:lnTo>
                    <a:pt x="1148422" y="271653"/>
                  </a:lnTo>
                  <a:lnTo>
                    <a:pt x="1146898" y="273177"/>
                  </a:lnTo>
                  <a:lnTo>
                    <a:pt x="1145374" y="273177"/>
                  </a:lnTo>
                  <a:lnTo>
                    <a:pt x="1143762" y="274701"/>
                  </a:lnTo>
                  <a:lnTo>
                    <a:pt x="1126998" y="274701"/>
                  </a:lnTo>
                  <a:lnTo>
                    <a:pt x="1123950" y="273177"/>
                  </a:lnTo>
                  <a:lnTo>
                    <a:pt x="1122426" y="273177"/>
                  </a:lnTo>
                  <a:lnTo>
                    <a:pt x="1122426" y="279273"/>
                  </a:lnTo>
                  <a:lnTo>
                    <a:pt x="1123950" y="280797"/>
                  </a:lnTo>
                  <a:lnTo>
                    <a:pt x="1131570" y="280797"/>
                  </a:lnTo>
                  <a:lnTo>
                    <a:pt x="1134618" y="282321"/>
                  </a:lnTo>
                  <a:lnTo>
                    <a:pt x="1139190" y="282321"/>
                  </a:lnTo>
                  <a:lnTo>
                    <a:pt x="1140714" y="280797"/>
                  </a:lnTo>
                  <a:lnTo>
                    <a:pt x="1145374" y="280797"/>
                  </a:lnTo>
                  <a:lnTo>
                    <a:pt x="1146898" y="279273"/>
                  </a:lnTo>
                  <a:lnTo>
                    <a:pt x="1149946" y="279273"/>
                  </a:lnTo>
                  <a:lnTo>
                    <a:pt x="1149946" y="277749"/>
                  </a:lnTo>
                  <a:lnTo>
                    <a:pt x="1151470" y="277749"/>
                  </a:lnTo>
                  <a:lnTo>
                    <a:pt x="1152994" y="276225"/>
                  </a:lnTo>
                  <a:lnTo>
                    <a:pt x="1152994" y="274701"/>
                  </a:lnTo>
                  <a:lnTo>
                    <a:pt x="1154518" y="274701"/>
                  </a:lnTo>
                  <a:lnTo>
                    <a:pt x="1154518" y="271653"/>
                  </a:lnTo>
                  <a:lnTo>
                    <a:pt x="1156042" y="270129"/>
                  </a:lnTo>
                  <a:lnTo>
                    <a:pt x="1156042" y="267081"/>
                  </a:lnTo>
                  <a:close/>
                </a:path>
                <a:path w="3651250" h="299085">
                  <a:moveTo>
                    <a:pt x="1204912" y="265557"/>
                  </a:moveTo>
                  <a:lnTo>
                    <a:pt x="1201864" y="262509"/>
                  </a:lnTo>
                  <a:lnTo>
                    <a:pt x="1201864" y="260985"/>
                  </a:lnTo>
                  <a:lnTo>
                    <a:pt x="1200340" y="259461"/>
                  </a:lnTo>
                  <a:lnTo>
                    <a:pt x="1198816" y="259461"/>
                  </a:lnTo>
                  <a:lnTo>
                    <a:pt x="1197190" y="257937"/>
                  </a:lnTo>
                  <a:lnTo>
                    <a:pt x="1195666" y="257937"/>
                  </a:lnTo>
                  <a:lnTo>
                    <a:pt x="1192618" y="256413"/>
                  </a:lnTo>
                  <a:lnTo>
                    <a:pt x="1191094" y="256413"/>
                  </a:lnTo>
                  <a:lnTo>
                    <a:pt x="1188046" y="254889"/>
                  </a:lnTo>
                  <a:lnTo>
                    <a:pt x="1186522" y="254889"/>
                  </a:lnTo>
                  <a:lnTo>
                    <a:pt x="1184998" y="253365"/>
                  </a:lnTo>
                  <a:lnTo>
                    <a:pt x="1181950" y="253365"/>
                  </a:lnTo>
                  <a:lnTo>
                    <a:pt x="1178902" y="250317"/>
                  </a:lnTo>
                  <a:lnTo>
                    <a:pt x="1178902" y="245745"/>
                  </a:lnTo>
                  <a:lnTo>
                    <a:pt x="1180426" y="245745"/>
                  </a:lnTo>
                  <a:lnTo>
                    <a:pt x="1180426" y="244221"/>
                  </a:lnTo>
                  <a:lnTo>
                    <a:pt x="1181950" y="244221"/>
                  </a:lnTo>
                  <a:lnTo>
                    <a:pt x="1183474" y="242697"/>
                  </a:lnTo>
                  <a:lnTo>
                    <a:pt x="1197190" y="242697"/>
                  </a:lnTo>
                  <a:lnTo>
                    <a:pt x="1198816" y="244221"/>
                  </a:lnTo>
                  <a:lnTo>
                    <a:pt x="1201864" y="244221"/>
                  </a:lnTo>
                  <a:lnTo>
                    <a:pt x="1201864" y="238125"/>
                  </a:lnTo>
                  <a:lnTo>
                    <a:pt x="1198816" y="236512"/>
                  </a:lnTo>
                  <a:lnTo>
                    <a:pt x="1183474" y="236512"/>
                  </a:lnTo>
                  <a:lnTo>
                    <a:pt x="1180426" y="238125"/>
                  </a:lnTo>
                  <a:lnTo>
                    <a:pt x="1178902" y="238125"/>
                  </a:lnTo>
                  <a:lnTo>
                    <a:pt x="1175854" y="239649"/>
                  </a:lnTo>
                  <a:lnTo>
                    <a:pt x="1174330" y="241173"/>
                  </a:lnTo>
                  <a:lnTo>
                    <a:pt x="1174330" y="242697"/>
                  </a:lnTo>
                  <a:lnTo>
                    <a:pt x="1172806" y="242697"/>
                  </a:lnTo>
                  <a:lnTo>
                    <a:pt x="1172806" y="244221"/>
                  </a:lnTo>
                  <a:lnTo>
                    <a:pt x="1171282" y="245745"/>
                  </a:lnTo>
                  <a:lnTo>
                    <a:pt x="1171282" y="251841"/>
                  </a:lnTo>
                  <a:lnTo>
                    <a:pt x="1172806" y="253365"/>
                  </a:lnTo>
                  <a:lnTo>
                    <a:pt x="1172806" y="254889"/>
                  </a:lnTo>
                  <a:lnTo>
                    <a:pt x="1177378" y="259461"/>
                  </a:lnTo>
                  <a:lnTo>
                    <a:pt x="1178902" y="259461"/>
                  </a:lnTo>
                  <a:lnTo>
                    <a:pt x="1181950" y="260985"/>
                  </a:lnTo>
                  <a:lnTo>
                    <a:pt x="1183474" y="260985"/>
                  </a:lnTo>
                  <a:lnTo>
                    <a:pt x="1184998" y="262509"/>
                  </a:lnTo>
                  <a:lnTo>
                    <a:pt x="1189570" y="262509"/>
                  </a:lnTo>
                  <a:lnTo>
                    <a:pt x="1191094" y="264033"/>
                  </a:lnTo>
                  <a:lnTo>
                    <a:pt x="1192618" y="264033"/>
                  </a:lnTo>
                  <a:lnTo>
                    <a:pt x="1194142" y="265557"/>
                  </a:lnTo>
                  <a:lnTo>
                    <a:pt x="1195666" y="265557"/>
                  </a:lnTo>
                  <a:lnTo>
                    <a:pt x="1195666" y="268605"/>
                  </a:lnTo>
                  <a:lnTo>
                    <a:pt x="1197190" y="268605"/>
                  </a:lnTo>
                  <a:lnTo>
                    <a:pt x="1197190" y="271653"/>
                  </a:lnTo>
                  <a:lnTo>
                    <a:pt x="1195666" y="273177"/>
                  </a:lnTo>
                  <a:lnTo>
                    <a:pt x="1194142" y="273177"/>
                  </a:lnTo>
                  <a:lnTo>
                    <a:pt x="1192618" y="274701"/>
                  </a:lnTo>
                  <a:lnTo>
                    <a:pt x="1175854" y="274701"/>
                  </a:lnTo>
                  <a:lnTo>
                    <a:pt x="1172806" y="273177"/>
                  </a:lnTo>
                  <a:lnTo>
                    <a:pt x="1171282" y="273177"/>
                  </a:lnTo>
                  <a:lnTo>
                    <a:pt x="1171282" y="279273"/>
                  </a:lnTo>
                  <a:lnTo>
                    <a:pt x="1172806" y="280797"/>
                  </a:lnTo>
                  <a:lnTo>
                    <a:pt x="1180426" y="280797"/>
                  </a:lnTo>
                  <a:lnTo>
                    <a:pt x="1183474" y="282321"/>
                  </a:lnTo>
                  <a:lnTo>
                    <a:pt x="1188046" y="282321"/>
                  </a:lnTo>
                  <a:lnTo>
                    <a:pt x="1189570" y="280797"/>
                  </a:lnTo>
                  <a:lnTo>
                    <a:pt x="1194142" y="280797"/>
                  </a:lnTo>
                  <a:lnTo>
                    <a:pt x="1195666" y="279273"/>
                  </a:lnTo>
                  <a:lnTo>
                    <a:pt x="1198816" y="279273"/>
                  </a:lnTo>
                  <a:lnTo>
                    <a:pt x="1198816" y="277749"/>
                  </a:lnTo>
                  <a:lnTo>
                    <a:pt x="1200340" y="277749"/>
                  </a:lnTo>
                  <a:lnTo>
                    <a:pt x="1201864" y="276225"/>
                  </a:lnTo>
                  <a:lnTo>
                    <a:pt x="1201864" y="274701"/>
                  </a:lnTo>
                  <a:lnTo>
                    <a:pt x="1203388" y="274701"/>
                  </a:lnTo>
                  <a:lnTo>
                    <a:pt x="1203388" y="271653"/>
                  </a:lnTo>
                  <a:lnTo>
                    <a:pt x="1204912" y="270129"/>
                  </a:lnTo>
                  <a:lnTo>
                    <a:pt x="1204912" y="265557"/>
                  </a:lnTo>
                  <a:close/>
                </a:path>
                <a:path w="3651250" h="299085">
                  <a:moveTo>
                    <a:pt x="1242999" y="271653"/>
                  </a:moveTo>
                  <a:lnTo>
                    <a:pt x="1241475" y="271653"/>
                  </a:lnTo>
                  <a:lnTo>
                    <a:pt x="1241475" y="270129"/>
                  </a:lnTo>
                  <a:lnTo>
                    <a:pt x="1239951" y="270129"/>
                  </a:lnTo>
                  <a:lnTo>
                    <a:pt x="1239951" y="268605"/>
                  </a:lnTo>
                  <a:lnTo>
                    <a:pt x="1232331" y="268605"/>
                  </a:lnTo>
                  <a:lnTo>
                    <a:pt x="1232331" y="270129"/>
                  </a:lnTo>
                  <a:lnTo>
                    <a:pt x="1230807" y="270129"/>
                  </a:lnTo>
                  <a:lnTo>
                    <a:pt x="1230807" y="271653"/>
                  </a:lnTo>
                  <a:lnTo>
                    <a:pt x="1229283" y="273177"/>
                  </a:lnTo>
                  <a:lnTo>
                    <a:pt x="1229283" y="276225"/>
                  </a:lnTo>
                  <a:lnTo>
                    <a:pt x="1230807" y="277749"/>
                  </a:lnTo>
                  <a:lnTo>
                    <a:pt x="1230807" y="279273"/>
                  </a:lnTo>
                  <a:lnTo>
                    <a:pt x="1232331" y="280797"/>
                  </a:lnTo>
                  <a:lnTo>
                    <a:pt x="1233855" y="280797"/>
                  </a:lnTo>
                  <a:lnTo>
                    <a:pt x="1235379" y="282321"/>
                  </a:lnTo>
                  <a:lnTo>
                    <a:pt x="1236903" y="282321"/>
                  </a:lnTo>
                  <a:lnTo>
                    <a:pt x="1238427" y="280797"/>
                  </a:lnTo>
                  <a:lnTo>
                    <a:pt x="1239951" y="280797"/>
                  </a:lnTo>
                  <a:lnTo>
                    <a:pt x="1241475" y="279273"/>
                  </a:lnTo>
                  <a:lnTo>
                    <a:pt x="1241475" y="277749"/>
                  </a:lnTo>
                  <a:lnTo>
                    <a:pt x="1242999" y="277749"/>
                  </a:lnTo>
                  <a:lnTo>
                    <a:pt x="1242999" y="271653"/>
                  </a:lnTo>
                  <a:close/>
                </a:path>
                <a:path w="3651250" h="299085">
                  <a:moveTo>
                    <a:pt x="1242999" y="241173"/>
                  </a:moveTo>
                  <a:lnTo>
                    <a:pt x="1241475" y="239649"/>
                  </a:lnTo>
                  <a:lnTo>
                    <a:pt x="1241475" y="238125"/>
                  </a:lnTo>
                  <a:lnTo>
                    <a:pt x="1239951" y="238125"/>
                  </a:lnTo>
                  <a:lnTo>
                    <a:pt x="1239951" y="236499"/>
                  </a:lnTo>
                  <a:lnTo>
                    <a:pt x="1232331" y="236499"/>
                  </a:lnTo>
                  <a:lnTo>
                    <a:pt x="1232331" y="238125"/>
                  </a:lnTo>
                  <a:lnTo>
                    <a:pt x="1230807" y="238125"/>
                  </a:lnTo>
                  <a:lnTo>
                    <a:pt x="1230807" y="241173"/>
                  </a:lnTo>
                  <a:lnTo>
                    <a:pt x="1229283" y="241173"/>
                  </a:lnTo>
                  <a:lnTo>
                    <a:pt x="1229283" y="244221"/>
                  </a:lnTo>
                  <a:lnTo>
                    <a:pt x="1230807" y="245745"/>
                  </a:lnTo>
                  <a:lnTo>
                    <a:pt x="1230807" y="247269"/>
                  </a:lnTo>
                  <a:lnTo>
                    <a:pt x="1232331" y="248793"/>
                  </a:lnTo>
                  <a:lnTo>
                    <a:pt x="1233855" y="248793"/>
                  </a:lnTo>
                  <a:lnTo>
                    <a:pt x="1233855" y="250317"/>
                  </a:lnTo>
                  <a:lnTo>
                    <a:pt x="1238427" y="250317"/>
                  </a:lnTo>
                  <a:lnTo>
                    <a:pt x="1238427" y="248793"/>
                  </a:lnTo>
                  <a:lnTo>
                    <a:pt x="1239951" y="248793"/>
                  </a:lnTo>
                  <a:lnTo>
                    <a:pt x="1241475" y="247269"/>
                  </a:lnTo>
                  <a:lnTo>
                    <a:pt x="1241475" y="245745"/>
                  </a:lnTo>
                  <a:lnTo>
                    <a:pt x="1242999" y="245745"/>
                  </a:lnTo>
                  <a:lnTo>
                    <a:pt x="1242999" y="241173"/>
                  </a:lnTo>
                  <a:close/>
                </a:path>
                <a:path w="3651250" h="299085">
                  <a:moveTo>
                    <a:pt x="1354442" y="242697"/>
                  </a:moveTo>
                  <a:lnTo>
                    <a:pt x="1352918" y="239649"/>
                  </a:lnTo>
                  <a:lnTo>
                    <a:pt x="1352918" y="234975"/>
                  </a:lnTo>
                  <a:lnTo>
                    <a:pt x="1351394" y="231927"/>
                  </a:lnTo>
                  <a:lnTo>
                    <a:pt x="1348346" y="230403"/>
                  </a:lnTo>
                  <a:lnTo>
                    <a:pt x="1346822" y="227355"/>
                  </a:lnTo>
                  <a:lnTo>
                    <a:pt x="1346822" y="247269"/>
                  </a:lnTo>
                  <a:lnTo>
                    <a:pt x="1346822" y="259461"/>
                  </a:lnTo>
                  <a:lnTo>
                    <a:pt x="1345298" y="262509"/>
                  </a:lnTo>
                  <a:lnTo>
                    <a:pt x="1345298" y="267081"/>
                  </a:lnTo>
                  <a:lnTo>
                    <a:pt x="1343774" y="270129"/>
                  </a:lnTo>
                  <a:lnTo>
                    <a:pt x="1340726" y="273177"/>
                  </a:lnTo>
                  <a:lnTo>
                    <a:pt x="1339202" y="273177"/>
                  </a:lnTo>
                  <a:lnTo>
                    <a:pt x="1337678" y="274701"/>
                  </a:lnTo>
                  <a:lnTo>
                    <a:pt x="1330058" y="274701"/>
                  </a:lnTo>
                  <a:lnTo>
                    <a:pt x="1328534" y="273177"/>
                  </a:lnTo>
                  <a:lnTo>
                    <a:pt x="1327010" y="273177"/>
                  </a:lnTo>
                  <a:lnTo>
                    <a:pt x="1327010" y="271653"/>
                  </a:lnTo>
                  <a:lnTo>
                    <a:pt x="1325486" y="271653"/>
                  </a:lnTo>
                  <a:lnTo>
                    <a:pt x="1325486" y="270129"/>
                  </a:lnTo>
                  <a:lnTo>
                    <a:pt x="1323962" y="268605"/>
                  </a:lnTo>
                  <a:lnTo>
                    <a:pt x="1323962" y="267081"/>
                  </a:lnTo>
                  <a:lnTo>
                    <a:pt x="1322438" y="265557"/>
                  </a:lnTo>
                  <a:lnTo>
                    <a:pt x="1322438" y="264033"/>
                  </a:lnTo>
                  <a:lnTo>
                    <a:pt x="1331315" y="257937"/>
                  </a:lnTo>
                  <a:lnTo>
                    <a:pt x="1346822" y="247269"/>
                  </a:lnTo>
                  <a:lnTo>
                    <a:pt x="1346822" y="227355"/>
                  </a:lnTo>
                  <a:lnTo>
                    <a:pt x="1345298" y="225831"/>
                  </a:lnTo>
                  <a:lnTo>
                    <a:pt x="1345298" y="238125"/>
                  </a:lnTo>
                  <a:lnTo>
                    <a:pt x="1345298" y="239649"/>
                  </a:lnTo>
                  <a:lnTo>
                    <a:pt x="1320914" y="257937"/>
                  </a:lnTo>
                  <a:lnTo>
                    <a:pt x="1320914" y="245745"/>
                  </a:lnTo>
                  <a:lnTo>
                    <a:pt x="1322438" y="242697"/>
                  </a:lnTo>
                  <a:lnTo>
                    <a:pt x="1322438" y="239649"/>
                  </a:lnTo>
                  <a:lnTo>
                    <a:pt x="1323962" y="236499"/>
                  </a:lnTo>
                  <a:lnTo>
                    <a:pt x="1323962" y="234975"/>
                  </a:lnTo>
                  <a:lnTo>
                    <a:pt x="1328534" y="230403"/>
                  </a:lnTo>
                  <a:lnTo>
                    <a:pt x="1339202" y="230403"/>
                  </a:lnTo>
                  <a:lnTo>
                    <a:pt x="1342250" y="233451"/>
                  </a:lnTo>
                  <a:lnTo>
                    <a:pt x="1342250" y="234975"/>
                  </a:lnTo>
                  <a:lnTo>
                    <a:pt x="1343774" y="234975"/>
                  </a:lnTo>
                  <a:lnTo>
                    <a:pt x="1343774" y="236499"/>
                  </a:lnTo>
                  <a:lnTo>
                    <a:pt x="1345298" y="238125"/>
                  </a:lnTo>
                  <a:lnTo>
                    <a:pt x="1345298" y="225831"/>
                  </a:lnTo>
                  <a:lnTo>
                    <a:pt x="1342250" y="224307"/>
                  </a:lnTo>
                  <a:lnTo>
                    <a:pt x="1340726" y="224307"/>
                  </a:lnTo>
                  <a:lnTo>
                    <a:pt x="1337678" y="222783"/>
                  </a:lnTo>
                  <a:lnTo>
                    <a:pt x="1331582" y="222783"/>
                  </a:lnTo>
                  <a:lnTo>
                    <a:pt x="1322438" y="227355"/>
                  </a:lnTo>
                  <a:lnTo>
                    <a:pt x="1320914" y="228879"/>
                  </a:lnTo>
                  <a:lnTo>
                    <a:pt x="1319390" y="231927"/>
                  </a:lnTo>
                  <a:lnTo>
                    <a:pt x="1316342" y="233451"/>
                  </a:lnTo>
                  <a:lnTo>
                    <a:pt x="1314818" y="236499"/>
                  </a:lnTo>
                  <a:lnTo>
                    <a:pt x="1314818" y="241173"/>
                  </a:lnTo>
                  <a:lnTo>
                    <a:pt x="1313294" y="244221"/>
                  </a:lnTo>
                  <a:lnTo>
                    <a:pt x="1313294" y="262509"/>
                  </a:lnTo>
                  <a:lnTo>
                    <a:pt x="1319390" y="274701"/>
                  </a:lnTo>
                  <a:lnTo>
                    <a:pt x="1320914" y="276225"/>
                  </a:lnTo>
                  <a:lnTo>
                    <a:pt x="1322438" y="279273"/>
                  </a:lnTo>
                  <a:lnTo>
                    <a:pt x="1325486" y="279273"/>
                  </a:lnTo>
                  <a:lnTo>
                    <a:pt x="1327010" y="280797"/>
                  </a:lnTo>
                  <a:lnTo>
                    <a:pt x="1330058" y="282321"/>
                  </a:lnTo>
                  <a:lnTo>
                    <a:pt x="1337678" y="282321"/>
                  </a:lnTo>
                  <a:lnTo>
                    <a:pt x="1340726" y="280797"/>
                  </a:lnTo>
                  <a:lnTo>
                    <a:pt x="1342250" y="279273"/>
                  </a:lnTo>
                  <a:lnTo>
                    <a:pt x="1348346" y="276225"/>
                  </a:lnTo>
                  <a:lnTo>
                    <a:pt x="1349108" y="274701"/>
                  </a:lnTo>
                  <a:lnTo>
                    <a:pt x="1349870" y="273177"/>
                  </a:lnTo>
                  <a:lnTo>
                    <a:pt x="1351394" y="271653"/>
                  </a:lnTo>
                  <a:lnTo>
                    <a:pt x="1352918" y="268605"/>
                  </a:lnTo>
                  <a:lnTo>
                    <a:pt x="1352918" y="264033"/>
                  </a:lnTo>
                  <a:lnTo>
                    <a:pt x="1354442" y="260985"/>
                  </a:lnTo>
                  <a:lnTo>
                    <a:pt x="1354442" y="247269"/>
                  </a:lnTo>
                  <a:lnTo>
                    <a:pt x="1354442" y="242697"/>
                  </a:lnTo>
                  <a:close/>
                </a:path>
                <a:path w="3651250" h="299085">
                  <a:moveTo>
                    <a:pt x="1389595" y="271653"/>
                  </a:moveTo>
                  <a:lnTo>
                    <a:pt x="1388071" y="270129"/>
                  </a:lnTo>
                  <a:lnTo>
                    <a:pt x="1388071" y="268605"/>
                  </a:lnTo>
                  <a:lnTo>
                    <a:pt x="1386547" y="268605"/>
                  </a:lnTo>
                  <a:lnTo>
                    <a:pt x="1385023" y="267081"/>
                  </a:lnTo>
                  <a:lnTo>
                    <a:pt x="1380451" y="267081"/>
                  </a:lnTo>
                  <a:lnTo>
                    <a:pt x="1378927" y="268605"/>
                  </a:lnTo>
                  <a:lnTo>
                    <a:pt x="1377403" y="268605"/>
                  </a:lnTo>
                  <a:lnTo>
                    <a:pt x="1377403" y="270129"/>
                  </a:lnTo>
                  <a:lnTo>
                    <a:pt x="1375879" y="270129"/>
                  </a:lnTo>
                  <a:lnTo>
                    <a:pt x="1375879" y="277749"/>
                  </a:lnTo>
                  <a:lnTo>
                    <a:pt x="1377403" y="279273"/>
                  </a:lnTo>
                  <a:lnTo>
                    <a:pt x="1377403" y="280797"/>
                  </a:lnTo>
                  <a:lnTo>
                    <a:pt x="1380451" y="280797"/>
                  </a:lnTo>
                  <a:lnTo>
                    <a:pt x="1381975" y="282321"/>
                  </a:lnTo>
                  <a:lnTo>
                    <a:pt x="1383499" y="282321"/>
                  </a:lnTo>
                  <a:lnTo>
                    <a:pt x="1385023" y="280797"/>
                  </a:lnTo>
                  <a:lnTo>
                    <a:pt x="1386547" y="280797"/>
                  </a:lnTo>
                  <a:lnTo>
                    <a:pt x="1388071" y="279273"/>
                  </a:lnTo>
                  <a:lnTo>
                    <a:pt x="1388071" y="277749"/>
                  </a:lnTo>
                  <a:lnTo>
                    <a:pt x="1389595" y="277749"/>
                  </a:lnTo>
                  <a:lnTo>
                    <a:pt x="1389595" y="271653"/>
                  </a:lnTo>
                  <a:close/>
                </a:path>
                <a:path w="3651250" h="299085">
                  <a:moveTo>
                    <a:pt x="1450644" y="273177"/>
                  </a:moveTo>
                  <a:lnTo>
                    <a:pt x="1438452" y="273177"/>
                  </a:lnTo>
                  <a:lnTo>
                    <a:pt x="1438452" y="224320"/>
                  </a:lnTo>
                  <a:lnTo>
                    <a:pt x="1430832" y="224320"/>
                  </a:lnTo>
                  <a:lnTo>
                    <a:pt x="1412544" y="233464"/>
                  </a:lnTo>
                  <a:lnTo>
                    <a:pt x="1415592" y="239649"/>
                  </a:lnTo>
                  <a:lnTo>
                    <a:pt x="1429308" y="231940"/>
                  </a:lnTo>
                  <a:lnTo>
                    <a:pt x="1429308" y="273177"/>
                  </a:lnTo>
                  <a:lnTo>
                    <a:pt x="1415592" y="273177"/>
                  </a:lnTo>
                  <a:lnTo>
                    <a:pt x="1415592" y="280797"/>
                  </a:lnTo>
                  <a:lnTo>
                    <a:pt x="1450644" y="280797"/>
                  </a:lnTo>
                  <a:lnTo>
                    <a:pt x="1450644" y="273177"/>
                  </a:lnTo>
                  <a:close/>
                </a:path>
                <a:path w="3651250" h="299085">
                  <a:moveTo>
                    <a:pt x="1499514" y="262509"/>
                  </a:moveTo>
                  <a:lnTo>
                    <a:pt x="1497990" y="259461"/>
                  </a:lnTo>
                  <a:lnTo>
                    <a:pt x="1497990" y="257937"/>
                  </a:lnTo>
                  <a:lnTo>
                    <a:pt x="1496466" y="257937"/>
                  </a:lnTo>
                  <a:lnTo>
                    <a:pt x="1496466" y="256413"/>
                  </a:lnTo>
                  <a:lnTo>
                    <a:pt x="1493418" y="253365"/>
                  </a:lnTo>
                  <a:lnTo>
                    <a:pt x="1491894" y="253365"/>
                  </a:lnTo>
                  <a:lnTo>
                    <a:pt x="1491894" y="251841"/>
                  </a:lnTo>
                  <a:lnTo>
                    <a:pt x="1490370" y="251841"/>
                  </a:lnTo>
                  <a:lnTo>
                    <a:pt x="1488846" y="250317"/>
                  </a:lnTo>
                  <a:lnTo>
                    <a:pt x="1487322" y="250317"/>
                  </a:lnTo>
                  <a:lnTo>
                    <a:pt x="1490370" y="248793"/>
                  </a:lnTo>
                  <a:lnTo>
                    <a:pt x="1493418" y="245745"/>
                  </a:lnTo>
                  <a:lnTo>
                    <a:pt x="1494942" y="242697"/>
                  </a:lnTo>
                  <a:lnTo>
                    <a:pt x="1496466" y="241173"/>
                  </a:lnTo>
                  <a:lnTo>
                    <a:pt x="1496466" y="233451"/>
                  </a:lnTo>
                  <a:lnTo>
                    <a:pt x="1494942" y="231927"/>
                  </a:lnTo>
                  <a:lnTo>
                    <a:pt x="1494942" y="230403"/>
                  </a:lnTo>
                  <a:lnTo>
                    <a:pt x="1488846" y="224307"/>
                  </a:lnTo>
                  <a:lnTo>
                    <a:pt x="1485798" y="224307"/>
                  </a:lnTo>
                  <a:lnTo>
                    <a:pt x="1484274" y="222783"/>
                  </a:lnTo>
                  <a:lnTo>
                    <a:pt x="1473606" y="222783"/>
                  </a:lnTo>
                  <a:lnTo>
                    <a:pt x="1472082" y="224307"/>
                  </a:lnTo>
                  <a:lnTo>
                    <a:pt x="1465986" y="224307"/>
                  </a:lnTo>
                  <a:lnTo>
                    <a:pt x="1464462" y="225831"/>
                  </a:lnTo>
                  <a:lnTo>
                    <a:pt x="1464462" y="231927"/>
                  </a:lnTo>
                  <a:lnTo>
                    <a:pt x="1467510" y="231927"/>
                  </a:lnTo>
                  <a:lnTo>
                    <a:pt x="1469034" y="230403"/>
                  </a:lnTo>
                  <a:lnTo>
                    <a:pt x="1484274" y="230403"/>
                  </a:lnTo>
                  <a:lnTo>
                    <a:pt x="1488846" y="234975"/>
                  </a:lnTo>
                  <a:lnTo>
                    <a:pt x="1488846" y="239649"/>
                  </a:lnTo>
                  <a:lnTo>
                    <a:pt x="1487322" y="241173"/>
                  </a:lnTo>
                  <a:lnTo>
                    <a:pt x="1487322" y="244221"/>
                  </a:lnTo>
                  <a:lnTo>
                    <a:pt x="1484274" y="247269"/>
                  </a:lnTo>
                  <a:lnTo>
                    <a:pt x="1481226" y="247269"/>
                  </a:lnTo>
                  <a:lnTo>
                    <a:pt x="1479702" y="248793"/>
                  </a:lnTo>
                  <a:lnTo>
                    <a:pt x="1470558" y="248793"/>
                  </a:lnTo>
                  <a:lnTo>
                    <a:pt x="1470558" y="254889"/>
                  </a:lnTo>
                  <a:lnTo>
                    <a:pt x="1484274" y="254889"/>
                  </a:lnTo>
                  <a:lnTo>
                    <a:pt x="1485798" y="256413"/>
                  </a:lnTo>
                  <a:lnTo>
                    <a:pt x="1487322" y="256413"/>
                  </a:lnTo>
                  <a:lnTo>
                    <a:pt x="1488846" y="257937"/>
                  </a:lnTo>
                  <a:lnTo>
                    <a:pt x="1488846" y="259461"/>
                  </a:lnTo>
                  <a:lnTo>
                    <a:pt x="1490370" y="259461"/>
                  </a:lnTo>
                  <a:lnTo>
                    <a:pt x="1490370" y="268605"/>
                  </a:lnTo>
                  <a:lnTo>
                    <a:pt x="1488846" y="270129"/>
                  </a:lnTo>
                  <a:lnTo>
                    <a:pt x="1488846" y="271653"/>
                  </a:lnTo>
                  <a:lnTo>
                    <a:pt x="1487322" y="271653"/>
                  </a:lnTo>
                  <a:lnTo>
                    <a:pt x="1485798" y="273177"/>
                  </a:lnTo>
                  <a:lnTo>
                    <a:pt x="1484274" y="273177"/>
                  </a:lnTo>
                  <a:lnTo>
                    <a:pt x="1482750" y="274701"/>
                  </a:lnTo>
                  <a:lnTo>
                    <a:pt x="1462849" y="274701"/>
                  </a:lnTo>
                  <a:lnTo>
                    <a:pt x="1462849" y="280797"/>
                  </a:lnTo>
                  <a:lnTo>
                    <a:pt x="1470558" y="280797"/>
                  </a:lnTo>
                  <a:lnTo>
                    <a:pt x="1472082" y="282321"/>
                  </a:lnTo>
                  <a:lnTo>
                    <a:pt x="1478178" y="282321"/>
                  </a:lnTo>
                  <a:lnTo>
                    <a:pt x="1482750" y="280797"/>
                  </a:lnTo>
                  <a:lnTo>
                    <a:pt x="1485798" y="280797"/>
                  </a:lnTo>
                  <a:lnTo>
                    <a:pt x="1488846" y="279273"/>
                  </a:lnTo>
                  <a:lnTo>
                    <a:pt x="1490370" y="277749"/>
                  </a:lnTo>
                  <a:lnTo>
                    <a:pt x="1493418" y="276225"/>
                  </a:lnTo>
                  <a:lnTo>
                    <a:pt x="1496466" y="273177"/>
                  </a:lnTo>
                  <a:lnTo>
                    <a:pt x="1497990" y="270129"/>
                  </a:lnTo>
                  <a:lnTo>
                    <a:pt x="1497990" y="268605"/>
                  </a:lnTo>
                  <a:lnTo>
                    <a:pt x="1499514" y="265557"/>
                  </a:lnTo>
                  <a:lnTo>
                    <a:pt x="1499514" y="262509"/>
                  </a:lnTo>
                  <a:close/>
                </a:path>
                <a:path w="3651250" h="299085">
                  <a:moveTo>
                    <a:pt x="1548384" y="224307"/>
                  </a:moveTo>
                  <a:lnTo>
                    <a:pt x="1510182" y="224307"/>
                  </a:lnTo>
                  <a:lnTo>
                    <a:pt x="1510182" y="230403"/>
                  </a:lnTo>
                  <a:lnTo>
                    <a:pt x="1540764" y="230403"/>
                  </a:lnTo>
                  <a:lnTo>
                    <a:pt x="1516278" y="280797"/>
                  </a:lnTo>
                  <a:lnTo>
                    <a:pt x="1525524" y="280797"/>
                  </a:lnTo>
                  <a:lnTo>
                    <a:pt x="1548384" y="230403"/>
                  </a:lnTo>
                  <a:lnTo>
                    <a:pt x="1548384" y="224307"/>
                  </a:lnTo>
                  <a:close/>
                </a:path>
                <a:path w="3651250" h="299085">
                  <a:moveTo>
                    <a:pt x="1597240" y="273177"/>
                  </a:moveTo>
                  <a:lnTo>
                    <a:pt x="1585048" y="273177"/>
                  </a:lnTo>
                  <a:lnTo>
                    <a:pt x="1585048" y="224320"/>
                  </a:lnTo>
                  <a:lnTo>
                    <a:pt x="1577428" y="224320"/>
                  </a:lnTo>
                  <a:lnTo>
                    <a:pt x="1560576" y="233464"/>
                  </a:lnTo>
                  <a:lnTo>
                    <a:pt x="1562100" y="239649"/>
                  </a:lnTo>
                  <a:lnTo>
                    <a:pt x="1575904" y="231940"/>
                  </a:lnTo>
                  <a:lnTo>
                    <a:pt x="1575904" y="273177"/>
                  </a:lnTo>
                  <a:lnTo>
                    <a:pt x="1562100" y="273177"/>
                  </a:lnTo>
                  <a:lnTo>
                    <a:pt x="1562100" y="280797"/>
                  </a:lnTo>
                  <a:lnTo>
                    <a:pt x="1597240" y="280797"/>
                  </a:lnTo>
                  <a:lnTo>
                    <a:pt x="1597240" y="273177"/>
                  </a:lnTo>
                  <a:close/>
                </a:path>
                <a:path w="3651250" h="299085">
                  <a:moveTo>
                    <a:pt x="1690116" y="253072"/>
                  </a:moveTo>
                  <a:lnTo>
                    <a:pt x="1662684" y="253072"/>
                  </a:lnTo>
                  <a:lnTo>
                    <a:pt x="1662684" y="260705"/>
                  </a:lnTo>
                  <a:lnTo>
                    <a:pt x="1690116" y="260705"/>
                  </a:lnTo>
                  <a:lnTo>
                    <a:pt x="1690116" y="253072"/>
                  </a:lnTo>
                  <a:close/>
                </a:path>
                <a:path w="3651250" h="299085">
                  <a:moveTo>
                    <a:pt x="1795640" y="236499"/>
                  </a:moveTo>
                  <a:lnTo>
                    <a:pt x="1786496" y="236499"/>
                  </a:lnTo>
                  <a:lnTo>
                    <a:pt x="1775828" y="265557"/>
                  </a:lnTo>
                  <a:lnTo>
                    <a:pt x="1774304" y="273177"/>
                  </a:lnTo>
                  <a:lnTo>
                    <a:pt x="1771256" y="265557"/>
                  </a:lnTo>
                  <a:lnTo>
                    <a:pt x="1760588" y="236499"/>
                  </a:lnTo>
                  <a:lnTo>
                    <a:pt x="1752968" y="236499"/>
                  </a:lnTo>
                  <a:lnTo>
                    <a:pt x="1769732" y="280797"/>
                  </a:lnTo>
                  <a:lnTo>
                    <a:pt x="1778876" y="280797"/>
                  </a:lnTo>
                  <a:lnTo>
                    <a:pt x="1795640" y="236499"/>
                  </a:lnTo>
                  <a:close/>
                </a:path>
                <a:path w="3651250" h="299085">
                  <a:moveTo>
                    <a:pt x="1839937" y="245656"/>
                  </a:moveTo>
                  <a:lnTo>
                    <a:pt x="1838413" y="244132"/>
                  </a:lnTo>
                  <a:lnTo>
                    <a:pt x="1838413" y="242608"/>
                  </a:lnTo>
                  <a:lnTo>
                    <a:pt x="1833841" y="238036"/>
                  </a:lnTo>
                  <a:lnTo>
                    <a:pt x="1832317" y="238036"/>
                  </a:lnTo>
                  <a:lnTo>
                    <a:pt x="1830793" y="236512"/>
                  </a:lnTo>
                  <a:lnTo>
                    <a:pt x="1815465" y="236512"/>
                  </a:lnTo>
                  <a:lnTo>
                    <a:pt x="1813941" y="238036"/>
                  </a:lnTo>
                  <a:lnTo>
                    <a:pt x="1809369" y="238036"/>
                  </a:lnTo>
                  <a:lnTo>
                    <a:pt x="1807845" y="239560"/>
                  </a:lnTo>
                  <a:lnTo>
                    <a:pt x="1807845" y="245656"/>
                  </a:lnTo>
                  <a:lnTo>
                    <a:pt x="1810893" y="245656"/>
                  </a:lnTo>
                  <a:lnTo>
                    <a:pt x="1812417" y="244132"/>
                  </a:lnTo>
                  <a:lnTo>
                    <a:pt x="1815465" y="244132"/>
                  </a:lnTo>
                  <a:lnTo>
                    <a:pt x="1816989" y="242608"/>
                  </a:lnTo>
                  <a:lnTo>
                    <a:pt x="1826221" y="242608"/>
                  </a:lnTo>
                  <a:lnTo>
                    <a:pt x="1827745" y="244132"/>
                  </a:lnTo>
                  <a:lnTo>
                    <a:pt x="1830793" y="245656"/>
                  </a:lnTo>
                  <a:lnTo>
                    <a:pt x="1832317" y="247180"/>
                  </a:lnTo>
                  <a:lnTo>
                    <a:pt x="1832317" y="254800"/>
                  </a:lnTo>
                  <a:lnTo>
                    <a:pt x="1832317" y="260896"/>
                  </a:lnTo>
                  <a:lnTo>
                    <a:pt x="1832317" y="268516"/>
                  </a:lnTo>
                  <a:lnTo>
                    <a:pt x="1830793" y="271564"/>
                  </a:lnTo>
                  <a:lnTo>
                    <a:pt x="1827745" y="273088"/>
                  </a:lnTo>
                  <a:lnTo>
                    <a:pt x="1826221" y="273088"/>
                  </a:lnTo>
                  <a:lnTo>
                    <a:pt x="1823173" y="274612"/>
                  </a:lnTo>
                  <a:lnTo>
                    <a:pt x="1813941" y="274612"/>
                  </a:lnTo>
                  <a:lnTo>
                    <a:pt x="1813941" y="273088"/>
                  </a:lnTo>
                  <a:lnTo>
                    <a:pt x="1812417" y="271564"/>
                  </a:lnTo>
                  <a:lnTo>
                    <a:pt x="1812417" y="265468"/>
                  </a:lnTo>
                  <a:lnTo>
                    <a:pt x="1815465" y="262420"/>
                  </a:lnTo>
                  <a:lnTo>
                    <a:pt x="1816989" y="262420"/>
                  </a:lnTo>
                  <a:lnTo>
                    <a:pt x="1818513" y="260896"/>
                  </a:lnTo>
                  <a:lnTo>
                    <a:pt x="1832317" y="260896"/>
                  </a:lnTo>
                  <a:lnTo>
                    <a:pt x="1832317" y="254800"/>
                  </a:lnTo>
                  <a:lnTo>
                    <a:pt x="1816989" y="254800"/>
                  </a:lnTo>
                  <a:lnTo>
                    <a:pt x="1812417" y="256324"/>
                  </a:lnTo>
                  <a:lnTo>
                    <a:pt x="1809369" y="259372"/>
                  </a:lnTo>
                  <a:lnTo>
                    <a:pt x="1806321" y="260896"/>
                  </a:lnTo>
                  <a:lnTo>
                    <a:pt x="1804797" y="265468"/>
                  </a:lnTo>
                  <a:lnTo>
                    <a:pt x="1804797" y="276225"/>
                  </a:lnTo>
                  <a:lnTo>
                    <a:pt x="1806321" y="276225"/>
                  </a:lnTo>
                  <a:lnTo>
                    <a:pt x="1809369" y="279273"/>
                  </a:lnTo>
                  <a:lnTo>
                    <a:pt x="1812417" y="280797"/>
                  </a:lnTo>
                  <a:lnTo>
                    <a:pt x="1813941" y="280797"/>
                  </a:lnTo>
                  <a:lnTo>
                    <a:pt x="1815465" y="282321"/>
                  </a:lnTo>
                  <a:lnTo>
                    <a:pt x="1821561" y="282321"/>
                  </a:lnTo>
                  <a:lnTo>
                    <a:pt x="1823173" y="280797"/>
                  </a:lnTo>
                  <a:lnTo>
                    <a:pt x="1826221" y="279273"/>
                  </a:lnTo>
                  <a:lnTo>
                    <a:pt x="1827745" y="279273"/>
                  </a:lnTo>
                  <a:lnTo>
                    <a:pt x="1830793" y="277749"/>
                  </a:lnTo>
                  <a:lnTo>
                    <a:pt x="1833841" y="274612"/>
                  </a:lnTo>
                  <a:lnTo>
                    <a:pt x="1833841" y="280797"/>
                  </a:lnTo>
                  <a:lnTo>
                    <a:pt x="1839937" y="280797"/>
                  </a:lnTo>
                  <a:lnTo>
                    <a:pt x="1839937" y="260896"/>
                  </a:lnTo>
                  <a:lnTo>
                    <a:pt x="1839937" y="245656"/>
                  </a:lnTo>
                  <a:close/>
                </a:path>
                <a:path w="3651250" h="299085">
                  <a:moveTo>
                    <a:pt x="1890331" y="274701"/>
                  </a:moveTo>
                  <a:lnTo>
                    <a:pt x="1876615" y="274701"/>
                  </a:lnTo>
                  <a:lnTo>
                    <a:pt x="1876615" y="219735"/>
                  </a:lnTo>
                  <a:lnTo>
                    <a:pt x="1856803" y="219735"/>
                  </a:lnTo>
                  <a:lnTo>
                    <a:pt x="1856803" y="225831"/>
                  </a:lnTo>
                  <a:lnTo>
                    <a:pt x="1868995" y="225831"/>
                  </a:lnTo>
                  <a:lnTo>
                    <a:pt x="1868995" y="274701"/>
                  </a:lnTo>
                  <a:lnTo>
                    <a:pt x="1855279" y="274701"/>
                  </a:lnTo>
                  <a:lnTo>
                    <a:pt x="1855279" y="280797"/>
                  </a:lnTo>
                  <a:lnTo>
                    <a:pt x="1890331" y="280797"/>
                  </a:lnTo>
                  <a:lnTo>
                    <a:pt x="1890331" y="274701"/>
                  </a:lnTo>
                  <a:close/>
                </a:path>
                <a:path w="3651250" h="299085">
                  <a:moveTo>
                    <a:pt x="1946135" y="291172"/>
                  </a:moveTo>
                  <a:lnTo>
                    <a:pt x="1894332" y="291172"/>
                  </a:lnTo>
                  <a:lnTo>
                    <a:pt x="1894332" y="298805"/>
                  </a:lnTo>
                  <a:lnTo>
                    <a:pt x="1946135" y="298805"/>
                  </a:lnTo>
                  <a:lnTo>
                    <a:pt x="1946135" y="291172"/>
                  </a:lnTo>
                  <a:close/>
                </a:path>
                <a:path w="3651250" h="299085">
                  <a:moveTo>
                    <a:pt x="1986534" y="245745"/>
                  </a:moveTo>
                  <a:lnTo>
                    <a:pt x="1985010" y="244221"/>
                  </a:lnTo>
                  <a:lnTo>
                    <a:pt x="1985010" y="242697"/>
                  </a:lnTo>
                  <a:lnTo>
                    <a:pt x="1980438" y="238125"/>
                  </a:lnTo>
                  <a:lnTo>
                    <a:pt x="1978914" y="238125"/>
                  </a:lnTo>
                  <a:lnTo>
                    <a:pt x="1977390" y="236512"/>
                  </a:lnTo>
                  <a:lnTo>
                    <a:pt x="1962150" y="236512"/>
                  </a:lnTo>
                  <a:lnTo>
                    <a:pt x="1960626" y="238125"/>
                  </a:lnTo>
                  <a:lnTo>
                    <a:pt x="1956054" y="238125"/>
                  </a:lnTo>
                  <a:lnTo>
                    <a:pt x="1954530" y="239649"/>
                  </a:lnTo>
                  <a:lnTo>
                    <a:pt x="1954530" y="245745"/>
                  </a:lnTo>
                  <a:lnTo>
                    <a:pt x="1957578" y="245745"/>
                  </a:lnTo>
                  <a:lnTo>
                    <a:pt x="1959102" y="244221"/>
                  </a:lnTo>
                  <a:lnTo>
                    <a:pt x="1962150" y="244221"/>
                  </a:lnTo>
                  <a:lnTo>
                    <a:pt x="1963674" y="242697"/>
                  </a:lnTo>
                  <a:lnTo>
                    <a:pt x="1972818" y="242697"/>
                  </a:lnTo>
                  <a:lnTo>
                    <a:pt x="1975866" y="244221"/>
                  </a:lnTo>
                  <a:lnTo>
                    <a:pt x="1978914" y="247269"/>
                  </a:lnTo>
                  <a:lnTo>
                    <a:pt x="1978914" y="254889"/>
                  </a:lnTo>
                  <a:lnTo>
                    <a:pt x="1978914" y="260985"/>
                  </a:lnTo>
                  <a:lnTo>
                    <a:pt x="1978914" y="268605"/>
                  </a:lnTo>
                  <a:lnTo>
                    <a:pt x="1977390" y="271653"/>
                  </a:lnTo>
                  <a:lnTo>
                    <a:pt x="1974342" y="273177"/>
                  </a:lnTo>
                  <a:lnTo>
                    <a:pt x="1972818" y="273177"/>
                  </a:lnTo>
                  <a:lnTo>
                    <a:pt x="1969770" y="274701"/>
                  </a:lnTo>
                  <a:lnTo>
                    <a:pt x="1962150" y="274701"/>
                  </a:lnTo>
                  <a:lnTo>
                    <a:pt x="1959102" y="271653"/>
                  </a:lnTo>
                  <a:lnTo>
                    <a:pt x="1959102" y="265557"/>
                  </a:lnTo>
                  <a:lnTo>
                    <a:pt x="1962150" y="262509"/>
                  </a:lnTo>
                  <a:lnTo>
                    <a:pt x="1963674" y="262509"/>
                  </a:lnTo>
                  <a:lnTo>
                    <a:pt x="1965198" y="260985"/>
                  </a:lnTo>
                  <a:lnTo>
                    <a:pt x="1978914" y="260985"/>
                  </a:lnTo>
                  <a:lnTo>
                    <a:pt x="1978914" y="254889"/>
                  </a:lnTo>
                  <a:lnTo>
                    <a:pt x="1963674" y="254889"/>
                  </a:lnTo>
                  <a:lnTo>
                    <a:pt x="1959102" y="256413"/>
                  </a:lnTo>
                  <a:lnTo>
                    <a:pt x="1956054" y="259461"/>
                  </a:lnTo>
                  <a:lnTo>
                    <a:pt x="1953006" y="260985"/>
                  </a:lnTo>
                  <a:lnTo>
                    <a:pt x="1951482" y="265557"/>
                  </a:lnTo>
                  <a:lnTo>
                    <a:pt x="1951482" y="274701"/>
                  </a:lnTo>
                  <a:lnTo>
                    <a:pt x="1956054" y="279273"/>
                  </a:lnTo>
                  <a:lnTo>
                    <a:pt x="1957578" y="279273"/>
                  </a:lnTo>
                  <a:lnTo>
                    <a:pt x="1959102" y="280797"/>
                  </a:lnTo>
                  <a:lnTo>
                    <a:pt x="1960626" y="280797"/>
                  </a:lnTo>
                  <a:lnTo>
                    <a:pt x="1962150" y="282321"/>
                  </a:lnTo>
                  <a:lnTo>
                    <a:pt x="1968246" y="282321"/>
                  </a:lnTo>
                  <a:lnTo>
                    <a:pt x="1969770" y="280797"/>
                  </a:lnTo>
                  <a:lnTo>
                    <a:pt x="1972818" y="279273"/>
                  </a:lnTo>
                  <a:lnTo>
                    <a:pt x="1975866" y="279273"/>
                  </a:lnTo>
                  <a:lnTo>
                    <a:pt x="1980438" y="274701"/>
                  </a:lnTo>
                  <a:lnTo>
                    <a:pt x="1980438" y="280797"/>
                  </a:lnTo>
                  <a:lnTo>
                    <a:pt x="1986534" y="280797"/>
                  </a:lnTo>
                  <a:lnTo>
                    <a:pt x="1986534" y="260985"/>
                  </a:lnTo>
                  <a:lnTo>
                    <a:pt x="1986534" y="245745"/>
                  </a:lnTo>
                  <a:close/>
                </a:path>
                <a:path w="3651250" h="299085">
                  <a:moveTo>
                    <a:pt x="2035390" y="238125"/>
                  </a:moveTo>
                  <a:lnTo>
                    <a:pt x="2030818" y="238125"/>
                  </a:lnTo>
                  <a:lnTo>
                    <a:pt x="2029294" y="236499"/>
                  </a:lnTo>
                  <a:lnTo>
                    <a:pt x="2017102" y="236499"/>
                  </a:lnTo>
                  <a:lnTo>
                    <a:pt x="2011006" y="239649"/>
                  </a:lnTo>
                  <a:lnTo>
                    <a:pt x="2009482" y="241173"/>
                  </a:lnTo>
                  <a:lnTo>
                    <a:pt x="2006434" y="242697"/>
                  </a:lnTo>
                  <a:lnTo>
                    <a:pt x="2004910" y="244221"/>
                  </a:lnTo>
                  <a:lnTo>
                    <a:pt x="2001862" y="250317"/>
                  </a:lnTo>
                  <a:lnTo>
                    <a:pt x="2001862" y="253365"/>
                  </a:lnTo>
                  <a:lnTo>
                    <a:pt x="2000338" y="256413"/>
                  </a:lnTo>
                  <a:lnTo>
                    <a:pt x="2000338" y="267081"/>
                  </a:lnTo>
                  <a:lnTo>
                    <a:pt x="2006434" y="276225"/>
                  </a:lnTo>
                  <a:lnTo>
                    <a:pt x="2009482" y="279273"/>
                  </a:lnTo>
                  <a:lnTo>
                    <a:pt x="2015578" y="280797"/>
                  </a:lnTo>
                  <a:lnTo>
                    <a:pt x="2030818" y="280797"/>
                  </a:lnTo>
                  <a:lnTo>
                    <a:pt x="2032342" y="279273"/>
                  </a:lnTo>
                  <a:lnTo>
                    <a:pt x="2035390" y="279273"/>
                  </a:lnTo>
                  <a:lnTo>
                    <a:pt x="2035390" y="271653"/>
                  </a:lnTo>
                  <a:lnTo>
                    <a:pt x="2032342" y="273177"/>
                  </a:lnTo>
                  <a:lnTo>
                    <a:pt x="2030818" y="273177"/>
                  </a:lnTo>
                  <a:lnTo>
                    <a:pt x="2029294" y="274701"/>
                  </a:lnTo>
                  <a:lnTo>
                    <a:pt x="2018626" y="274701"/>
                  </a:lnTo>
                  <a:lnTo>
                    <a:pt x="2012530" y="271653"/>
                  </a:lnTo>
                  <a:lnTo>
                    <a:pt x="2009482" y="268605"/>
                  </a:lnTo>
                  <a:lnTo>
                    <a:pt x="2009482" y="251841"/>
                  </a:lnTo>
                  <a:lnTo>
                    <a:pt x="2011006" y="250317"/>
                  </a:lnTo>
                  <a:lnTo>
                    <a:pt x="2011006" y="248793"/>
                  </a:lnTo>
                  <a:lnTo>
                    <a:pt x="2015578" y="244221"/>
                  </a:lnTo>
                  <a:lnTo>
                    <a:pt x="2017102" y="244221"/>
                  </a:lnTo>
                  <a:lnTo>
                    <a:pt x="2018626" y="242697"/>
                  </a:lnTo>
                  <a:lnTo>
                    <a:pt x="2027770" y="242697"/>
                  </a:lnTo>
                  <a:lnTo>
                    <a:pt x="2029294" y="244221"/>
                  </a:lnTo>
                  <a:lnTo>
                    <a:pt x="2032342" y="244221"/>
                  </a:lnTo>
                  <a:lnTo>
                    <a:pt x="2035390" y="245745"/>
                  </a:lnTo>
                  <a:lnTo>
                    <a:pt x="2035390" y="238125"/>
                  </a:lnTo>
                  <a:close/>
                </a:path>
                <a:path w="3651250" h="299085">
                  <a:moveTo>
                    <a:pt x="2084247" y="238125"/>
                  </a:moveTo>
                  <a:lnTo>
                    <a:pt x="2079675" y="238125"/>
                  </a:lnTo>
                  <a:lnTo>
                    <a:pt x="2078151" y="236499"/>
                  </a:lnTo>
                  <a:lnTo>
                    <a:pt x="2065959" y="236499"/>
                  </a:lnTo>
                  <a:lnTo>
                    <a:pt x="2059863" y="239649"/>
                  </a:lnTo>
                  <a:lnTo>
                    <a:pt x="2058339" y="241173"/>
                  </a:lnTo>
                  <a:lnTo>
                    <a:pt x="2055291" y="242697"/>
                  </a:lnTo>
                  <a:lnTo>
                    <a:pt x="2053767" y="244221"/>
                  </a:lnTo>
                  <a:lnTo>
                    <a:pt x="2050719" y="250317"/>
                  </a:lnTo>
                  <a:lnTo>
                    <a:pt x="2050719" y="253365"/>
                  </a:lnTo>
                  <a:lnTo>
                    <a:pt x="2049106" y="256413"/>
                  </a:lnTo>
                  <a:lnTo>
                    <a:pt x="2049106" y="267081"/>
                  </a:lnTo>
                  <a:lnTo>
                    <a:pt x="2055291" y="276225"/>
                  </a:lnTo>
                  <a:lnTo>
                    <a:pt x="2059863" y="279273"/>
                  </a:lnTo>
                  <a:lnTo>
                    <a:pt x="2064435" y="280797"/>
                  </a:lnTo>
                  <a:lnTo>
                    <a:pt x="2079675" y="280797"/>
                  </a:lnTo>
                  <a:lnTo>
                    <a:pt x="2081199" y="279273"/>
                  </a:lnTo>
                  <a:lnTo>
                    <a:pt x="2084247" y="279273"/>
                  </a:lnTo>
                  <a:lnTo>
                    <a:pt x="2084247" y="271653"/>
                  </a:lnTo>
                  <a:lnTo>
                    <a:pt x="2082723" y="273177"/>
                  </a:lnTo>
                  <a:lnTo>
                    <a:pt x="2079675" y="273177"/>
                  </a:lnTo>
                  <a:lnTo>
                    <a:pt x="2078151" y="274701"/>
                  </a:lnTo>
                  <a:lnTo>
                    <a:pt x="2067483" y="274701"/>
                  </a:lnTo>
                  <a:lnTo>
                    <a:pt x="2061387" y="271653"/>
                  </a:lnTo>
                  <a:lnTo>
                    <a:pt x="2058339" y="268605"/>
                  </a:lnTo>
                  <a:lnTo>
                    <a:pt x="2058339" y="251841"/>
                  </a:lnTo>
                  <a:lnTo>
                    <a:pt x="2061387" y="248793"/>
                  </a:lnTo>
                  <a:lnTo>
                    <a:pt x="2061387" y="247269"/>
                  </a:lnTo>
                  <a:lnTo>
                    <a:pt x="2064435" y="244221"/>
                  </a:lnTo>
                  <a:lnTo>
                    <a:pt x="2065959" y="244221"/>
                  </a:lnTo>
                  <a:lnTo>
                    <a:pt x="2067483" y="242697"/>
                  </a:lnTo>
                  <a:lnTo>
                    <a:pt x="2076627" y="242697"/>
                  </a:lnTo>
                  <a:lnTo>
                    <a:pt x="2078151" y="244221"/>
                  </a:lnTo>
                  <a:lnTo>
                    <a:pt x="2081199" y="244221"/>
                  </a:lnTo>
                  <a:lnTo>
                    <a:pt x="2084247" y="245745"/>
                  </a:lnTo>
                  <a:lnTo>
                    <a:pt x="2084247" y="238125"/>
                  </a:lnTo>
                  <a:close/>
                </a:path>
                <a:path w="3651250" h="299085">
                  <a:moveTo>
                    <a:pt x="2133117" y="236512"/>
                  </a:moveTo>
                  <a:lnTo>
                    <a:pt x="2127021" y="236512"/>
                  </a:lnTo>
                  <a:lnTo>
                    <a:pt x="2127021" y="265557"/>
                  </a:lnTo>
                  <a:lnTo>
                    <a:pt x="2125497" y="268605"/>
                  </a:lnTo>
                  <a:lnTo>
                    <a:pt x="2123973" y="268605"/>
                  </a:lnTo>
                  <a:lnTo>
                    <a:pt x="2120925" y="271653"/>
                  </a:lnTo>
                  <a:lnTo>
                    <a:pt x="2120925" y="273177"/>
                  </a:lnTo>
                  <a:lnTo>
                    <a:pt x="2119401" y="273177"/>
                  </a:lnTo>
                  <a:lnTo>
                    <a:pt x="2117877" y="274701"/>
                  </a:lnTo>
                  <a:lnTo>
                    <a:pt x="2108733" y="274701"/>
                  </a:lnTo>
                  <a:lnTo>
                    <a:pt x="2105685" y="271653"/>
                  </a:lnTo>
                  <a:lnTo>
                    <a:pt x="2105685" y="236512"/>
                  </a:lnTo>
                  <a:lnTo>
                    <a:pt x="2097963" y="236512"/>
                  </a:lnTo>
                  <a:lnTo>
                    <a:pt x="2097963" y="271653"/>
                  </a:lnTo>
                  <a:lnTo>
                    <a:pt x="2099487" y="274701"/>
                  </a:lnTo>
                  <a:lnTo>
                    <a:pt x="2102535" y="277749"/>
                  </a:lnTo>
                  <a:lnTo>
                    <a:pt x="2104161" y="280797"/>
                  </a:lnTo>
                  <a:lnTo>
                    <a:pt x="2107209" y="282321"/>
                  </a:lnTo>
                  <a:lnTo>
                    <a:pt x="2113305" y="282321"/>
                  </a:lnTo>
                  <a:lnTo>
                    <a:pt x="2114829" y="280797"/>
                  </a:lnTo>
                  <a:lnTo>
                    <a:pt x="2117877" y="280797"/>
                  </a:lnTo>
                  <a:lnTo>
                    <a:pt x="2119401" y="279273"/>
                  </a:lnTo>
                  <a:lnTo>
                    <a:pt x="2122449" y="279273"/>
                  </a:lnTo>
                  <a:lnTo>
                    <a:pt x="2122449" y="277749"/>
                  </a:lnTo>
                  <a:lnTo>
                    <a:pt x="2125497" y="274701"/>
                  </a:lnTo>
                  <a:lnTo>
                    <a:pt x="2127021" y="273177"/>
                  </a:lnTo>
                  <a:lnTo>
                    <a:pt x="2127021" y="280797"/>
                  </a:lnTo>
                  <a:lnTo>
                    <a:pt x="2133117" y="280797"/>
                  </a:lnTo>
                  <a:lnTo>
                    <a:pt x="2133117" y="236512"/>
                  </a:lnTo>
                  <a:close/>
                </a:path>
                <a:path w="3651250" h="299085">
                  <a:moveTo>
                    <a:pt x="2185035" y="244221"/>
                  </a:moveTo>
                  <a:lnTo>
                    <a:pt x="2181987" y="241173"/>
                  </a:lnTo>
                  <a:lnTo>
                    <a:pt x="2180463" y="238125"/>
                  </a:lnTo>
                  <a:lnTo>
                    <a:pt x="2175891" y="236499"/>
                  </a:lnTo>
                  <a:lnTo>
                    <a:pt x="2166747" y="236499"/>
                  </a:lnTo>
                  <a:lnTo>
                    <a:pt x="2163699" y="238125"/>
                  </a:lnTo>
                  <a:lnTo>
                    <a:pt x="2156079" y="245745"/>
                  </a:lnTo>
                  <a:lnTo>
                    <a:pt x="2156079" y="236499"/>
                  </a:lnTo>
                  <a:lnTo>
                    <a:pt x="2149881" y="236499"/>
                  </a:lnTo>
                  <a:lnTo>
                    <a:pt x="2149881" y="280797"/>
                  </a:lnTo>
                  <a:lnTo>
                    <a:pt x="2157603" y="280797"/>
                  </a:lnTo>
                  <a:lnTo>
                    <a:pt x="2157603" y="253365"/>
                  </a:lnTo>
                  <a:lnTo>
                    <a:pt x="2159127" y="250317"/>
                  </a:lnTo>
                  <a:lnTo>
                    <a:pt x="2159127" y="248793"/>
                  </a:lnTo>
                  <a:lnTo>
                    <a:pt x="2160651" y="248793"/>
                  </a:lnTo>
                  <a:lnTo>
                    <a:pt x="2163699" y="245745"/>
                  </a:lnTo>
                  <a:lnTo>
                    <a:pt x="2165223" y="245745"/>
                  </a:lnTo>
                  <a:lnTo>
                    <a:pt x="2165223" y="244221"/>
                  </a:lnTo>
                  <a:lnTo>
                    <a:pt x="2168271" y="244221"/>
                  </a:lnTo>
                  <a:lnTo>
                    <a:pt x="2168271" y="242697"/>
                  </a:lnTo>
                  <a:lnTo>
                    <a:pt x="2172843" y="242697"/>
                  </a:lnTo>
                  <a:lnTo>
                    <a:pt x="2177415" y="247269"/>
                  </a:lnTo>
                  <a:lnTo>
                    <a:pt x="2177415" y="253365"/>
                  </a:lnTo>
                  <a:lnTo>
                    <a:pt x="2185035" y="253365"/>
                  </a:lnTo>
                  <a:lnTo>
                    <a:pt x="2185035" y="244221"/>
                  </a:lnTo>
                  <a:close/>
                </a:path>
                <a:path w="3651250" h="299085">
                  <a:moveTo>
                    <a:pt x="2230844" y="244221"/>
                  </a:moveTo>
                  <a:lnTo>
                    <a:pt x="2229320" y="242697"/>
                  </a:lnTo>
                  <a:lnTo>
                    <a:pt x="2224748" y="238125"/>
                  </a:lnTo>
                  <a:lnTo>
                    <a:pt x="2223224" y="238125"/>
                  </a:lnTo>
                  <a:lnTo>
                    <a:pt x="2221700" y="236601"/>
                  </a:lnTo>
                  <a:lnTo>
                    <a:pt x="2206460" y="236601"/>
                  </a:lnTo>
                  <a:lnTo>
                    <a:pt x="2204936" y="238125"/>
                  </a:lnTo>
                  <a:lnTo>
                    <a:pt x="2200364" y="238125"/>
                  </a:lnTo>
                  <a:lnTo>
                    <a:pt x="2198840" y="239649"/>
                  </a:lnTo>
                  <a:lnTo>
                    <a:pt x="2198840" y="245745"/>
                  </a:lnTo>
                  <a:lnTo>
                    <a:pt x="2201888" y="245745"/>
                  </a:lnTo>
                  <a:lnTo>
                    <a:pt x="2203412" y="244221"/>
                  </a:lnTo>
                  <a:lnTo>
                    <a:pt x="2206460" y="244221"/>
                  </a:lnTo>
                  <a:lnTo>
                    <a:pt x="2209508" y="242697"/>
                  </a:lnTo>
                  <a:lnTo>
                    <a:pt x="2217128" y="242697"/>
                  </a:lnTo>
                  <a:lnTo>
                    <a:pt x="2220176" y="244221"/>
                  </a:lnTo>
                  <a:lnTo>
                    <a:pt x="2223224" y="247269"/>
                  </a:lnTo>
                  <a:lnTo>
                    <a:pt x="2223224" y="254889"/>
                  </a:lnTo>
                  <a:lnTo>
                    <a:pt x="2223224" y="260985"/>
                  </a:lnTo>
                  <a:lnTo>
                    <a:pt x="2223224" y="268605"/>
                  </a:lnTo>
                  <a:lnTo>
                    <a:pt x="2221700" y="271653"/>
                  </a:lnTo>
                  <a:lnTo>
                    <a:pt x="2218652" y="273177"/>
                  </a:lnTo>
                  <a:lnTo>
                    <a:pt x="2217128" y="273177"/>
                  </a:lnTo>
                  <a:lnTo>
                    <a:pt x="2214080" y="274701"/>
                  </a:lnTo>
                  <a:lnTo>
                    <a:pt x="2206460" y="274701"/>
                  </a:lnTo>
                  <a:lnTo>
                    <a:pt x="2203412" y="271653"/>
                  </a:lnTo>
                  <a:lnTo>
                    <a:pt x="2203412" y="265557"/>
                  </a:lnTo>
                  <a:lnTo>
                    <a:pt x="2206460" y="262509"/>
                  </a:lnTo>
                  <a:lnTo>
                    <a:pt x="2207984" y="262509"/>
                  </a:lnTo>
                  <a:lnTo>
                    <a:pt x="2209508" y="260985"/>
                  </a:lnTo>
                  <a:lnTo>
                    <a:pt x="2223224" y="260985"/>
                  </a:lnTo>
                  <a:lnTo>
                    <a:pt x="2223224" y="254889"/>
                  </a:lnTo>
                  <a:lnTo>
                    <a:pt x="2207984" y="254889"/>
                  </a:lnTo>
                  <a:lnTo>
                    <a:pt x="2203412" y="256413"/>
                  </a:lnTo>
                  <a:lnTo>
                    <a:pt x="2200364" y="259461"/>
                  </a:lnTo>
                  <a:lnTo>
                    <a:pt x="2197316" y="260985"/>
                  </a:lnTo>
                  <a:lnTo>
                    <a:pt x="2195792" y="265557"/>
                  </a:lnTo>
                  <a:lnTo>
                    <a:pt x="2195792" y="274701"/>
                  </a:lnTo>
                  <a:lnTo>
                    <a:pt x="2200364" y="279273"/>
                  </a:lnTo>
                  <a:lnTo>
                    <a:pt x="2201888" y="279273"/>
                  </a:lnTo>
                  <a:lnTo>
                    <a:pt x="2203412" y="280797"/>
                  </a:lnTo>
                  <a:lnTo>
                    <a:pt x="2204936" y="280797"/>
                  </a:lnTo>
                  <a:lnTo>
                    <a:pt x="2206460" y="282321"/>
                  </a:lnTo>
                  <a:lnTo>
                    <a:pt x="2212556" y="282321"/>
                  </a:lnTo>
                  <a:lnTo>
                    <a:pt x="2214080" y="280797"/>
                  </a:lnTo>
                  <a:lnTo>
                    <a:pt x="2217128" y="279273"/>
                  </a:lnTo>
                  <a:lnTo>
                    <a:pt x="2220176" y="279273"/>
                  </a:lnTo>
                  <a:lnTo>
                    <a:pt x="2224748" y="274701"/>
                  </a:lnTo>
                  <a:lnTo>
                    <a:pt x="2224748" y="280797"/>
                  </a:lnTo>
                  <a:lnTo>
                    <a:pt x="2230844" y="280797"/>
                  </a:lnTo>
                  <a:lnTo>
                    <a:pt x="2230844" y="260985"/>
                  </a:lnTo>
                  <a:lnTo>
                    <a:pt x="2230844" y="244221"/>
                  </a:lnTo>
                  <a:close/>
                </a:path>
                <a:path w="3651250" h="299085">
                  <a:moveTo>
                    <a:pt x="2279713" y="238125"/>
                  </a:moveTo>
                  <a:lnTo>
                    <a:pt x="2275141" y="238125"/>
                  </a:lnTo>
                  <a:lnTo>
                    <a:pt x="2273617" y="236499"/>
                  </a:lnTo>
                  <a:lnTo>
                    <a:pt x="2261324" y="236499"/>
                  </a:lnTo>
                  <a:lnTo>
                    <a:pt x="2255228" y="239649"/>
                  </a:lnTo>
                  <a:lnTo>
                    <a:pt x="2252180" y="242697"/>
                  </a:lnTo>
                  <a:lnTo>
                    <a:pt x="2249132" y="244221"/>
                  </a:lnTo>
                  <a:lnTo>
                    <a:pt x="2247608" y="247269"/>
                  </a:lnTo>
                  <a:lnTo>
                    <a:pt x="2247608" y="250317"/>
                  </a:lnTo>
                  <a:lnTo>
                    <a:pt x="2246084" y="253365"/>
                  </a:lnTo>
                  <a:lnTo>
                    <a:pt x="2246084" y="267081"/>
                  </a:lnTo>
                  <a:lnTo>
                    <a:pt x="2247608" y="271653"/>
                  </a:lnTo>
                  <a:lnTo>
                    <a:pt x="2250656" y="276225"/>
                  </a:lnTo>
                  <a:lnTo>
                    <a:pt x="2255228" y="279273"/>
                  </a:lnTo>
                  <a:lnTo>
                    <a:pt x="2259800" y="280797"/>
                  </a:lnTo>
                  <a:lnTo>
                    <a:pt x="2275141" y="280797"/>
                  </a:lnTo>
                  <a:lnTo>
                    <a:pt x="2278189" y="279273"/>
                  </a:lnTo>
                  <a:lnTo>
                    <a:pt x="2279713" y="279273"/>
                  </a:lnTo>
                  <a:lnTo>
                    <a:pt x="2279713" y="271653"/>
                  </a:lnTo>
                  <a:lnTo>
                    <a:pt x="2278189" y="273177"/>
                  </a:lnTo>
                  <a:lnTo>
                    <a:pt x="2275141" y="273177"/>
                  </a:lnTo>
                  <a:lnTo>
                    <a:pt x="2273617" y="274701"/>
                  </a:lnTo>
                  <a:lnTo>
                    <a:pt x="2262949" y="274701"/>
                  </a:lnTo>
                  <a:lnTo>
                    <a:pt x="2256752" y="271653"/>
                  </a:lnTo>
                  <a:lnTo>
                    <a:pt x="2255228" y="268605"/>
                  </a:lnTo>
                  <a:lnTo>
                    <a:pt x="2253704" y="264033"/>
                  </a:lnTo>
                  <a:lnTo>
                    <a:pt x="2253704" y="251841"/>
                  </a:lnTo>
                  <a:lnTo>
                    <a:pt x="2256752" y="248793"/>
                  </a:lnTo>
                  <a:lnTo>
                    <a:pt x="2256752" y="247269"/>
                  </a:lnTo>
                  <a:lnTo>
                    <a:pt x="2259800" y="244221"/>
                  </a:lnTo>
                  <a:lnTo>
                    <a:pt x="2261324" y="244221"/>
                  </a:lnTo>
                  <a:lnTo>
                    <a:pt x="2264473" y="242697"/>
                  </a:lnTo>
                  <a:lnTo>
                    <a:pt x="2272093" y="242697"/>
                  </a:lnTo>
                  <a:lnTo>
                    <a:pt x="2273617" y="244221"/>
                  </a:lnTo>
                  <a:lnTo>
                    <a:pt x="2278189" y="244221"/>
                  </a:lnTo>
                  <a:lnTo>
                    <a:pt x="2279713" y="245745"/>
                  </a:lnTo>
                  <a:lnTo>
                    <a:pt x="2279713" y="238125"/>
                  </a:lnTo>
                  <a:close/>
                </a:path>
                <a:path w="3651250" h="299085">
                  <a:moveTo>
                    <a:pt x="2333142" y="236499"/>
                  </a:moveTo>
                  <a:lnTo>
                    <a:pt x="2325522" y="236499"/>
                  </a:lnTo>
                  <a:lnTo>
                    <a:pt x="2314854" y="265557"/>
                  </a:lnTo>
                  <a:lnTo>
                    <a:pt x="2311806" y="273177"/>
                  </a:lnTo>
                  <a:lnTo>
                    <a:pt x="2310282" y="265557"/>
                  </a:lnTo>
                  <a:lnTo>
                    <a:pt x="2299512" y="236499"/>
                  </a:lnTo>
                  <a:lnTo>
                    <a:pt x="2290368" y="236499"/>
                  </a:lnTo>
                  <a:lnTo>
                    <a:pt x="2307234" y="280797"/>
                  </a:lnTo>
                  <a:lnTo>
                    <a:pt x="2307234" y="282321"/>
                  </a:lnTo>
                  <a:lnTo>
                    <a:pt x="2305710" y="285369"/>
                  </a:lnTo>
                  <a:lnTo>
                    <a:pt x="2304186" y="285369"/>
                  </a:lnTo>
                  <a:lnTo>
                    <a:pt x="2304186" y="286893"/>
                  </a:lnTo>
                  <a:lnTo>
                    <a:pt x="2302662" y="288417"/>
                  </a:lnTo>
                  <a:lnTo>
                    <a:pt x="2301036" y="289941"/>
                  </a:lnTo>
                  <a:lnTo>
                    <a:pt x="2299512" y="291465"/>
                  </a:lnTo>
                  <a:lnTo>
                    <a:pt x="2290368" y="291465"/>
                  </a:lnTo>
                  <a:lnTo>
                    <a:pt x="2290368" y="299085"/>
                  </a:lnTo>
                  <a:lnTo>
                    <a:pt x="2299512" y="299085"/>
                  </a:lnTo>
                  <a:lnTo>
                    <a:pt x="2301036" y="297561"/>
                  </a:lnTo>
                  <a:lnTo>
                    <a:pt x="2304186" y="296037"/>
                  </a:lnTo>
                  <a:lnTo>
                    <a:pt x="2305710" y="296037"/>
                  </a:lnTo>
                  <a:lnTo>
                    <a:pt x="2311806" y="289941"/>
                  </a:lnTo>
                  <a:lnTo>
                    <a:pt x="2316378" y="280797"/>
                  </a:lnTo>
                  <a:lnTo>
                    <a:pt x="2317902" y="276225"/>
                  </a:lnTo>
                  <a:lnTo>
                    <a:pt x="2319070" y="273177"/>
                  </a:lnTo>
                  <a:lnTo>
                    <a:pt x="2333142" y="236499"/>
                  </a:lnTo>
                  <a:close/>
                </a:path>
                <a:path w="3651250" h="299085">
                  <a:moveTo>
                    <a:pt x="2366670" y="270129"/>
                  </a:moveTo>
                  <a:lnTo>
                    <a:pt x="2365146" y="270129"/>
                  </a:lnTo>
                  <a:lnTo>
                    <a:pt x="2363622" y="268605"/>
                  </a:lnTo>
                  <a:lnTo>
                    <a:pt x="2357526" y="268605"/>
                  </a:lnTo>
                  <a:lnTo>
                    <a:pt x="2354478" y="271653"/>
                  </a:lnTo>
                  <a:lnTo>
                    <a:pt x="2354478" y="277749"/>
                  </a:lnTo>
                  <a:lnTo>
                    <a:pt x="2356002" y="279273"/>
                  </a:lnTo>
                  <a:lnTo>
                    <a:pt x="2356002" y="280797"/>
                  </a:lnTo>
                  <a:lnTo>
                    <a:pt x="2359050" y="280797"/>
                  </a:lnTo>
                  <a:lnTo>
                    <a:pt x="2360574" y="282321"/>
                  </a:lnTo>
                  <a:lnTo>
                    <a:pt x="2362098" y="282321"/>
                  </a:lnTo>
                  <a:lnTo>
                    <a:pt x="2362098" y="280797"/>
                  </a:lnTo>
                  <a:lnTo>
                    <a:pt x="2365146" y="280797"/>
                  </a:lnTo>
                  <a:lnTo>
                    <a:pt x="2365146" y="279273"/>
                  </a:lnTo>
                  <a:lnTo>
                    <a:pt x="2366670" y="279273"/>
                  </a:lnTo>
                  <a:lnTo>
                    <a:pt x="2366670" y="270129"/>
                  </a:lnTo>
                  <a:close/>
                </a:path>
                <a:path w="3651250" h="299085">
                  <a:moveTo>
                    <a:pt x="2366670" y="239649"/>
                  </a:moveTo>
                  <a:lnTo>
                    <a:pt x="2365146" y="238125"/>
                  </a:lnTo>
                  <a:lnTo>
                    <a:pt x="2363622" y="236499"/>
                  </a:lnTo>
                  <a:lnTo>
                    <a:pt x="2357526" y="236499"/>
                  </a:lnTo>
                  <a:lnTo>
                    <a:pt x="2356002" y="238125"/>
                  </a:lnTo>
                  <a:lnTo>
                    <a:pt x="2356002" y="239649"/>
                  </a:lnTo>
                  <a:lnTo>
                    <a:pt x="2354478" y="239649"/>
                  </a:lnTo>
                  <a:lnTo>
                    <a:pt x="2354478" y="245745"/>
                  </a:lnTo>
                  <a:lnTo>
                    <a:pt x="2356002" y="247269"/>
                  </a:lnTo>
                  <a:lnTo>
                    <a:pt x="2356002" y="248793"/>
                  </a:lnTo>
                  <a:lnTo>
                    <a:pt x="2357526" y="248793"/>
                  </a:lnTo>
                  <a:lnTo>
                    <a:pt x="2359050" y="250317"/>
                  </a:lnTo>
                  <a:lnTo>
                    <a:pt x="2362098" y="250317"/>
                  </a:lnTo>
                  <a:lnTo>
                    <a:pt x="2363622" y="248793"/>
                  </a:lnTo>
                  <a:lnTo>
                    <a:pt x="2365146" y="248793"/>
                  </a:lnTo>
                  <a:lnTo>
                    <a:pt x="2365146" y="247269"/>
                  </a:lnTo>
                  <a:lnTo>
                    <a:pt x="2366670" y="247269"/>
                  </a:lnTo>
                  <a:lnTo>
                    <a:pt x="2366670" y="239649"/>
                  </a:lnTo>
                  <a:close/>
                </a:path>
                <a:path w="3651250" h="299085">
                  <a:moveTo>
                    <a:pt x="2479738" y="247269"/>
                  </a:moveTo>
                  <a:lnTo>
                    <a:pt x="2478214" y="242697"/>
                  </a:lnTo>
                  <a:lnTo>
                    <a:pt x="2478214" y="239649"/>
                  </a:lnTo>
                  <a:lnTo>
                    <a:pt x="2476690" y="234975"/>
                  </a:lnTo>
                  <a:lnTo>
                    <a:pt x="2475065" y="231927"/>
                  </a:lnTo>
                  <a:lnTo>
                    <a:pt x="2473541" y="230403"/>
                  </a:lnTo>
                  <a:lnTo>
                    <a:pt x="2472017" y="227355"/>
                  </a:lnTo>
                  <a:lnTo>
                    <a:pt x="2472017" y="248793"/>
                  </a:lnTo>
                  <a:lnTo>
                    <a:pt x="2472017" y="256413"/>
                  </a:lnTo>
                  <a:lnTo>
                    <a:pt x="2470493" y="259461"/>
                  </a:lnTo>
                  <a:lnTo>
                    <a:pt x="2470493" y="265557"/>
                  </a:lnTo>
                  <a:lnTo>
                    <a:pt x="2468969" y="267081"/>
                  </a:lnTo>
                  <a:lnTo>
                    <a:pt x="2467445" y="270129"/>
                  </a:lnTo>
                  <a:lnTo>
                    <a:pt x="2467445" y="271653"/>
                  </a:lnTo>
                  <a:lnTo>
                    <a:pt x="2465921" y="273177"/>
                  </a:lnTo>
                  <a:lnTo>
                    <a:pt x="2464397" y="273177"/>
                  </a:lnTo>
                  <a:lnTo>
                    <a:pt x="2462873" y="274701"/>
                  </a:lnTo>
                  <a:lnTo>
                    <a:pt x="2453729" y="274701"/>
                  </a:lnTo>
                  <a:lnTo>
                    <a:pt x="2453729" y="273177"/>
                  </a:lnTo>
                  <a:lnTo>
                    <a:pt x="2452205" y="273177"/>
                  </a:lnTo>
                  <a:lnTo>
                    <a:pt x="2449157" y="270129"/>
                  </a:lnTo>
                  <a:lnTo>
                    <a:pt x="2449157" y="268605"/>
                  </a:lnTo>
                  <a:lnTo>
                    <a:pt x="2447633" y="267081"/>
                  </a:lnTo>
                  <a:lnTo>
                    <a:pt x="2447633" y="264033"/>
                  </a:lnTo>
                  <a:lnTo>
                    <a:pt x="2455951" y="257937"/>
                  </a:lnTo>
                  <a:lnTo>
                    <a:pt x="2470493" y="247269"/>
                  </a:lnTo>
                  <a:lnTo>
                    <a:pt x="2472017" y="248793"/>
                  </a:lnTo>
                  <a:lnTo>
                    <a:pt x="2472017" y="227355"/>
                  </a:lnTo>
                  <a:lnTo>
                    <a:pt x="2468969" y="225831"/>
                  </a:lnTo>
                  <a:lnTo>
                    <a:pt x="2468969" y="236499"/>
                  </a:lnTo>
                  <a:lnTo>
                    <a:pt x="2468969" y="239649"/>
                  </a:lnTo>
                  <a:lnTo>
                    <a:pt x="2446109" y="257937"/>
                  </a:lnTo>
                  <a:lnTo>
                    <a:pt x="2446109" y="242697"/>
                  </a:lnTo>
                  <a:lnTo>
                    <a:pt x="2447633" y="239649"/>
                  </a:lnTo>
                  <a:lnTo>
                    <a:pt x="2447633" y="236499"/>
                  </a:lnTo>
                  <a:lnTo>
                    <a:pt x="2453729" y="230403"/>
                  </a:lnTo>
                  <a:lnTo>
                    <a:pt x="2464397" y="230403"/>
                  </a:lnTo>
                  <a:lnTo>
                    <a:pt x="2464397" y="231927"/>
                  </a:lnTo>
                  <a:lnTo>
                    <a:pt x="2465921" y="231927"/>
                  </a:lnTo>
                  <a:lnTo>
                    <a:pt x="2465921" y="233451"/>
                  </a:lnTo>
                  <a:lnTo>
                    <a:pt x="2468969" y="236499"/>
                  </a:lnTo>
                  <a:lnTo>
                    <a:pt x="2468969" y="225831"/>
                  </a:lnTo>
                  <a:lnTo>
                    <a:pt x="2467445" y="224307"/>
                  </a:lnTo>
                  <a:lnTo>
                    <a:pt x="2464397" y="224307"/>
                  </a:lnTo>
                  <a:lnTo>
                    <a:pt x="2461349" y="222783"/>
                  </a:lnTo>
                  <a:lnTo>
                    <a:pt x="2455253" y="222783"/>
                  </a:lnTo>
                  <a:lnTo>
                    <a:pt x="2449157" y="225831"/>
                  </a:lnTo>
                  <a:lnTo>
                    <a:pt x="2447633" y="227355"/>
                  </a:lnTo>
                  <a:lnTo>
                    <a:pt x="2444585" y="228879"/>
                  </a:lnTo>
                  <a:lnTo>
                    <a:pt x="2443061" y="231927"/>
                  </a:lnTo>
                  <a:lnTo>
                    <a:pt x="2441537" y="233451"/>
                  </a:lnTo>
                  <a:lnTo>
                    <a:pt x="2440013" y="236499"/>
                  </a:lnTo>
                  <a:lnTo>
                    <a:pt x="2438489" y="241173"/>
                  </a:lnTo>
                  <a:lnTo>
                    <a:pt x="2438489" y="262509"/>
                  </a:lnTo>
                  <a:lnTo>
                    <a:pt x="2440013" y="265557"/>
                  </a:lnTo>
                  <a:lnTo>
                    <a:pt x="2440013" y="268605"/>
                  </a:lnTo>
                  <a:lnTo>
                    <a:pt x="2443061" y="274701"/>
                  </a:lnTo>
                  <a:lnTo>
                    <a:pt x="2447633" y="279273"/>
                  </a:lnTo>
                  <a:lnTo>
                    <a:pt x="2449157" y="279273"/>
                  </a:lnTo>
                  <a:lnTo>
                    <a:pt x="2455253" y="282321"/>
                  </a:lnTo>
                  <a:lnTo>
                    <a:pt x="2461349" y="282321"/>
                  </a:lnTo>
                  <a:lnTo>
                    <a:pt x="2470493" y="277749"/>
                  </a:lnTo>
                  <a:lnTo>
                    <a:pt x="2472017" y="276225"/>
                  </a:lnTo>
                  <a:lnTo>
                    <a:pt x="2472779" y="274701"/>
                  </a:lnTo>
                  <a:lnTo>
                    <a:pt x="2473541" y="273177"/>
                  </a:lnTo>
                  <a:lnTo>
                    <a:pt x="2475065" y="271653"/>
                  </a:lnTo>
                  <a:lnTo>
                    <a:pt x="2476690" y="268605"/>
                  </a:lnTo>
                  <a:lnTo>
                    <a:pt x="2478214" y="264033"/>
                  </a:lnTo>
                  <a:lnTo>
                    <a:pt x="2478214" y="260985"/>
                  </a:lnTo>
                  <a:lnTo>
                    <a:pt x="2479738" y="256413"/>
                  </a:lnTo>
                  <a:lnTo>
                    <a:pt x="2479738" y="247269"/>
                  </a:lnTo>
                  <a:close/>
                </a:path>
                <a:path w="3651250" h="299085">
                  <a:moveTo>
                    <a:pt x="2514790" y="273177"/>
                  </a:moveTo>
                  <a:lnTo>
                    <a:pt x="2513266" y="271653"/>
                  </a:lnTo>
                  <a:lnTo>
                    <a:pt x="2513266" y="270129"/>
                  </a:lnTo>
                  <a:lnTo>
                    <a:pt x="2511742" y="268605"/>
                  </a:lnTo>
                  <a:lnTo>
                    <a:pt x="2510218" y="268605"/>
                  </a:lnTo>
                  <a:lnTo>
                    <a:pt x="2510218" y="267081"/>
                  </a:lnTo>
                  <a:lnTo>
                    <a:pt x="2504122" y="267081"/>
                  </a:lnTo>
                  <a:lnTo>
                    <a:pt x="2504122" y="268605"/>
                  </a:lnTo>
                  <a:lnTo>
                    <a:pt x="2502598" y="268605"/>
                  </a:lnTo>
                  <a:lnTo>
                    <a:pt x="2501074" y="270129"/>
                  </a:lnTo>
                  <a:lnTo>
                    <a:pt x="2501074" y="271653"/>
                  </a:lnTo>
                  <a:lnTo>
                    <a:pt x="2499550" y="273177"/>
                  </a:lnTo>
                  <a:lnTo>
                    <a:pt x="2499550" y="276225"/>
                  </a:lnTo>
                  <a:lnTo>
                    <a:pt x="2501074" y="277749"/>
                  </a:lnTo>
                  <a:lnTo>
                    <a:pt x="2501074" y="279273"/>
                  </a:lnTo>
                  <a:lnTo>
                    <a:pt x="2502598" y="279273"/>
                  </a:lnTo>
                  <a:lnTo>
                    <a:pt x="2502598" y="280797"/>
                  </a:lnTo>
                  <a:lnTo>
                    <a:pt x="2505646" y="280797"/>
                  </a:lnTo>
                  <a:lnTo>
                    <a:pt x="2505646" y="282321"/>
                  </a:lnTo>
                  <a:lnTo>
                    <a:pt x="2508694" y="282321"/>
                  </a:lnTo>
                  <a:lnTo>
                    <a:pt x="2508694" y="280797"/>
                  </a:lnTo>
                  <a:lnTo>
                    <a:pt x="2511742" y="280797"/>
                  </a:lnTo>
                  <a:lnTo>
                    <a:pt x="2511742" y="279273"/>
                  </a:lnTo>
                  <a:lnTo>
                    <a:pt x="2513266" y="279273"/>
                  </a:lnTo>
                  <a:lnTo>
                    <a:pt x="2513266" y="277749"/>
                  </a:lnTo>
                  <a:lnTo>
                    <a:pt x="2514790" y="276225"/>
                  </a:lnTo>
                  <a:lnTo>
                    <a:pt x="2514790" y="273177"/>
                  </a:lnTo>
                  <a:close/>
                </a:path>
                <a:path w="3651250" h="299085">
                  <a:moveTo>
                    <a:pt x="2575839" y="244221"/>
                  </a:moveTo>
                  <a:lnTo>
                    <a:pt x="2574315" y="241173"/>
                  </a:lnTo>
                  <a:lnTo>
                    <a:pt x="2574315" y="236512"/>
                  </a:lnTo>
                  <a:lnTo>
                    <a:pt x="2571267" y="230416"/>
                  </a:lnTo>
                  <a:lnTo>
                    <a:pt x="2569743" y="228892"/>
                  </a:lnTo>
                  <a:lnTo>
                    <a:pt x="2568219" y="227368"/>
                  </a:lnTo>
                  <a:lnTo>
                    <a:pt x="2568219" y="245745"/>
                  </a:lnTo>
                  <a:lnTo>
                    <a:pt x="2568219" y="248793"/>
                  </a:lnTo>
                  <a:lnTo>
                    <a:pt x="2566695" y="250317"/>
                  </a:lnTo>
                  <a:lnTo>
                    <a:pt x="2563647" y="250317"/>
                  </a:lnTo>
                  <a:lnTo>
                    <a:pt x="2562123" y="251841"/>
                  </a:lnTo>
                  <a:lnTo>
                    <a:pt x="2559075" y="251841"/>
                  </a:lnTo>
                  <a:lnTo>
                    <a:pt x="2557551" y="253365"/>
                  </a:lnTo>
                  <a:lnTo>
                    <a:pt x="2551455" y="253365"/>
                  </a:lnTo>
                  <a:lnTo>
                    <a:pt x="2549931" y="251841"/>
                  </a:lnTo>
                  <a:lnTo>
                    <a:pt x="2548407" y="251841"/>
                  </a:lnTo>
                  <a:lnTo>
                    <a:pt x="2545359" y="248793"/>
                  </a:lnTo>
                  <a:lnTo>
                    <a:pt x="2545359" y="245745"/>
                  </a:lnTo>
                  <a:lnTo>
                    <a:pt x="2543835" y="244221"/>
                  </a:lnTo>
                  <a:lnTo>
                    <a:pt x="2543835" y="238125"/>
                  </a:lnTo>
                  <a:lnTo>
                    <a:pt x="2545359" y="236512"/>
                  </a:lnTo>
                  <a:lnTo>
                    <a:pt x="2545359" y="234988"/>
                  </a:lnTo>
                  <a:lnTo>
                    <a:pt x="2546883" y="233464"/>
                  </a:lnTo>
                  <a:lnTo>
                    <a:pt x="2546883" y="231940"/>
                  </a:lnTo>
                  <a:lnTo>
                    <a:pt x="2548407" y="231940"/>
                  </a:lnTo>
                  <a:lnTo>
                    <a:pt x="2549931" y="230416"/>
                  </a:lnTo>
                  <a:lnTo>
                    <a:pt x="2552979" y="230416"/>
                  </a:lnTo>
                  <a:lnTo>
                    <a:pt x="2554503" y="228892"/>
                  </a:lnTo>
                  <a:lnTo>
                    <a:pt x="2557551" y="228892"/>
                  </a:lnTo>
                  <a:lnTo>
                    <a:pt x="2559075" y="230416"/>
                  </a:lnTo>
                  <a:lnTo>
                    <a:pt x="2562123" y="230416"/>
                  </a:lnTo>
                  <a:lnTo>
                    <a:pt x="2563647" y="231940"/>
                  </a:lnTo>
                  <a:lnTo>
                    <a:pt x="2563647" y="233464"/>
                  </a:lnTo>
                  <a:lnTo>
                    <a:pt x="2566695" y="236512"/>
                  </a:lnTo>
                  <a:lnTo>
                    <a:pt x="2566695" y="242697"/>
                  </a:lnTo>
                  <a:lnTo>
                    <a:pt x="2568219" y="245745"/>
                  </a:lnTo>
                  <a:lnTo>
                    <a:pt x="2568219" y="227368"/>
                  </a:lnTo>
                  <a:lnTo>
                    <a:pt x="2566695" y="225844"/>
                  </a:lnTo>
                  <a:lnTo>
                    <a:pt x="2563647" y="224320"/>
                  </a:lnTo>
                  <a:lnTo>
                    <a:pt x="2560599" y="224320"/>
                  </a:lnTo>
                  <a:lnTo>
                    <a:pt x="2559075" y="222796"/>
                  </a:lnTo>
                  <a:lnTo>
                    <a:pt x="2552979" y="222796"/>
                  </a:lnTo>
                  <a:lnTo>
                    <a:pt x="2549931" y="224320"/>
                  </a:lnTo>
                  <a:lnTo>
                    <a:pt x="2548407" y="224320"/>
                  </a:lnTo>
                  <a:lnTo>
                    <a:pt x="2545359" y="225844"/>
                  </a:lnTo>
                  <a:lnTo>
                    <a:pt x="2542311" y="228892"/>
                  </a:lnTo>
                  <a:lnTo>
                    <a:pt x="2539263" y="230416"/>
                  </a:lnTo>
                  <a:lnTo>
                    <a:pt x="2539263" y="231940"/>
                  </a:lnTo>
                  <a:lnTo>
                    <a:pt x="2537739" y="234988"/>
                  </a:lnTo>
                  <a:lnTo>
                    <a:pt x="2536215" y="236512"/>
                  </a:lnTo>
                  <a:lnTo>
                    <a:pt x="2536215" y="247269"/>
                  </a:lnTo>
                  <a:lnTo>
                    <a:pt x="2537739" y="248793"/>
                  </a:lnTo>
                  <a:lnTo>
                    <a:pt x="2537739" y="250317"/>
                  </a:lnTo>
                  <a:lnTo>
                    <a:pt x="2539263" y="253365"/>
                  </a:lnTo>
                  <a:lnTo>
                    <a:pt x="2542311" y="256413"/>
                  </a:lnTo>
                  <a:lnTo>
                    <a:pt x="2543835" y="256413"/>
                  </a:lnTo>
                  <a:lnTo>
                    <a:pt x="2545359" y="257937"/>
                  </a:lnTo>
                  <a:lnTo>
                    <a:pt x="2548407" y="257937"/>
                  </a:lnTo>
                  <a:lnTo>
                    <a:pt x="2549931" y="259461"/>
                  </a:lnTo>
                  <a:lnTo>
                    <a:pt x="2556027" y="259461"/>
                  </a:lnTo>
                  <a:lnTo>
                    <a:pt x="2559075" y="257937"/>
                  </a:lnTo>
                  <a:lnTo>
                    <a:pt x="2563647" y="257937"/>
                  </a:lnTo>
                  <a:lnTo>
                    <a:pt x="2565171" y="256413"/>
                  </a:lnTo>
                  <a:lnTo>
                    <a:pt x="2568219" y="254889"/>
                  </a:lnTo>
                  <a:lnTo>
                    <a:pt x="2566695" y="257937"/>
                  </a:lnTo>
                  <a:lnTo>
                    <a:pt x="2566695" y="262509"/>
                  </a:lnTo>
                  <a:lnTo>
                    <a:pt x="2565171" y="264033"/>
                  </a:lnTo>
                  <a:lnTo>
                    <a:pt x="2565171" y="267081"/>
                  </a:lnTo>
                  <a:lnTo>
                    <a:pt x="2562123" y="270129"/>
                  </a:lnTo>
                  <a:lnTo>
                    <a:pt x="2559075" y="271653"/>
                  </a:lnTo>
                  <a:lnTo>
                    <a:pt x="2557551" y="271653"/>
                  </a:lnTo>
                  <a:lnTo>
                    <a:pt x="2554503" y="273177"/>
                  </a:lnTo>
                  <a:lnTo>
                    <a:pt x="2551455" y="273177"/>
                  </a:lnTo>
                  <a:lnTo>
                    <a:pt x="2548407" y="274701"/>
                  </a:lnTo>
                  <a:lnTo>
                    <a:pt x="2539263" y="274701"/>
                  </a:lnTo>
                  <a:lnTo>
                    <a:pt x="2539263" y="280797"/>
                  </a:lnTo>
                  <a:lnTo>
                    <a:pt x="2554503" y="280797"/>
                  </a:lnTo>
                  <a:lnTo>
                    <a:pt x="2557551" y="279273"/>
                  </a:lnTo>
                  <a:lnTo>
                    <a:pt x="2562123" y="277749"/>
                  </a:lnTo>
                  <a:lnTo>
                    <a:pt x="2565171" y="276225"/>
                  </a:lnTo>
                  <a:lnTo>
                    <a:pt x="2566695" y="273177"/>
                  </a:lnTo>
                  <a:lnTo>
                    <a:pt x="2569743" y="270129"/>
                  </a:lnTo>
                  <a:lnTo>
                    <a:pt x="2572791" y="264033"/>
                  </a:lnTo>
                  <a:lnTo>
                    <a:pt x="2575839" y="254889"/>
                  </a:lnTo>
                  <a:lnTo>
                    <a:pt x="2575839" y="253365"/>
                  </a:lnTo>
                  <a:lnTo>
                    <a:pt x="2575839" y="244221"/>
                  </a:lnTo>
                  <a:close/>
                </a:path>
                <a:path w="3651250" h="299085">
                  <a:moveTo>
                    <a:pt x="2623185" y="256413"/>
                  </a:moveTo>
                  <a:lnTo>
                    <a:pt x="2617089" y="250317"/>
                  </a:lnTo>
                  <a:lnTo>
                    <a:pt x="2614041" y="248793"/>
                  </a:lnTo>
                  <a:lnTo>
                    <a:pt x="2612517" y="247269"/>
                  </a:lnTo>
                  <a:lnTo>
                    <a:pt x="2597277" y="247269"/>
                  </a:lnTo>
                  <a:lnTo>
                    <a:pt x="2597277" y="230416"/>
                  </a:lnTo>
                  <a:lnTo>
                    <a:pt x="2620137" y="230416"/>
                  </a:lnTo>
                  <a:lnTo>
                    <a:pt x="2620137" y="224320"/>
                  </a:lnTo>
                  <a:lnTo>
                    <a:pt x="2589657" y="224320"/>
                  </a:lnTo>
                  <a:lnTo>
                    <a:pt x="2589657" y="253365"/>
                  </a:lnTo>
                  <a:lnTo>
                    <a:pt x="2607945" y="253365"/>
                  </a:lnTo>
                  <a:lnTo>
                    <a:pt x="2614041" y="256413"/>
                  </a:lnTo>
                  <a:lnTo>
                    <a:pt x="2615565" y="259461"/>
                  </a:lnTo>
                  <a:lnTo>
                    <a:pt x="2615565" y="265557"/>
                  </a:lnTo>
                  <a:lnTo>
                    <a:pt x="2614041" y="267081"/>
                  </a:lnTo>
                  <a:lnTo>
                    <a:pt x="2614041" y="268605"/>
                  </a:lnTo>
                  <a:lnTo>
                    <a:pt x="2609469" y="273177"/>
                  </a:lnTo>
                  <a:lnTo>
                    <a:pt x="2607945" y="273177"/>
                  </a:lnTo>
                  <a:lnTo>
                    <a:pt x="2606421" y="274701"/>
                  </a:lnTo>
                  <a:lnTo>
                    <a:pt x="2589657" y="274701"/>
                  </a:lnTo>
                  <a:lnTo>
                    <a:pt x="2588133" y="273177"/>
                  </a:lnTo>
                  <a:lnTo>
                    <a:pt x="2588133" y="280797"/>
                  </a:lnTo>
                  <a:lnTo>
                    <a:pt x="2597277" y="280797"/>
                  </a:lnTo>
                  <a:lnTo>
                    <a:pt x="2598801" y="282321"/>
                  </a:lnTo>
                  <a:lnTo>
                    <a:pt x="2603373" y="282321"/>
                  </a:lnTo>
                  <a:lnTo>
                    <a:pt x="2606421" y="280797"/>
                  </a:lnTo>
                  <a:lnTo>
                    <a:pt x="2609469" y="280797"/>
                  </a:lnTo>
                  <a:lnTo>
                    <a:pt x="2610993" y="279273"/>
                  </a:lnTo>
                  <a:lnTo>
                    <a:pt x="2614041" y="277749"/>
                  </a:lnTo>
                  <a:lnTo>
                    <a:pt x="2615565" y="276225"/>
                  </a:lnTo>
                  <a:lnTo>
                    <a:pt x="2618613" y="274701"/>
                  </a:lnTo>
                  <a:lnTo>
                    <a:pt x="2620137" y="273177"/>
                  </a:lnTo>
                  <a:lnTo>
                    <a:pt x="2621661" y="270129"/>
                  </a:lnTo>
                  <a:lnTo>
                    <a:pt x="2623185" y="268605"/>
                  </a:lnTo>
                  <a:lnTo>
                    <a:pt x="2623185" y="256413"/>
                  </a:lnTo>
                  <a:close/>
                </a:path>
                <a:path w="3651250" h="299085">
                  <a:moveTo>
                    <a:pt x="2672042" y="257937"/>
                  </a:moveTo>
                  <a:lnTo>
                    <a:pt x="2670518" y="257937"/>
                  </a:lnTo>
                  <a:lnTo>
                    <a:pt x="2668994" y="256413"/>
                  </a:lnTo>
                  <a:lnTo>
                    <a:pt x="2668994" y="254889"/>
                  </a:lnTo>
                  <a:lnTo>
                    <a:pt x="2667470" y="253365"/>
                  </a:lnTo>
                  <a:lnTo>
                    <a:pt x="2665946" y="253365"/>
                  </a:lnTo>
                  <a:lnTo>
                    <a:pt x="2664422" y="251841"/>
                  </a:lnTo>
                  <a:lnTo>
                    <a:pt x="2662898" y="251841"/>
                  </a:lnTo>
                  <a:lnTo>
                    <a:pt x="2661374" y="250317"/>
                  </a:lnTo>
                  <a:lnTo>
                    <a:pt x="2659850" y="250317"/>
                  </a:lnTo>
                  <a:lnTo>
                    <a:pt x="2665946" y="247269"/>
                  </a:lnTo>
                  <a:lnTo>
                    <a:pt x="2667470" y="245745"/>
                  </a:lnTo>
                  <a:lnTo>
                    <a:pt x="2668994" y="242697"/>
                  </a:lnTo>
                  <a:lnTo>
                    <a:pt x="2668994" y="231927"/>
                  </a:lnTo>
                  <a:lnTo>
                    <a:pt x="2667470" y="230403"/>
                  </a:lnTo>
                  <a:lnTo>
                    <a:pt x="2661374" y="224307"/>
                  </a:lnTo>
                  <a:lnTo>
                    <a:pt x="2659850" y="224307"/>
                  </a:lnTo>
                  <a:lnTo>
                    <a:pt x="2656802" y="222783"/>
                  </a:lnTo>
                  <a:lnTo>
                    <a:pt x="2647658" y="222783"/>
                  </a:lnTo>
                  <a:lnTo>
                    <a:pt x="2646134" y="224307"/>
                  </a:lnTo>
                  <a:lnTo>
                    <a:pt x="2640038" y="224307"/>
                  </a:lnTo>
                  <a:lnTo>
                    <a:pt x="2638514" y="225831"/>
                  </a:lnTo>
                  <a:lnTo>
                    <a:pt x="2638514" y="231927"/>
                  </a:lnTo>
                  <a:lnTo>
                    <a:pt x="2640038" y="231927"/>
                  </a:lnTo>
                  <a:lnTo>
                    <a:pt x="2643086" y="230403"/>
                  </a:lnTo>
                  <a:lnTo>
                    <a:pt x="2656802" y="230403"/>
                  </a:lnTo>
                  <a:lnTo>
                    <a:pt x="2658326" y="231927"/>
                  </a:lnTo>
                  <a:lnTo>
                    <a:pt x="2661374" y="233451"/>
                  </a:lnTo>
                  <a:lnTo>
                    <a:pt x="2661374" y="242697"/>
                  </a:lnTo>
                  <a:lnTo>
                    <a:pt x="2659850" y="244221"/>
                  </a:lnTo>
                  <a:lnTo>
                    <a:pt x="2659850" y="245745"/>
                  </a:lnTo>
                  <a:lnTo>
                    <a:pt x="2658326" y="245745"/>
                  </a:lnTo>
                  <a:lnTo>
                    <a:pt x="2658326" y="247269"/>
                  </a:lnTo>
                  <a:lnTo>
                    <a:pt x="2655278" y="247269"/>
                  </a:lnTo>
                  <a:lnTo>
                    <a:pt x="2653754" y="248793"/>
                  </a:lnTo>
                  <a:lnTo>
                    <a:pt x="2643086" y="248793"/>
                  </a:lnTo>
                  <a:lnTo>
                    <a:pt x="2643086" y="254889"/>
                  </a:lnTo>
                  <a:lnTo>
                    <a:pt x="2658326" y="254889"/>
                  </a:lnTo>
                  <a:lnTo>
                    <a:pt x="2664422" y="260985"/>
                  </a:lnTo>
                  <a:lnTo>
                    <a:pt x="2664422" y="267081"/>
                  </a:lnTo>
                  <a:lnTo>
                    <a:pt x="2662898" y="268605"/>
                  </a:lnTo>
                  <a:lnTo>
                    <a:pt x="2662898" y="270129"/>
                  </a:lnTo>
                  <a:lnTo>
                    <a:pt x="2659850" y="273177"/>
                  </a:lnTo>
                  <a:lnTo>
                    <a:pt x="2658326" y="273177"/>
                  </a:lnTo>
                  <a:lnTo>
                    <a:pt x="2655278" y="274701"/>
                  </a:lnTo>
                  <a:lnTo>
                    <a:pt x="2636990" y="274701"/>
                  </a:lnTo>
                  <a:lnTo>
                    <a:pt x="2636990" y="280797"/>
                  </a:lnTo>
                  <a:lnTo>
                    <a:pt x="2643086" y="280797"/>
                  </a:lnTo>
                  <a:lnTo>
                    <a:pt x="2646134" y="282321"/>
                  </a:lnTo>
                  <a:lnTo>
                    <a:pt x="2652230" y="282321"/>
                  </a:lnTo>
                  <a:lnTo>
                    <a:pt x="2655278" y="280797"/>
                  </a:lnTo>
                  <a:lnTo>
                    <a:pt x="2658326" y="280797"/>
                  </a:lnTo>
                  <a:lnTo>
                    <a:pt x="2664422" y="277749"/>
                  </a:lnTo>
                  <a:lnTo>
                    <a:pt x="2665946" y="276225"/>
                  </a:lnTo>
                  <a:lnTo>
                    <a:pt x="2668994" y="274701"/>
                  </a:lnTo>
                  <a:lnTo>
                    <a:pt x="2670518" y="273177"/>
                  </a:lnTo>
                  <a:lnTo>
                    <a:pt x="2670518" y="270129"/>
                  </a:lnTo>
                  <a:lnTo>
                    <a:pt x="2672042" y="268605"/>
                  </a:lnTo>
                  <a:lnTo>
                    <a:pt x="2672042" y="257937"/>
                  </a:lnTo>
                  <a:close/>
                </a:path>
                <a:path w="3651250" h="299085">
                  <a:moveTo>
                    <a:pt x="2722422" y="273177"/>
                  </a:moveTo>
                  <a:lnTo>
                    <a:pt x="2694990" y="273177"/>
                  </a:lnTo>
                  <a:lnTo>
                    <a:pt x="2705658" y="264033"/>
                  </a:lnTo>
                  <a:lnTo>
                    <a:pt x="2707182" y="260985"/>
                  </a:lnTo>
                  <a:lnTo>
                    <a:pt x="2710230" y="259461"/>
                  </a:lnTo>
                  <a:lnTo>
                    <a:pt x="2711754" y="256413"/>
                  </a:lnTo>
                  <a:lnTo>
                    <a:pt x="2716326" y="251841"/>
                  </a:lnTo>
                  <a:lnTo>
                    <a:pt x="2716326" y="248793"/>
                  </a:lnTo>
                  <a:lnTo>
                    <a:pt x="2717850" y="247269"/>
                  </a:lnTo>
                  <a:lnTo>
                    <a:pt x="2717850" y="245745"/>
                  </a:lnTo>
                  <a:lnTo>
                    <a:pt x="2719374" y="244221"/>
                  </a:lnTo>
                  <a:lnTo>
                    <a:pt x="2719374" y="234988"/>
                  </a:lnTo>
                  <a:lnTo>
                    <a:pt x="2717850" y="233464"/>
                  </a:lnTo>
                  <a:lnTo>
                    <a:pt x="2717850" y="230416"/>
                  </a:lnTo>
                  <a:lnTo>
                    <a:pt x="2711754" y="224320"/>
                  </a:lnTo>
                  <a:lnTo>
                    <a:pt x="2707182" y="224320"/>
                  </a:lnTo>
                  <a:lnTo>
                    <a:pt x="2704134" y="222796"/>
                  </a:lnTo>
                  <a:lnTo>
                    <a:pt x="2698038" y="222796"/>
                  </a:lnTo>
                  <a:lnTo>
                    <a:pt x="2691942" y="225844"/>
                  </a:lnTo>
                  <a:lnTo>
                    <a:pt x="2690418" y="225844"/>
                  </a:lnTo>
                  <a:lnTo>
                    <a:pt x="2687282" y="228892"/>
                  </a:lnTo>
                  <a:lnTo>
                    <a:pt x="2685758" y="230416"/>
                  </a:lnTo>
                  <a:lnTo>
                    <a:pt x="2688894" y="234988"/>
                  </a:lnTo>
                  <a:lnTo>
                    <a:pt x="2690418" y="233464"/>
                  </a:lnTo>
                  <a:lnTo>
                    <a:pt x="2693466" y="231940"/>
                  </a:lnTo>
                  <a:lnTo>
                    <a:pt x="2694990" y="231940"/>
                  </a:lnTo>
                  <a:lnTo>
                    <a:pt x="2696514" y="230416"/>
                  </a:lnTo>
                  <a:lnTo>
                    <a:pt x="2705658" y="230416"/>
                  </a:lnTo>
                  <a:lnTo>
                    <a:pt x="2707182" y="231940"/>
                  </a:lnTo>
                  <a:lnTo>
                    <a:pt x="2708706" y="231940"/>
                  </a:lnTo>
                  <a:lnTo>
                    <a:pt x="2708706" y="233464"/>
                  </a:lnTo>
                  <a:lnTo>
                    <a:pt x="2710230" y="233464"/>
                  </a:lnTo>
                  <a:lnTo>
                    <a:pt x="2710230" y="238125"/>
                  </a:lnTo>
                  <a:lnTo>
                    <a:pt x="2711754" y="239649"/>
                  </a:lnTo>
                  <a:lnTo>
                    <a:pt x="2711754" y="242697"/>
                  </a:lnTo>
                  <a:lnTo>
                    <a:pt x="2710230" y="244221"/>
                  </a:lnTo>
                  <a:lnTo>
                    <a:pt x="2710230" y="247269"/>
                  </a:lnTo>
                  <a:lnTo>
                    <a:pt x="2708706" y="248793"/>
                  </a:lnTo>
                  <a:lnTo>
                    <a:pt x="2708706" y="250317"/>
                  </a:lnTo>
                  <a:lnTo>
                    <a:pt x="2684234" y="274701"/>
                  </a:lnTo>
                  <a:lnTo>
                    <a:pt x="2684234" y="280797"/>
                  </a:lnTo>
                  <a:lnTo>
                    <a:pt x="2722422" y="280797"/>
                  </a:lnTo>
                  <a:lnTo>
                    <a:pt x="2722422" y="273177"/>
                  </a:lnTo>
                  <a:close/>
                </a:path>
                <a:path w="3651250" h="299085">
                  <a:moveTo>
                    <a:pt x="2814815" y="253072"/>
                  </a:moveTo>
                  <a:lnTo>
                    <a:pt x="2785872" y="253072"/>
                  </a:lnTo>
                  <a:lnTo>
                    <a:pt x="2785872" y="260705"/>
                  </a:lnTo>
                  <a:lnTo>
                    <a:pt x="2814815" y="260705"/>
                  </a:lnTo>
                  <a:lnTo>
                    <a:pt x="2814815" y="253072"/>
                  </a:lnTo>
                  <a:close/>
                </a:path>
                <a:path w="3651250" h="299085">
                  <a:moveTo>
                    <a:pt x="3296501" y="50380"/>
                  </a:moveTo>
                  <a:lnTo>
                    <a:pt x="3294977" y="48856"/>
                  </a:lnTo>
                  <a:lnTo>
                    <a:pt x="3294977" y="47332"/>
                  </a:lnTo>
                  <a:lnTo>
                    <a:pt x="3293453" y="47332"/>
                  </a:lnTo>
                  <a:lnTo>
                    <a:pt x="3291929" y="45808"/>
                  </a:lnTo>
                  <a:lnTo>
                    <a:pt x="3287357" y="45808"/>
                  </a:lnTo>
                  <a:lnTo>
                    <a:pt x="3285833" y="47332"/>
                  </a:lnTo>
                  <a:lnTo>
                    <a:pt x="3284309" y="47332"/>
                  </a:lnTo>
                  <a:lnTo>
                    <a:pt x="3284309" y="50380"/>
                  </a:lnTo>
                  <a:lnTo>
                    <a:pt x="3282785" y="50380"/>
                  </a:lnTo>
                  <a:lnTo>
                    <a:pt x="3282785" y="54952"/>
                  </a:lnTo>
                  <a:lnTo>
                    <a:pt x="3284309" y="54952"/>
                  </a:lnTo>
                  <a:lnTo>
                    <a:pt x="3284309" y="56476"/>
                  </a:lnTo>
                  <a:lnTo>
                    <a:pt x="3285833" y="58000"/>
                  </a:lnTo>
                  <a:lnTo>
                    <a:pt x="3287357" y="58000"/>
                  </a:lnTo>
                  <a:lnTo>
                    <a:pt x="3287357" y="59524"/>
                  </a:lnTo>
                  <a:lnTo>
                    <a:pt x="3291929" y="59524"/>
                  </a:lnTo>
                  <a:lnTo>
                    <a:pt x="3291929" y="58000"/>
                  </a:lnTo>
                  <a:lnTo>
                    <a:pt x="3293453" y="58000"/>
                  </a:lnTo>
                  <a:lnTo>
                    <a:pt x="3296501" y="54952"/>
                  </a:lnTo>
                  <a:lnTo>
                    <a:pt x="3296501" y="50380"/>
                  </a:lnTo>
                  <a:close/>
                </a:path>
                <a:path w="3651250" h="299085">
                  <a:moveTo>
                    <a:pt x="3296501" y="18288"/>
                  </a:moveTo>
                  <a:lnTo>
                    <a:pt x="3294977" y="16764"/>
                  </a:lnTo>
                  <a:lnTo>
                    <a:pt x="3294977" y="15240"/>
                  </a:lnTo>
                  <a:lnTo>
                    <a:pt x="3293453" y="15240"/>
                  </a:lnTo>
                  <a:lnTo>
                    <a:pt x="3291929" y="13716"/>
                  </a:lnTo>
                  <a:lnTo>
                    <a:pt x="3287357" y="13716"/>
                  </a:lnTo>
                  <a:lnTo>
                    <a:pt x="3285833" y="15240"/>
                  </a:lnTo>
                  <a:lnTo>
                    <a:pt x="3284309" y="15240"/>
                  </a:lnTo>
                  <a:lnTo>
                    <a:pt x="3284309" y="18288"/>
                  </a:lnTo>
                  <a:lnTo>
                    <a:pt x="3282785" y="18288"/>
                  </a:lnTo>
                  <a:lnTo>
                    <a:pt x="3282785" y="22860"/>
                  </a:lnTo>
                  <a:lnTo>
                    <a:pt x="3284309" y="22860"/>
                  </a:lnTo>
                  <a:lnTo>
                    <a:pt x="3284309" y="25908"/>
                  </a:lnTo>
                  <a:lnTo>
                    <a:pt x="3287357" y="25908"/>
                  </a:lnTo>
                  <a:lnTo>
                    <a:pt x="3287357" y="27432"/>
                  </a:lnTo>
                  <a:lnTo>
                    <a:pt x="3291929" y="27432"/>
                  </a:lnTo>
                  <a:lnTo>
                    <a:pt x="3291929" y="25908"/>
                  </a:lnTo>
                  <a:lnTo>
                    <a:pt x="3294977" y="25908"/>
                  </a:lnTo>
                  <a:lnTo>
                    <a:pt x="3294977" y="24384"/>
                  </a:lnTo>
                  <a:lnTo>
                    <a:pt x="3296501" y="22860"/>
                  </a:lnTo>
                  <a:lnTo>
                    <a:pt x="3296501" y="18288"/>
                  </a:lnTo>
                  <a:close/>
                </a:path>
                <a:path w="3651250" h="299085">
                  <a:moveTo>
                    <a:pt x="3407943" y="19812"/>
                  </a:moveTo>
                  <a:lnTo>
                    <a:pt x="3406419" y="16764"/>
                  </a:lnTo>
                  <a:lnTo>
                    <a:pt x="3406419" y="13716"/>
                  </a:lnTo>
                  <a:lnTo>
                    <a:pt x="3403371" y="7620"/>
                  </a:lnTo>
                  <a:lnTo>
                    <a:pt x="3400323" y="4572"/>
                  </a:lnTo>
                  <a:lnTo>
                    <a:pt x="3400323" y="24384"/>
                  </a:lnTo>
                  <a:lnTo>
                    <a:pt x="3400323" y="39725"/>
                  </a:lnTo>
                  <a:lnTo>
                    <a:pt x="3398799" y="42773"/>
                  </a:lnTo>
                  <a:lnTo>
                    <a:pt x="3398799" y="44297"/>
                  </a:lnTo>
                  <a:lnTo>
                    <a:pt x="3397275" y="47345"/>
                  </a:lnTo>
                  <a:lnTo>
                    <a:pt x="3394227" y="50393"/>
                  </a:lnTo>
                  <a:lnTo>
                    <a:pt x="3392703" y="50393"/>
                  </a:lnTo>
                  <a:lnTo>
                    <a:pt x="3391179" y="51917"/>
                  </a:lnTo>
                  <a:lnTo>
                    <a:pt x="3382035" y="51917"/>
                  </a:lnTo>
                  <a:lnTo>
                    <a:pt x="3380511" y="50393"/>
                  </a:lnTo>
                  <a:lnTo>
                    <a:pt x="3378898" y="48869"/>
                  </a:lnTo>
                  <a:lnTo>
                    <a:pt x="3378898" y="47345"/>
                  </a:lnTo>
                  <a:lnTo>
                    <a:pt x="3375850" y="44297"/>
                  </a:lnTo>
                  <a:lnTo>
                    <a:pt x="3375850" y="42773"/>
                  </a:lnTo>
                  <a:lnTo>
                    <a:pt x="3385985" y="35153"/>
                  </a:lnTo>
                  <a:lnTo>
                    <a:pt x="3400323" y="24384"/>
                  </a:lnTo>
                  <a:lnTo>
                    <a:pt x="3400323" y="4572"/>
                  </a:lnTo>
                  <a:lnTo>
                    <a:pt x="3398799" y="3048"/>
                  </a:lnTo>
                  <a:lnTo>
                    <a:pt x="3398799" y="15240"/>
                  </a:lnTo>
                  <a:lnTo>
                    <a:pt x="3398799" y="16764"/>
                  </a:lnTo>
                  <a:lnTo>
                    <a:pt x="3374326" y="35153"/>
                  </a:lnTo>
                  <a:lnTo>
                    <a:pt x="3374326" y="22860"/>
                  </a:lnTo>
                  <a:lnTo>
                    <a:pt x="3375850" y="19812"/>
                  </a:lnTo>
                  <a:lnTo>
                    <a:pt x="3375850" y="16764"/>
                  </a:lnTo>
                  <a:lnTo>
                    <a:pt x="3377374" y="15240"/>
                  </a:lnTo>
                  <a:lnTo>
                    <a:pt x="3377374" y="12192"/>
                  </a:lnTo>
                  <a:lnTo>
                    <a:pt x="3378898" y="10668"/>
                  </a:lnTo>
                  <a:lnTo>
                    <a:pt x="3380511" y="9144"/>
                  </a:lnTo>
                  <a:lnTo>
                    <a:pt x="3382035" y="9144"/>
                  </a:lnTo>
                  <a:lnTo>
                    <a:pt x="3383559" y="7620"/>
                  </a:lnTo>
                  <a:lnTo>
                    <a:pt x="3392703" y="7620"/>
                  </a:lnTo>
                  <a:lnTo>
                    <a:pt x="3394227" y="9144"/>
                  </a:lnTo>
                  <a:lnTo>
                    <a:pt x="3394227" y="10668"/>
                  </a:lnTo>
                  <a:lnTo>
                    <a:pt x="3395751" y="10668"/>
                  </a:lnTo>
                  <a:lnTo>
                    <a:pt x="3395751" y="12192"/>
                  </a:lnTo>
                  <a:lnTo>
                    <a:pt x="3398799" y="15240"/>
                  </a:lnTo>
                  <a:lnTo>
                    <a:pt x="3398799" y="3048"/>
                  </a:lnTo>
                  <a:lnTo>
                    <a:pt x="3395751" y="3048"/>
                  </a:lnTo>
                  <a:lnTo>
                    <a:pt x="3394227" y="1524"/>
                  </a:lnTo>
                  <a:lnTo>
                    <a:pt x="3391179" y="0"/>
                  </a:lnTo>
                  <a:lnTo>
                    <a:pt x="3385083" y="0"/>
                  </a:lnTo>
                  <a:lnTo>
                    <a:pt x="3382035" y="1524"/>
                  </a:lnTo>
                  <a:lnTo>
                    <a:pt x="3378898" y="3048"/>
                  </a:lnTo>
                  <a:lnTo>
                    <a:pt x="3375850" y="4572"/>
                  </a:lnTo>
                  <a:lnTo>
                    <a:pt x="3374326" y="6096"/>
                  </a:lnTo>
                  <a:lnTo>
                    <a:pt x="3372802" y="9144"/>
                  </a:lnTo>
                  <a:lnTo>
                    <a:pt x="3369754" y="10668"/>
                  </a:lnTo>
                  <a:lnTo>
                    <a:pt x="3369754" y="13716"/>
                  </a:lnTo>
                  <a:lnTo>
                    <a:pt x="3368230" y="18288"/>
                  </a:lnTo>
                  <a:lnTo>
                    <a:pt x="3366706" y="21336"/>
                  </a:lnTo>
                  <a:lnTo>
                    <a:pt x="3366706" y="39725"/>
                  </a:lnTo>
                  <a:lnTo>
                    <a:pt x="3368230" y="42773"/>
                  </a:lnTo>
                  <a:lnTo>
                    <a:pt x="3369754" y="47345"/>
                  </a:lnTo>
                  <a:lnTo>
                    <a:pt x="3371278" y="50393"/>
                  </a:lnTo>
                  <a:lnTo>
                    <a:pt x="3372802" y="51917"/>
                  </a:lnTo>
                  <a:lnTo>
                    <a:pt x="3374326" y="54965"/>
                  </a:lnTo>
                  <a:lnTo>
                    <a:pt x="3375850" y="56489"/>
                  </a:lnTo>
                  <a:lnTo>
                    <a:pt x="3378898" y="58013"/>
                  </a:lnTo>
                  <a:lnTo>
                    <a:pt x="3382035" y="58013"/>
                  </a:lnTo>
                  <a:lnTo>
                    <a:pt x="3383559" y="59537"/>
                  </a:lnTo>
                  <a:lnTo>
                    <a:pt x="3391179" y="59537"/>
                  </a:lnTo>
                  <a:lnTo>
                    <a:pt x="3394227" y="58013"/>
                  </a:lnTo>
                  <a:lnTo>
                    <a:pt x="3395751" y="56489"/>
                  </a:lnTo>
                  <a:lnTo>
                    <a:pt x="3401847" y="53441"/>
                  </a:lnTo>
                  <a:lnTo>
                    <a:pt x="3402609" y="51917"/>
                  </a:lnTo>
                  <a:lnTo>
                    <a:pt x="3403371" y="50393"/>
                  </a:lnTo>
                  <a:lnTo>
                    <a:pt x="3404895" y="48869"/>
                  </a:lnTo>
                  <a:lnTo>
                    <a:pt x="3406419" y="45821"/>
                  </a:lnTo>
                  <a:lnTo>
                    <a:pt x="3406419" y="41249"/>
                  </a:lnTo>
                  <a:lnTo>
                    <a:pt x="3407943" y="38201"/>
                  </a:lnTo>
                  <a:lnTo>
                    <a:pt x="3407943" y="24384"/>
                  </a:lnTo>
                  <a:lnTo>
                    <a:pt x="3407943" y="19812"/>
                  </a:lnTo>
                  <a:close/>
                </a:path>
                <a:path w="3651250" h="299085">
                  <a:moveTo>
                    <a:pt x="3443084" y="48869"/>
                  </a:moveTo>
                  <a:lnTo>
                    <a:pt x="3440036" y="45821"/>
                  </a:lnTo>
                  <a:lnTo>
                    <a:pt x="3438512" y="45821"/>
                  </a:lnTo>
                  <a:lnTo>
                    <a:pt x="3438512" y="44297"/>
                  </a:lnTo>
                  <a:lnTo>
                    <a:pt x="3433940" y="44297"/>
                  </a:lnTo>
                  <a:lnTo>
                    <a:pt x="3433940" y="45821"/>
                  </a:lnTo>
                  <a:lnTo>
                    <a:pt x="3432416" y="45821"/>
                  </a:lnTo>
                  <a:lnTo>
                    <a:pt x="3429368" y="48869"/>
                  </a:lnTo>
                  <a:lnTo>
                    <a:pt x="3429368" y="54965"/>
                  </a:lnTo>
                  <a:lnTo>
                    <a:pt x="3432416" y="58013"/>
                  </a:lnTo>
                  <a:lnTo>
                    <a:pt x="3433940" y="58013"/>
                  </a:lnTo>
                  <a:lnTo>
                    <a:pt x="3433940" y="59537"/>
                  </a:lnTo>
                  <a:lnTo>
                    <a:pt x="3438512" y="59537"/>
                  </a:lnTo>
                  <a:lnTo>
                    <a:pt x="3438512" y="58013"/>
                  </a:lnTo>
                  <a:lnTo>
                    <a:pt x="3440036" y="58013"/>
                  </a:lnTo>
                  <a:lnTo>
                    <a:pt x="3443084" y="54965"/>
                  </a:lnTo>
                  <a:lnTo>
                    <a:pt x="3443084" y="48869"/>
                  </a:lnTo>
                  <a:close/>
                </a:path>
                <a:path w="3651250" h="299085">
                  <a:moveTo>
                    <a:pt x="3504146" y="51917"/>
                  </a:moveTo>
                  <a:lnTo>
                    <a:pt x="3491954" y="51917"/>
                  </a:lnTo>
                  <a:lnTo>
                    <a:pt x="3491954" y="1524"/>
                  </a:lnTo>
                  <a:lnTo>
                    <a:pt x="3484334" y="1524"/>
                  </a:lnTo>
                  <a:lnTo>
                    <a:pt x="3466046" y="10668"/>
                  </a:lnTo>
                  <a:lnTo>
                    <a:pt x="3469094" y="16764"/>
                  </a:lnTo>
                  <a:lnTo>
                    <a:pt x="3482810" y="9144"/>
                  </a:lnTo>
                  <a:lnTo>
                    <a:pt x="3482810" y="51917"/>
                  </a:lnTo>
                  <a:lnTo>
                    <a:pt x="3469094" y="51917"/>
                  </a:lnTo>
                  <a:lnTo>
                    <a:pt x="3469094" y="58013"/>
                  </a:lnTo>
                  <a:lnTo>
                    <a:pt x="3504146" y="58013"/>
                  </a:lnTo>
                  <a:lnTo>
                    <a:pt x="3504146" y="51917"/>
                  </a:lnTo>
                  <a:close/>
                </a:path>
                <a:path w="3651250" h="299085">
                  <a:moveTo>
                    <a:pt x="3553002" y="18288"/>
                  </a:moveTo>
                  <a:lnTo>
                    <a:pt x="3551478" y="15240"/>
                  </a:lnTo>
                  <a:lnTo>
                    <a:pt x="3551478" y="10668"/>
                  </a:lnTo>
                  <a:lnTo>
                    <a:pt x="3549954" y="9144"/>
                  </a:lnTo>
                  <a:lnTo>
                    <a:pt x="3549192" y="7620"/>
                  </a:lnTo>
                  <a:lnTo>
                    <a:pt x="3548430" y="6096"/>
                  </a:lnTo>
                  <a:lnTo>
                    <a:pt x="3545382" y="4572"/>
                  </a:lnTo>
                  <a:lnTo>
                    <a:pt x="3545382" y="16764"/>
                  </a:lnTo>
                  <a:lnTo>
                    <a:pt x="3545382" y="27432"/>
                  </a:lnTo>
                  <a:lnTo>
                    <a:pt x="3542334" y="27432"/>
                  </a:lnTo>
                  <a:lnTo>
                    <a:pt x="3542334" y="28956"/>
                  </a:lnTo>
                  <a:lnTo>
                    <a:pt x="3539286" y="28956"/>
                  </a:lnTo>
                  <a:lnTo>
                    <a:pt x="3537674" y="30480"/>
                  </a:lnTo>
                  <a:lnTo>
                    <a:pt x="3530054" y="30480"/>
                  </a:lnTo>
                  <a:lnTo>
                    <a:pt x="3528530" y="28956"/>
                  </a:lnTo>
                  <a:lnTo>
                    <a:pt x="3527006" y="28956"/>
                  </a:lnTo>
                  <a:lnTo>
                    <a:pt x="3525482" y="27432"/>
                  </a:lnTo>
                  <a:lnTo>
                    <a:pt x="3523958" y="27432"/>
                  </a:lnTo>
                  <a:lnTo>
                    <a:pt x="3523958" y="25908"/>
                  </a:lnTo>
                  <a:lnTo>
                    <a:pt x="3522434" y="24384"/>
                  </a:lnTo>
                  <a:lnTo>
                    <a:pt x="3522434" y="13716"/>
                  </a:lnTo>
                  <a:lnTo>
                    <a:pt x="3523958" y="12192"/>
                  </a:lnTo>
                  <a:lnTo>
                    <a:pt x="3523958" y="10668"/>
                  </a:lnTo>
                  <a:lnTo>
                    <a:pt x="3525482" y="10668"/>
                  </a:lnTo>
                  <a:lnTo>
                    <a:pt x="3527006" y="9144"/>
                  </a:lnTo>
                  <a:lnTo>
                    <a:pt x="3527006" y="7620"/>
                  </a:lnTo>
                  <a:lnTo>
                    <a:pt x="3537674" y="7620"/>
                  </a:lnTo>
                  <a:lnTo>
                    <a:pt x="3539286" y="9144"/>
                  </a:lnTo>
                  <a:lnTo>
                    <a:pt x="3540810" y="9144"/>
                  </a:lnTo>
                  <a:lnTo>
                    <a:pt x="3543858" y="12192"/>
                  </a:lnTo>
                  <a:lnTo>
                    <a:pt x="3543858" y="15240"/>
                  </a:lnTo>
                  <a:lnTo>
                    <a:pt x="3545382" y="16764"/>
                  </a:lnTo>
                  <a:lnTo>
                    <a:pt x="3545382" y="4572"/>
                  </a:lnTo>
                  <a:lnTo>
                    <a:pt x="3543858" y="3048"/>
                  </a:lnTo>
                  <a:lnTo>
                    <a:pt x="3540810" y="1524"/>
                  </a:lnTo>
                  <a:lnTo>
                    <a:pt x="3539286" y="1524"/>
                  </a:lnTo>
                  <a:lnTo>
                    <a:pt x="3536150" y="0"/>
                  </a:lnTo>
                  <a:lnTo>
                    <a:pt x="3530054" y="0"/>
                  </a:lnTo>
                  <a:lnTo>
                    <a:pt x="3528530" y="1524"/>
                  </a:lnTo>
                  <a:lnTo>
                    <a:pt x="3525482" y="1524"/>
                  </a:lnTo>
                  <a:lnTo>
                    <a:pt x="3523958" y="3048"/>
                  </a:lnTo>
                  <a:lnTo>
                    <a:pt x="3520910" y="4572"/>
                  </a:lnTo>
                  <a:lnTo>
                    <a:pt x="3516338" y="9144"/>
                  </a:lnTo>
                  <a:lnTo>
                    <a:pt x="3514814" y="12192"/>
                  </a:lnTo>
                  <a:lnTo>
                    <a:pt x="3514814" y="25908"/>
                  </a:lnTo>
                  <a:lnTo>
                    <a:pt x="3516338" y="28956"/>
                  </a:lnTo>
                  <a:lnTo>
                    <a:pt x="3516338" y="30480"/>
                  </a:lnTo>
                  <a:lnTo>
                    <a:pt x="3517862" y="32004"/>
                  </a:lnTo>
                  <a:lnTo>
                    <a:pt x="3519386" y="33616"/>
                  </a:lnTo>
                  <a:lnTo>
                    <a:pt x="3520910" y="35140"/>
                  </a:lnTo>
                  <a:lnTo>
                    <a:pt x="3523958" y="35140"/>
                  </a:lnTo>
                  <a:lnTo>
                    <a:pt x="3525482" y="36664"/>
                  </a:lnTo>
                  <a:lnTo>
                    <a:pt x="3536150" y="36664"/>
                  </a:lnTo>
                  <a:lnTo>
                    <a:pt x="3539286" y="35140"/>
                  </a:lnTo>
                  <a:lnTo>
                    <a:pt x="3540810" y="35140"/>
                  </a:lnTo>
                  <a:lnTo>
                    <a:pt x="3543858" y="33616"/>
                  </a:lnTo>
                  <a:lnTo>
                    <a:pt x="3545382" y="33616"/>
                  </a:lnTo>
                  <a:lnTo>
                    <a:pt x="3545382" y="36664"/>
                  </a:lnTo>
                  <a:lnTo>
                    <a:pt x="3543858" y="39712"/>
                  </a:lnTo>
                  <a:lnTo>
                    <a:pt x="3543858" y="41236"/>
                  </a:lnTo>
                  <a:lnTo>
                    <a:pt x="3542334" y="44284"/>
                  </a:lnTo>
                  <a:lnTo>
                    <a:pt x="3539286" y="47332"/>
                  </a:lnTo>
                  <a:lnTo>
                    <a:pt x="3537674" y="48856"/>
                  </a:lnTo>
                  <a:lnTo>
                    <a:pt x="3534626" y="50380"/>
                  </a:lnTo>
                  <a:lnTo>
                    <a:pt x="3533102" y="50380"/>
                  </a:lnTo>
                  <a:lnTo>
                    <a:pt x="3530054" y="51904"/>
                  </a:lnTo>
                  <a:lnTo>
                    <a:pt x="3517862" y="51904"/>
                  </a:lnTo>
                  <a:lnTo>
                    <a:pt x="3517862" y="58000"/>
                  </a:lnTo>
                  <a:lnTo>
                    <a:pt x="3531578" y="58000"/>
                  </a:lnTo>
                  <a:lnTo>
                    <a:pt x="3536150" y="56476"/>
                  </a:lnTo>
                  <a:lnTo>
                    <a:pt x="3539286" y="54952"/>
                  </a:lnTo>
                  <a:lnTo>
                    <a:pt x="3542334" y="53428"/>
                  </a:lnTo>
                  <a:lnTo>
                    <a:pt x="3545382" y="50380"/>
                  </a:lnTo>
                  <a:lnTo>
                    <a:pt x="3548430" y="48856"/>
                  </a:lnTo>
                  <a:lnTo>
                    <a:pt x="3549954" y="44284"/>
                  </a:lnTo>
                  <a:lnTo>
                    <a:pt x="3551478" y="41236"/>
                  </a:lnTo>
                  <a:lnTo>
                    <a:pt x="3553002" y="36664"/>
                  </a:lnTo>
                  <a:lnTo>
                    <a:pt x="3553002" y="33616"/>
                  </a:lnTo>
                  <a:lnTo>
                    <a:pt x="3553002" y="30480"/>
                  </a:lnTo>
                  <a:lnTo>
                    <a:pt x="3553002" y="18288"/>
                  </a:lnTo>
                  <a:close/>
                </a:path>
                <a:path w="3651250" h="299085">
                  <a:moveTo>
                    <a:pt x="3601872" y="39712"/>
                  </a:moveTo>
                  <a:lnTo>
                    <a:pt x="3600348" y="38188"/>
                  </a:lnTo>
                  <a:lnTo>
                    <a:pt x="3600348" y="35140"/>
                  </a:lnTo>
                  <a:lnTo>
                    <a:pt x="3598824" y="33616"/>
                  </a:lnTo>
                  <a:lnTo>
                    <a:pt x="3597300" y="32004"/>
                  </a:lnTo>
                  <a:lnTo>
                    <a:pt x="3594252" y="28956"/>
                  </a:lnTo>
                  <a:lnTo>
                    <a:pt x="3591115" y="28956"/>
                  </a:lnTo>
                  <a:lnTo>
                    <a:pt x="3589591" y="27432"/>
                  </a:lnTo>
                  <a:lnTo>
                    <a:pt x="3592728" y="27432"/>
                  </a:lnTo>
                  <a:lnTo>
                    <a:pt x="3594252" y="24384"/>
                  </a:lnTo>
                  <a:lnTo>
                    <a:pt x="3597300" y="21336"/>
                  </a:lnTo>
                  <a:lnTo>
                    <a:pt x="3598824" y="18288"/>
                  </a:lnTo>
                  <a:lnTo>
                    <a:pt x="3598824" y="10668"/>
                  </a:lnTo>
                  <a:lnTo>
                    <a:pt x="3597300" y="9144"/>
                  </a:lnTo>
                  <a:lnTo>
                    <a:pt x="3597300" y="7620"/>
                  </a:lnTo>
                  <a:lnTo>
                    <a:pt x="3592728" y="3048"/>
                  </a:lnTo>
                  <a:lnTo>
                    <a:pt x="3591115" y="1524"/>
                  </a:lnTo>
                  <a:lnTo>
                    <a:pt x="3586543" y="1524"/>
                  </a:lnTo>
                  <a:lnTo>
                    <a:pt x="3583495" y="0"/>
                  </a:lnTo>
                  <a:lnTo>
                    <a:pt x="3578923" y="0"/>
                  </a:lnTo>
                  <a:lnTo>
                    <a:pt x="3577399" y="1524"/>
                  </a:lnTo>
                  <a:lnTo>
                    <a:pt x="3569779" y="1524"/>
                  </a:lnTo>
                  <a:lnTo>
                    <a:pt x="3568255" y="3048"/>
                  </a:lnTo>
                  <a:lnTo>
                    <a:pt x="3566731" y="3048"/>
                  </a:lnTo>
                  <a:lnTo>
                    <a:pt x="3566731" y="9144"/>
                  </a:lnTo>
                  <a:lnTo>
                    <a:pt x="3569779" y="9144"/>
                  </a:lnTo>
                  <a:lnTo>
                    <a:pt x="3571303" y="7620"/>
                  </a:lnTo>
                  <a:lnTo>
                    <a:pt x="3586543" y="7620"/>
                  </a:lnTo>
                  <a:lnTo>
                    <a:pt x="3591115" y="12192"/>
                  </a:lnTo>
                  <a:lnTo>
                    <a:pt x="3591115" y="16764"/>
                  </a:lnTo>
                  <a:lnTo>
                    <a:pt x="3589591" y="18288"/>
                  </a:lnTo>
                  <a:lnTo>
                    <a:pt x="3589591" y="21336"/>
                  </a:lnTo>
                  <a:lnTo>
                    <a:pt x="3586543" y="24384"/>
                  </a:lnTo>
                  <a:lnTo>
                    <a:pt x="3585019" y="24384"/>
                  </a:lnTo>
                  <a:lnTo>
                    <a:pt x="3583495" y="25908"/>
                  </a:lnTo>
                  <a:lnTo>
                    <a:pt x="3572827" y="25908"/>
                  </a:lnTo>
                  <a:lnTo>
                    <a:pt x="3572827" y="32004"/>
                  </a:lnTo>
                  <a:lnTo>
                    <a:pt x="3585019" y="32004"/>
                  </a:lnTo>
                  <a:lnTo>
                    <a:pt x="3586543" y="33616"/>
                  </a:lnTo>
                  <a:lnTo>
                    <a:pt x="3588067" y="33616"/>
                  </a:lnTo>
                  <a:lnTo>
                    <a:pt x="3589591" y="35140"/>
                  </a:lnTo>
                  <a:lnTo>
                    <a:pt x="3591115" y="35140"/>
                  </a:lnTo>
                  <a:lnTo>
                    <a:pt x="3591115" y="36664"/>
                  </a:lnTo>
                  <a:lnTo>
                    <a:pt x="3592728" y="36664"/>
                  </a:lnTo>
                  <a:lnTo>
                    <a:pt x="3592728" y="38188"/>
                  </a:lnTo>
                  <a:lnTo>
                    <a:pt x="3594252" y="39712"/>
                  </a:lnTo>
                  <a:lnTo>
                    <a:pt x="3594252" y="42760"/>
                  </a:lnTo>
                  <a:lnTo>
                    <a:pt x="3592728" y="44284"/>
                  </a:lnTo>
                  <a:lnTo>
                    <a:pt x="3592728" y="47332"/>
                  </a:lnTo>
                  <a:lnTo>
                    <a:pt x="3591115" y="48856"/>
                  </a:lnTo>
                  <a:lnTo>
                    <a:pt x="3589591" y="48856"/>
                  </a:lnTo>
                  <a:lnTo>
                    <a:pt x="3586543" y="51904"/>
                  </a:lnTo>
                  <a:lnTo>
                    <a:pt x="3565207" y="51904"/>
                  </a:lnTo>
                  <a:lnTo>
                    <a:pt x="3565207" y="58000"/>
                  </a:lnTo>
                  <a:lnTo>
                    <a:pt x="3568255" y="58000"/>
                  </a:lnTo>
                  <a:lnTo>
                    <a:pt x="3571303" y="59524"/>
                  </a:lnTo>
                  <a:lnTo>
                    <a:pt x="3580447" y="59524"/>
                  </a:lnTo>
                  <a:lnTo>
                    <a:pt x="3585019" y="58000"/>
                  </a:lnTo>
                  <a:lnTo>
                    <a:pt x="3588067" y="58000"/>
                  </a:lnTo>
                  <a:lnTo>
                    <a:pt x="3591115" y="56476"/>
                  </a:lnTo>
                  <a:lnTo>
                    <a:pt x="3592728" y="54952"/>
                  </a:lnTo>
                  <a:lnTo>
                    <a:pt x="3595776" y="53428"/>
                  </a:lnTo>
                  <a:lnTo>
                    <a:pt x="3598824" y="50380"/>
                  </a:lnTo>
                  <a:lnTo>
                    <a:pt x="3600348" y="47332"/>
                  </a:lnTo>
                  <a:lnTo>
                    <a:pt x="3600348" y="45808"/>
                  </a:lnTo>
                  <a:lnTo>
                    <a:pt x="3601872" y="42760"/>
                  </a:lnTo>
                  <a:lnTo>
                    <a:pt x="3601872" y="39712"/>
                  </a:lnTo>
                  <a:close/>
                </a:path>
                <a:path w="3651250" h="299085">
                  <a:moveTo>
                    <a:pt x="3650742" y="39712"/>
                  </a:moveTo>
                  <a:lnTo>
                    <a:pt x="3649218" y="38188"/>
                  </a:lnTo>
                  <a:lnTo>
                    <a:pt x="3649218" y="35140"/>
                  </a:lnTo>
                  <a:lnTo>
                    <a:pt x="3647694" y="33616"/>
                  </a:lnTo>
                  <a:lnTo>
                    <a:pt x="3646170" y="32004"/>
                  </a:lnTo>
                  <a:lnTo>
                    <a:pt x="3644544" y="30480"/>
                  </a:lnTo>
                  <a:lnTo>
                    <a:pt x="3643020" y="28956"/>
                  </a:lnTo>
                  <a:lnTo>
                    <a:pt x="3639972" y="28956"/>
                  </a:lnTo>
                  <a:lnTo>
                    <a:pt x="3638448" y="27432"/>
                  </a:lnTo>
                  <a:lnTo>
                    <a:pt x="3641496" y="27432"/>
                  </a:lnTo>
                  <a:lnTo>
                    <a:pt x="3643020" y="24384"/>
                  </a:lnTo>
                  <a:lnTo>
                    <a:pt x="3644544" y="22860"/>
                  </a:lnTo>
                  <a:lnTo>
                    <a:pt x="3646170" y="21336"/>
                  </a:lnTo>
                  <a:lnTo>
                    <a:pt x="3647694" y="18288"/>
                  </a:lnTo>
                  <a:lnTo>
                    <a:pt x="3647694" y="10668"/>
                  </a:lnTo>
                  <a:lnTo>
                    <a:pt x="3646170" y="9144"/>
                  </a:lnTo>
                  <a:lnTo>
                    <a:pt x="3646170" y="7620"/>
                  </a:lnTo>
                  <a:lnTo>
                    <a:pt x="3644544" y="6096"/>
                  </a:lnTo>
                  <a:lnTo>
                    <a:pt x="3639972" y="1524"/>
                  </a:lnTo>
                  <a:lnTo>
                    <a:pt x="3635400" y="1524"/>
                  </a:lnTo>
                  <a:lnTo>
                    <a:pt x="3632352" y="0"/>
                  </a:lnTo>
                  <a:lnTo>
                    <a:pt x="3627780" y="0"/>
                  </a:lnTo>
                  <a:lnTo>
                    <a:pt x="3626256" y="1524"/>
                  </a:lnTo>
                  <a:lnTo>
                    <a:pt x="3618636" y="1524"/>
                  </a:lnTo>
                  <a:lnTo>
                    <a:pt x="3617112" y="3048"/>
                  </a:lnTo>
                  <a:lnTo>
                    <a:pt x="3615588" y="3048"/>
                  </a:lnTo>
                  <a:lnTo>
                    <a:pt x="3615588" y="9144"/>
                  </a:lnTo>
                  <a:lnTo>
                    <a:pt x="3618636" y="9144"/>
                  </a:lnTo>
                  <a:lnTo>
                    <a:pt x="3620160" y="7620"/>
                  </a:lnTo>
                  <a:lnTo>
                    <a:pt x="3635400" y="7620"/>
                  </a:lnTo>
                  <a:lnTo>
                    <a:pt x="3639972" y="12192"/>
                  </a:lnTo>
                  <a:lnTo>
                    <a:pt x="3639972" y="18288"/>
                  </a:lnTo>
                  <a:lnTo>
                    <a:pt x="3638448" y="19812"/>
                  </a:lnTo>
                  <a:lnTo>
                    <a:pt x="3638448" y="21336"/>
                  </a:lnTo>
                  <a:lnTo>
                    <a:pt x="3635400" y="24384"/>
                  </a:lnTo>
                  <a:lnTo>
                    <a:pt x="3633876" y="24384"/>
                  </a:lnTo>
                  <a:lnTo>
                    <a:pt x="3632352" y="25908"/>
                  </a:lnTo>
                  <a:lnTo>
                    <a:pt x="3621684" y="25908"/>
                  </a:lnTo>
                  <a:lnTo>
                    <a:pt x="3621684" y="32004"/>
                  </a:lnTo>
                  <a:lnTo>
                    <a:pt x="3633876" y="32004"/>
                  </a:lnTo>
                  <a:lnTo>
                    <a:pt x="3635400" y="33616"/>
                  </a:lnTo>
                  <a:lnTo>
                    <a:pt x="3636924" y="33616"/>
                  </a:lnTo>
                  <a:lnTo>
                    <a:pt x="3638448" y="35140"/>
                  </a:lnTo>
                  <a:lnTo>
                    <a:pt x="3639972" y="35140"/>
                  </a:lnTo>
                  <a:lnTo>
                    <a:pt x="3639972" y="36664"/>
                  </a:lnTo>
                  <a:lnTo>
                    <a:pt x="3641496" y="36664"/>
                  </a:lnTo>
                  <a:lnTo>
                    <a:pt x="3641496" y="38188"/>
                  </a:lnTo>
                  <a:lnTo>
                    <a:pt x="3643020" y="39712"/>
                  </a:lnTo>
                  <a:lnTo>
                    <a:pt x="3643020" y="42760"/>
                  </a:lnTo>
                  <a:lnTo>
                    <a:pt x="3641496" y="44284"/>
                  </a:lnTo>
                  <a:lnTo>
                    <a:pt x="3641496" y="47332"/>
                  </a:lnTo>
                  <a:lnTo>
                    <a:pt x="3639972" y="48856"/>
                  </a:lnTo>
                  <a:lnTo>
                    <a:pt x="3638448" y="48856"/>
                  </a:lnTo>
                  <a:lnTo>
                    <a:pt x="3635400" y="51904"/>
                  </a:lnTo>
                  <a:lnTo>
                    <a:pt x="3614064" y="51904"/>
                  </a:lnTo>
                  <a:lnTo>
                    <a:pt x="3614064" y="58000"/>
                  </a:lnTo>
                  <a:lnTo>
                    <a:pt x="3618636" y="58000"/>
                  </a:lnTo>
                  <a:lnTo>
                    <a:pt x="3620160" y="59524"/>
                  </a:lnTo>
                  <a:lnTo>
                    <a:pt x="3629304" y="59524"/>
                  </a:lnTo>
                  <a:lnTo>
                    <a:pt x="3633876" y="58000"/>
                  </a:lnTo>
                  <a:lnTo>
                    <a:pt x="3636924" y="58000"/>
                  </a:lnTo>
                  <a:lnTo>
                    <a:pt x="3639972" y="56476"/>
                  </a:lnTo>
                  <a:lnTo>
                    <a:pt x="3641496" y="54952"/>
                  </a:lnTo>
                  <a:lnTo>
                    <a:pt x="3644544" y="53428"/>
                  </a:lnTo>
                  <a:lnTo>
                    <a:pt x="3646170" y="51904"/>
                  </a:lnTo>
                  <a:lnTo>
                    <a:pt x="3647694" y="50380"/>
                  </a:lnTo>
                  <a:lnTo>
                    <a:pt x="3649218" y="47332"/>
                  </a:lnTo>
                  <a:lnTo>
                    <a:pt x="3649218" y="45808"/>
                  </a:lnTo>
                  <a:lnTo>
                    <a:pt x="3650742" y="42760"/>
                  </a:lnTo>
                  <a:lnTo>
                    <a:pt x="3650742" y="3971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01201" y="1655254"/>
              <a:ext cx="381666" cy="7905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924556" y="1658302"/>
              <a:ext cx="3651250" cy="299720"/>
            </a:xfrm>
            <a:custGeom>
              <a:avLst/>
              <a:gdLst/>
              <a:ahLst/>
              <a:cxnLst/>
              <a:rect l="l" t="t" r="r" b="b"/>
              <a:pathLst>
                <a:path w="3651250" h="299719">
                  <a:moveTo>
                    <a:pt x="27432" y="252793"/>
                  </a:moveTo>
                  <a:lnTo>
                    <a:pt x="0" y="252793"/>
                  </a:lnTo>
                  <a:lnTo>
                    <a:pt x="0" y="260426"/>
                  </a:lnTo>
                  <a:lnTo>
                    <a:pt x="27432" y="260426"/>
                  </a:lnTo>
                  <a:lnTo>
                    <a:pt x="27432" y="252793"/>
                  </a:lnTo>
                  <a:close/>
                </a:path>
                <a:path w="3651250" h="299719">
                  <a:moveTo>
                    <a:pt x="128485" y="244233"/>
                  </a:moveTo>
                  <a:lnTo>
                    <a:pt x="126961" y="242709"/>
                  </a:lnTo>
                  <a:lnTo>
                    <a:pt x="122389" y="238137"/>
                  </a:lnTo>
                  <a:lnTo>
                    <a:pt x="120865" y="238137"/>
                  </a:lnTo>
                  <a:lnTo>
                    <a:pt x="119341" y="236613"/>
                  </a:lnTo>
                  <a:lnTo>
                    <a:pt x="102577" y="236613"/>
                  </a:lnTo>
                  <a:lnTo>
                    <a:pt x="101053" y="238137"/>
                  </a:lnTo>
                  <a:lnTo>
                    <a:pt x="98005" y="238137"/>
                  </a:lnTo>
                  <a:lnTo>
                    <a:pt x="96481" y="239661"/>
                  </a:lnTo>
                  <a:lnTo>
                    <a:pt x="96481" y="245757"/>
                  </a:lnTo>
                  <a:lnTo>
                    <a:pt x="99529" y="244233"/>
                  </a:lnTo>
                  <a:lnTo>
                    <a:pt x="101053" y="244233"/>
                  </a:lnTo>
                  <a:lnTo>
                    <a:pt x="104101" y="242709"/>
                  </a:lnTo>
                  <a:lnTo>
                    <a:pt x="117817" y="242709"/>
                  </a:lnTo>
                  <a:lnTo>
                    <a:pt x="120865" y="245757"/>
                  </a:lnTo>
                  <a:lnTo>
                    <a:pt x="120865" y="254901"/>
                  </a:lnTo>
                  <a:lnTo>
                    <a:pt x="120865" y="260997"/>
                  </a:lnTo>
                  <a:lnTo>
                    <a:pt x="120865" y="268617"/>
                  </a:lnTo>
                  <a:lnTo>
                    <a:pt x="119341" y="270141"/>
                  </a:lnTo>
                  <a:lnTo>
                    <a:pt x="116293" y="271665"/>
                  </a:lnTo>
                  <a:lnTo>
                    <a:pt x="114769" y="273189"/>
                  </a:lnTo>
                  <a:lnTo>
                    <a:pt x="111721" y="274713"/>
                  </a:lnTo>
                  <a:lnTo>
                    <a:pt x="104101" y="274713"/>
                  </a:lnTo>
                  <a:lnTo>
                    <a:pt x="101053" y="271665"/>
                  </a:lnTo>
                  <a:lnTo>
                    <a:pt x="101053" y="265569"/>
                  </a:lnTo>
                  <a:lnTo>
                    <a:pt x="105625" y="260997"/>
                  </a:lnTo>
                  <a:lnTo>
                    <a:pt x="120865" y="260997"/>
                  </a:lnTo>
                  <a:lnTo>
                    <a:pt x="120865" y="254901"/>
                  </a:lnTo>
                  <a:lnTo>
                    <a:pt x="105625" y="254901"/>
                  </a:lnTo>
                  <a:lnTo>
                    <a:pt x="101053" y="256425"/>
                  </a:lnTo>
                  <a:lnTo>
                    <a:pt x="98005" y="257949"/>
                  </a:lnTo>
                  <a:lnTo>
                    <a:pt x="94957" y="260997"/>
                  </a:lnTo>
                  <a:lnTo>
                    <a:pt x="93433" y="264045"/>
                  </a:lnTo>
                  <a:lnTo>
                    <a:pt x="93433" y="273189"/>
                  </a:lnTo>
                  <a:lnTo>
                    <a:pt x="94957" y="274713"/>
                  </a:lnTo>
                  <a:lnTo>
                    <a:pt x="94957" y="276237"/>
                  </a:lnTo>
                  <a:lnTo>
                    <a:pt x="98005" y="279285"/>
                  </a:lnTo>
                  <a:lnTo>
                    <a:pt x="99529" y="279285"/>
                  </a:lnTo>
                  <a:lnTo>
                    <a:pt x="101053" y="280809"/>
                  </a:lnTo>
                  <a:lnTo>
                    <a:pt x="111721" y="280809"/>
                  </a:lnTo>
                  <a:lnTo>
                    <a:pt x="114769" y="279285"/>
                  </a:lnTo>
                  <a:lnTo>
                    <a:pt x="117817" y="279285"/>
                  </a:lnTo>
                  <a:lnTo>
                    <a:pt x="122389" y="274713"/>
                  </a:lnTo>
                  <a:lnTo>
                    <a:pt x="122389" y="280809"/>
                  </a:lnTo>
                  <a:lnTo>
                    <a:pt x="128485" y="280809"/>
                  </a:lnTo>
                  <a:lnTo>
                    <a:pt x="128485" y="260997"/>
                  </a:lnTo>
                  <a:lnTo>
                    <a:pt x="128485" y="244233"/>
                  </a:lnTo>
                  <a:close/>
                </a:path>
                <a:path w="3651250" h="299719">
                  <a:moveTo>
                    <a:pt x="177355" y="238125"/>
                  </a:moveTo>
                  <a:lnTo>
                    <a:pt x="175831" y="238125"/>
                  </a:lnTo>
                  <a:lnTo>
                    <a:pt x="172783" y="236601"/>
                  </a:lnTo>
                  <a:lnTo>
                    <a:pt x="159067" y="236601"/>
                  </a:lnTo>
                  <a:lnTo>
                    <a:pt x="152971" y="239649"/>
                  </a:lnTo>
                  <a:lnTo>
                    <a:pt x="151447" y="241173"/>
                  </a:lnTo>
                  <a:lnTo>
                    <a:pt x="148399" y="242697"/>
                  </a:lnTo>
                  <a:lnTo>
                    <a:pt x="146875" y="244221"/>
                  </a:lnTo>
                  <a:lnTo>
                    <a:pt x="143827" y="250317"/>
                  </a:lnTo>
                  <a:lnTo>
                    <a:pt x="143827" y="253365"/>
                  </a:lnTo>
                  <a:lnTo>
                    <a:pt x="142303" y="256413"/>
                  </a:lnTo>
                  <a:lnTo>
                    <a:pt x="142303" y="267081"/>
                  </a:lnTo>
                  <a:lnTo>
                    <a:pt x="148399" y="276225"/>
                  </a:lnTo>
                  <a:lnTo>
                    <a:pt x="152971" y="279273"/>
                  </a:lnTo>
                  <a:lnTo>
                    <a:pt x="157543" y="280797"/>
                  </a:lnTo>
                  <a:lnTo>
                    <a:pt x="172783" y="280797"/>
                  </a:lnTo>
                  <a:lnTo>
                    <a:pt x="174307" y="279273"/>
                  </a:lnTo>
                  <a:lnTo>
                    <a:pt x="177355" y="279273"/>
                  </a:lnTo>
                  <a:lnTo>
                    <a:pt x="177355" y="271653"/>
                  </a:lnTo>
                  <a:lnTo>
                    <a:pt x="175831" y="273177"/>
                  </a:lnTo>
                  <a:lnTo>
                    <a:pt x="172783" y="273177"/>
                  </a:lnTo>
                  <a:lnTo>
                    <a:pt x="171259" y="274701"/>
                  </a:lnTo>
                  <a:lnTo>
                    <a:pt x="160591" y="274701"/>
                  </a:lnTo>
                  <a:lnTo>
                    <a:pt x="157543" y="273177"/>
                  </a:lnTo>
                  <a:lnTo>
                    <a:pt x="154495" y="270129"/>
                  </a:lnTo>
                  <a:lnTo>
                    <a:pt x="151447" y="268605"/>
                  </a:lnTo>
                  <a:lnTo>
                    <a:pt x="151447" y="251841"/>
                  </a:lnTo>
                  <a:lnTo>
                    <a:pt x="154495" y="248793"/>
                  </a:lnTo>
                  <a:lnTo>
                    <a:pt x="154495" y="247269"/>
                  </a:lnTo>
                  <a:lnTo>
                    <a:pt x="157543" y="244221"/>
                  </a:lnTo>
                  <a:lnTo>
                    <a:pt x="159067" y="244221"/>
                  </a:lnTo>
                  <a:lnTo>
                    <a:pt x="162115" y="242697"/>
                  </a:lnTo>
                  <a:lnTo>
                    <a:pt x="171259" y="242697"/>
                  </a:lnTo>
                  <a:lnTo>
                    <a:pt x="172783" y="244221"/>
                  </a:lnTo>
                  <a:lnTo>
                    <a:pt x="174307" y="244221"/>
                  </a:lnTo>
                  <a:lnTo>
                    <a:pt x="177355" y="245745"/>
                  </a:lnTo>
                  <a:lnTo>
                    <a:pt x="177355" y="238125"/>
                  </a:lnTo>
                  <a:close/>
                </a:path>
                <a:path w="3651250" h="299719">
                  <a:moveTo>
                    <a:pt x="226212" y="238125"/>
                  </a:moveTo>
                  <a:lnTo>
                    <a:pt x="224688" y="238125"/>
                  </a:lnTo>
                  <a:lnTo>
                    <a:pt x="221640" y="236601"/>
                  </a:lnTo>
                  <a:lnTo>
                    <a:pt x="207924" y="236601"/>
                  </a:lnTo>
                  <a:lnTo>
                    <a:pt x="201828" y="239649"/>
                  </a:lnTo>
                  <a:lnTo>
                    <a:pt x="200304" y="241173"/>
                  </a:lnTo>
                  <a:lnTo>
                    <a:pt x="197256" y="242697"/>
                  </a:lnTo>
                  <a:lnTo>
                    <a:pt x="195732" y="244221"/>
                  </a:lnTo>
                  <a:lnTo>
                    <a:pt x="194208" y="247269"/>
                  </a:lnTo>
                  <a:lnTo>
                    <a:pt x="194208" y="250317"/>
                  </a:lnTo>
                  <a:lnTo>
                    <a:pt x="191160" y="256413"/>
                  </a:lnTo>
                  <a:lnTo>
                    <a:pt x="191160" y="267081"/>
                  </a:lnTo>
                  <a:lnTo>
                    <a:pt x="197256" y="276225"/>
                  </a:lnTo>
                  <a:lnTo>
                    <a:pt x="201828" y="279273"/>
                  </a:lnTo>
                  <a:lnTo>
                    <a:pt x="206400" y="280797"/>
                  </a:lnTo>
                  <a:lnTo>
                    <a:pt x="221640" y="280797"/>
                  </a:lnTo>
                  <a:lnTo>
                    <a:pt x="223164" y="279273"/>
                  </a:lnTo>
                  <a:lnTo>
                    <a:pt x="226212" y="279273"/>
                  </a:lnTo>
                  <a:lnTo>
                    <a:pt x="226212" y="271653"/>
                  </a:lnTo>
                  <a:lnTo>
                    <a:pt x="224688" y="273177"/>
                  </a:lnTo>
                  <a:lnTo>
                    <a:pt x="221640" y="273177"/>
                  </a:lnTo>
                  <a:lnTo>
                    <a:pt x="220116" y="274701"/>
                  </a:lnTo>
                  <a:lnTo>
                    <a:pt x="209448" y="274701"/>
                  </a:lnTo>
                  <a:lnTo>
                    <a:pt x="206400" y="273177"/>
                  </a:lnTo>
                  <a:lnTo>
                    <a:pt x="203352" y="270129"/>
                  </a:lnTo>
                  <a:lnTo>
                    <a:pt x="200304" y="268605"/>
                  </a:lnTo>
                  <a:lnTo>
                    <a:pt x="200304" y="251841"/>
                  </a:lnTo>
                  <a:lnTo>
                    <a:pt x="203352" y="248793"/>
                  </a:lnTo>
                  <a:lnTo>
                    <a:pt x="203352" y="247269"/>
                  </a:lnTo>
                  <a:lnTo>
                    <a:pt x="206400" y="244221"/>
                  </a:lnTo>
                  <a:lnTo>
                    <a:pt x="207924" y="244221"/>
                  </a:lnTo>
                  <a:lnTo>
                    <a:pt x="210972" y="242697"/>
                  </a:lnTo>
                  <a:lnTo>
                    <a:pt x="220116" y="242697"/>
                  </a:lnTo>
                  <a:lnTo>
                    <a:pt x="221640" y="244221"/>
                  </a:lnTo>
                  <a:lnTo>
                    <a:pt x="224688" y="244221"/>
                  </a:lnTo>
                  <a:lnTo>
                    <a:pt x="226212" y="245745"/>
                  </a:lnTo>
                  <a:lnTo>
                    <a:pt x="226212" y="238125"/>
                  </a:lnTo>
                  <a:close/>
                </a:path>
                <a:path w="3651250" h="299719">
                  <a:moveTo>
                    <a:pt x="276593" y="236613"/>
                  </a:moveTo>
                  <a:lnTo>
                    <a:pt x="268973" y="236613"/>
                  </a:lnTo>
                  <a:lnTo>
                    <a:pt x="268973" y="265569"/>
                  </a:lnTo>
                  <a:lnTo>
                    <a:pt x="261353" y="273189"/>
                  </a:lnTo>
                  <a:lnTo>
                    <a:pt x="259829" y="273189"/>
                  </a:lnTo>
                  <a:lnTo>
                    <a:pt x="259829" y="274713"/>
                  </a:lnTo>
                  <a:lnTo>
                    <a:pt x="250685" y="274713"/>
                  </a:lnTo>
                  <a:lnTo>
                    <a:pt x="249161" y="271665"/>
                  </a:lnTo>
                  <a:lnTo>
                    <a:pt x="249161" y="236613"/>
                  </a:lnTo>
                  <a:lnTo>
                    <a:pt x="241541" y="236613"/>
                  </a:lnTo>
                  <a:lnTo>
                    <a:pt x="241541" y="274713"/>
                  </a:lnTo>
                  <a:lnTo>
                    <a:pt x="246113" y="279285"/>
                  </a:lnTo>
                  <a:lnTo>
                    <a:pt x="250685" y="280809"/>
                  </a:lnTo>
                  <a:lnTo>
                    <a:pt x="259829" y="280809"/>
                  </a:lnTo>
                  <a:lnTo>
                    <a:pt x="261353" y="279285"/>
                  </a:lnTo>
                  <a:lnTo>
                    <a:pt x="262877" y="279285"/>
                  </a:lnTo>
                  <a:lnTo>
                    <a:pt x="267449" y="274713"/>
                  </a:lnTo>
                  <a:lnTo>
                    <a:pt x="268973" y="273189"/>
                  </a:lnTo>
                  <a:lnTo>
                    <a:pt x="268973" y="280809"/>
                  </a:lnTo>
                  <a:lnTo>
                    <a:pt x="276593" y="280809"/>
                  </a:lnTo>
                  <a:lnTo>
                    <a:pt x="276593" y="236613"/>
                  </a:lnTo>
                  <a:close/>
                </a:path>
                <a:path w="3651250" h="299719">
                  <a:moveTo>
                    <a:pt x="326986" y="244233"/>
                  </a:moveTo>
                  <a:lnTo>
                    <a:pt x="325462" y="242709"/>
                  </a:lnTo>
                  <a:lnTo>
                    <a:pt x="323938" y="241185"/>
                  </a:lnTo>
                  <a:lnTo>
                    <a:pt x="322414" y="238137"/>
                  </a:lnTo>
                  <a:lnTo>
                    <a:pt x="317842" y="236613"/>
                  </a:lnTo>
                  <a:lnTo>
                    <a:pt x="308698" y="236613"/>
                  </a:lnTo>
                  <a:lnTo>
                    <a:pt x="305650" y="238137"/>
                  </a:lnTo>
                  <a:lnTo>
                    <a:pt x="304126" y="239661"/>
                  </a:lnTo>
                  <a:lnTo>
                    <a:pt x="301078" y="241185"/>
                  </a:lnTo>
                  <a:lnTo>
                    <a:pt x="298030" y="245757"/>
                  </a:lnTo>
                  <a:lnTo>
                    <a:pt x="298030" y="236613"/>
                  </a:lnTo>
                  <a:lnTo>
                    <a:pt x="291833" y="236613"/>
                  </a:lnTo>
                  <a:lnTo>
                    <a:pt x="291833" y="280809"/>
                  </a:lnTo>
                  <a:lnTo>
                    <a:pt x="299554" y="280809"/>
                  </a:lnTo>
                  <a:lnTo>
                    <a:pt x="299554" y="251853"/>
                  </a:lnTo>
                  <a:lnTo>
                    <a:pt x="302602" y="248805"/>
                  </a:lnTo>
                  <a:lnTo>
                    <a:pt x="302602" y="247281"/>
                  </a:lnTo>
                  <a:lnTo>
                    <a:pt x="304126" y="247281"/>
                  </a:lnTo>
                  <a:lnTo>
                    <a:pt x="305650" y="245757"/>
                  </a:lnTo>
                  <a:lnTo>
                    <a:pt x="307174" y="244233"/>
                  </a:lnTo>
                  <a:lnTo>
                    <a:pt x="308698" y="244233"/>
                  </a:lnTo>
                  <a:lnTo>
                    <a:pt x="310222" y="242709"/>
                  </a:lnTo>
                  <a:lnTo>
                    <a:pt x="314794" y="242709"/>
                  </a:lnTo>
                  <a:lnTo>
                    <a:pt x="319366" y="247281"/>
                  </a:lnTo>
                  <a:lnTo>
                    <a:pt x="319366" y="253377"/>
                  </a:lnTo>
                  <a:lnTo>
                    <a:pt x="326986" y="253377"/>
                  </a:lnTo>
                  <a:lnTo>
                    <a:pt x="326986" y="244233"/>
                  </a:lnTo>
                  <a:close/>
                </a:path>
                <a:path w="3651250" h="299719">
                  <a:moveTo>
                    <a:pt x="372808" y="244233"/>
                  </a:moveTo>
                  <a:lnTo>
                    <a:pt x="371284" y="242709"/>
                  </a:lnTo>
                  <a:lnTo>
                    <a:pt x="366712" y="238137"/>
                  </a:lnTo>
                  <a:lnTo>
                    <a:pt x="365188" y="238137"/>
                  </a:lnTo>
                  <a:lnTo>
                    <a:pt x="363664" y="236613"/>
                  </a:lnTo>
                  <a:lnTo>
                    <a:pt x="346798" y="236613"/>
                  </a:lnTo>
                  <a:lnTo>
                    <a:pt x="345274" y="238137"/>
                  </a:lnTo>
                  <a:lnTo>
                    <a:pt x="342226" y="238137"/>
                  </a:lnTo>
                  <a:lnTo>
                    <a:pt x="340702" y="239661"/>
                  </a:lnTo>
                  <a:lnTo>
                    <a:pt x="340702" y="245757"/>
                  </a:lnTo>
                  <a:lnTo>
                    <a:pt x="343750" y="244233"/>
                  </a:lnTo>
                  <a:lnTo>
                    <a:pt x="346798" y="244233"/>
                  </a:lnTo>
                  <a:lnTo>
                    <a:pt x="348424" y="242709"/>
                  </a:lnTo>
                  <a:lnTo>
                    <a:pt x="362140" y="242709"/>
                  </a:lnTo>
                  <a:lnTo>
                    <a:pt x="365188" y="245757"/>
                  </a:lnTo>
                  <a:lnTo>
                    <a:pt x="365188" y="254901"/>
                  </a:lnTo>
                  <a:lnTo>
                    <a:pt x="365188" y="260997"/>
                  </a:lnTo>
                  <a:lnTo>
                    <a:pt x="365188" y="268617"/>
                  </a:lnTo>
                  <a:lnTo>
                    <a:pt x="363664" y="270141"/>
                  </a:lnTo>
                  <a:lnTo>
                    <a:pt x="360616" y="271665"/>
                  </a:lnTo>
                  <a:lnTo>
                    <a:pt x="359092" y="273189"/>
                  </a:lnTo>
                  <a:lnTo>
                    <a:pt x="356044" y="274713"/>
                  </a:lnTo>
                  <a:lnTo>
                    <a:pt x="348424" y="274713"/>
                  </a:lnTo>
                  <a:lnTo>
                    <a:pt x="348424" y="273189"/>
                  </a:lnTo>
                  <a:lnTo>
                    <a:pt x="346798" y="273189"/>
                  </a:lnTo>
                  <a:lnTo>
                    <a:pt x="345274" y="271665"/>
                  </a:lnTo>
                  <a:lnTo>
                    <a:pt x="345274" y="265569"/>
                  </a:lnTo>
                  <a:lnTo>
                    <a:pt x="346798" y="264045"/>
                  </a:lnTo>
                  <a:lnTo>
                    <a:pt x="348424" y="262521"/>
                  </a:lnTo>
                  <a:lnTo>
                    <a:pt x="349948" y="260997"/>
                  </a:lnTo>
                  <a:lnTo>
                    <a:pt x="365188" y="260997"/>
                  </a:lnTo>
                  <a:lnTo>
                    <a:pt x="365188" y="254901"/>
                  </a:lnTo>
                  <a:lnTo>
                    <a:pt x="349948" y="254901"/>
                  </a:lnTo>
                  <a:lnTo>
                    <a:pt x="345274" y="256425"/>
                  </a:lnTo>
                  <a:lnTo>
                    <a:pt x="342226" y="257949"/>
                  </a:lnTo>
                  <a:lnTo>
                    <a:pt x="339178" y="260997"/>
                  </a:lnTo>
                  <a:lnTo>
                    <a:pt x="337654" y="264045"/>
                  </a:lnTo>
                  <a:lnTo>
                    <a:pt x="337654" y="273189"/>
                  </a:lnTo>
                  <a:lnTo>
                    <a:pt x="339178" y="274713"/>
                  </a:lnTo>
                  <a:lnTo>
                    <a:pt x="339178" y="276237"/>
                  </a:lnTo>
                  <a:lnTo>
                    <a:pt x="342226" y="279285"/>
                  </a:lnTo>
                  <a:lnTo>
                    <a:pt x="343750" y="279285"/>
                  </a:lnTo>
                  <a:lnTo>
                    <a:pt x="345274" y="280809"/>
                  </a:lnTo>
                  <a:lnTo>
                    <a:pt x="357568" y="280809"/>
                  </a:lnTo>
                  <a:lnTo>
                    <a:pt x="359092" y="279285"/>
                  </a:lnTo>
                  <a:lnTo>
                    <a:pt x="362140" y="279285"/>
                  </a:lnTo>
                  <a:lnTo>
                    <a:pt x="366712" y="274713"/>
                  </a:lnTo>
                  <a:lnTo>
                    <a:pt x="366712" y="280809"/>
                  </a:lnTo>
                  <a:lnTo>
                    <a:pt x="372808" y="280809"/>
                  </a:lnTo>
                  <a:lnTo>
                    <a:pt x="372808" y="260997"/>
                  </a:lnTo>
                  <a:lnTo>
                    <a:pt x="372808" y="244233"/>
                  </a:lnTo>
                  <a:close/>
                </a:path>
                <a:path w="3651250" h="299719">
                  <a:moveTo>
                    <a:pt x="421665" y="238125"/>
                  </a:moveTo>
                  <a:lnTo>
                    <a:pt x="420141" y="238125"/>
                  </a:lnTo>
                  <a:lnTo>
                    <a:pt x="417093" y="236601"/>
                  </a:lnTo>
                  <a:lnTo>
                    <a:pt x="403377" y="236601"/>
                  </a:lnTo>
                  <a:lnTo>
                    <a:pt x="397179" y="239649"/>
                  </a:lnTo>
                  <a:lnTo>
                    <a:pt x="394131" y="242697"/>
                  </a:lnTo>
                  <a:lnTo>
                    <a:pt x="391083" y="244221"/>
                  </a:lnTo>
                  <a:lnTo>
                    <a:pt x="389559" y="247269"/>
                  </a:lnTo>
                  <a:lnTo>
                    <a:pt x="389559" y="250317"/>
                  </a:lnTo>
                  <a:lnTo>
                    <a:pt x="388035" y="253365"/>
                  </a:lnTo>
                  <a:lnTo>
                    <a:pt x="388035" y="267081"/>
                  </a:lnTo>
                  <a:lnTo>
                    <a:pt x="389559" y="271653"/>
                  </a:lnTo>
                  <a:lnTo>
                    <a:pt x="392607" y="276225"/>
                  </a:lnTo>
                  <a:lnTo>
                    <a:pt x="397179" y="279273"/>
                  </a:lnTo>
                  <a:lnTo>
                    <a:pt x="401853" y="280797"/>
                  </a:lnTo>
                  <a:lnTo>
                    <a:pt x="417093" y="280797"/>
                  </a:lnTo>
                  <a:lnTo>
                    <a:pt x="420141" y="279273"/>
                  </a:lnTo>
                  <a:lnTo>
                    <a:pt x="421665" y="279273"/>
                  </a:lnTo>
                  <a:lnTo>
                    <a:pt x="421665" y="271653"/>
                  </a:lnTo>
                  <a:lnTo>
                    <a:pt x="420141" y="273177"/>
                  </a:lnTo>
                  <a:lnTo>
                    <a:pt x="417093" y="273177"/>
                  </a:lnTo>
                  <a:lnTo>
                    <a:pt x="415569" y="274701"/>
                  </a:lnTo>
                  <a:lnTo>
                    <a:pt x="404901" y="274701"/>
                  </a:lnTo>
                  <a:lnTo>
                    <a:pt x="401853" y="273177"/>
                  </a:lnTo>
                  <a:lnTo>
                    <a:pt x="397179" y="268605"/>
                  </a:lnTo>
                  <a:lnTo>
                    <a:pt x="395655" y="264033"/>
                  </a:lnTo>
                  <a:lnTo>
                    <a:pt x="395655" y="251841"/>
                  </a:lnTo>
                  <a:lnTo>
                    <a:pt x="400329" y="247269"/>
                  </a:lnTo>
                  <a:lnTo>
                    <a:pt x="400329" y="245745"/>
                  </a:lnTo>
                  <a:lnTo>
                    <a:pt x="401853" y="244221"/>
                  </a:lnTo>
                  <a:lnTo>
                    <a:pt x="403377" y="244221"/>
                  </a:lnTo>
                  <a:lnTo>
                    <a:pt x="406425" y="242697"/>
                  </a:lnTo>
                  <a:lnTo>
                    <a:pt x="415569" y="242697"/>
                  </a:lnTo>
                  <a:lnTo>
                    <a:pt x="417093" y="244221"/>
                  </a:lnTo>
                  <a:lnTo>
                    <a:pt x="420141" y="244221"/>
                  </a:lnTo>
                  <a:lnTo>
                    <a:pt x="421665" y="245745"/>
                  </a:lnTo>
                  <a:lnTo>
                    <a:pt x="421665" y="238125"/>
                  </a:lnTo>
                  <a:close/>
                </a:path>
                <a:path w="3651250" h="299719">
                  <a:moveTo>
                    <a:pt x="475107" y="236613"/>
                  </a:moveTo>
                  <a:lnTo>
                    <a:pt x="467487" y="236613"/>
                  </a:lnTo>
                  <a:lnTo>
                    <a:pt x="456819" y="265569"/>
                  </a:lnTo>
                  <a:lnTo>
                    <a:pt x="453771" y="273189"/>
                  </a:lnTo>
                  <a:lnTo>
                    <a:pt x="452145" y="265569"/>
                  </a:lnTo>
                  <a:lnTo>
                    <a:pt x="441477" y="236613"/>
                  </a:lnTo>
                  <a:lnTo>
                    <a:pt x="432333" y="236613"/>
                  </a:lnTo>
                  <a:lnTo>
                    <a:pt x="449097" y="280809"/>
                  </a:lnTo>
                  <a:lnTo>
                    <a:pt x="449097" y="282333"/>
                  </a:lnTo>
                  <a:lnTo>
                    <a:pt x="447573" y="283857"/>
                  </a:lnTo>
                  <a:lnTo>
                    <a:pt x="447573" y="285381"/>
                  </a:lnTo>
                  <a:lnTo>
                    <a:pt x="446049" y="286905"/>
                  </a:lnTo>
                  <a:lnTo>
                    <a:pt x="444525" y="288518"/>
                  </a:lnTo>
                  <a:lnTo>
                    <a:pt x="441477" y="291566"/>
                  </a:lnTo>
                  <a:lnTo>
                    <a:pt x="432333" y="291566"/>
                  </a:lnTo>
                  <a:lnTo>
                    <a:pt x="432333" y="299186"/>
                  </a:lnTo>
                  <a:lnTo>
                    <a:pt x="438429" y="299186"/>
                  </a:lnTo>
                  <a:lnTo>
                    <a:pt x="441477" y="297662"/>
                  </a:lnTo>
                  <a:lnTo>
                    <a:pt x="444525" y="297662"/>
                  </a:lnTo>
                  <a:lnTo>
                    <a:pt x="447573" y="294614"/>
                  </a:lnTo>
                  <a:lnTo>
                    <a:pt x="450621" y="293090"/>
                  </a:lnTo>
                  <a:lnTo>
                    <a:pt x="452145" y="291566"/>
                  </a:lnTo>
                  <a:lnTo>
                    <a:pt x="453771" y="288518"/>
                  </a:lnTo>
                  <a:lnTo>
                    <a:pt x="455295" y="286905"/>
                  </a:lnTo>
                  <a:lnTo>
                    <a:pt x="456819" y="283857"/>
                  </a:lnTo>
                  <a:lnTo>
                    <a:pt x="458343" y="279285"/>
                  </a:lnTo>
                  <a:lnTo>
                    <a:pt x="459867" y="276237"/>
                  </a:lnTo>
                  <a:lnTo>
                    <a:pt x="461035" y="273189"/>
                  </a:lnTo>
                  <a:lnTo>
                    <a:pt x="475107" y="236613"/>
                  </a:lnTo>
                  <a:close/>
                </a:path>
                <a:path w="3651250" h="299719">
                  <a:moveTo>
                    <a:pt x="510247" y="273189"/>
                  </a:moveTo>
                  <a:lnTo>
                    <a:pt x="508723" y="273189"/>
                  </a:lnTo>
                  <a:lnTo>
                    <a:pt x="508723" y="270141"/>
                  </a:lnTo>
                  <a:lnTo>
                    <a:pt x="507199" y="270141"/>
                  </a:lnTo>
                  <a:lnTo>
                    <a:pt x="505574" y="268617"/>
                  </a:lnTo>
                  <a:lnTo>
                    <a:pt x="499478" y="268617"/>
                  </a:lnTo>
                  <a:lnTo>
                    <a:pt x="496430" y="271665"/>
                  </a:lnTo>
                  <a:lnTo>
                    <a:pt x="496430" y="277761"/>
                  </a:lnTo>
                  <a:lnTo>
                    <a:pt x="499478" y="280809"/>
                  </a:lnTo>
                  <a:lnTo>
                    <a:pt x="505574" y="280809"/>
                  </a:lnTo>
                  <a:lnTo>
                    <a:pt x="507199" y="279285"/>
                  </a:lnTo>
                  <a:lnTo>
                    <a:pt x="508723" y="279285"/>
                  </a:lnTo>
                  <a:lnTo>
                    <a:pt x="508723" y="276237"/>
                  </a:lnTo>
                  <a:lnTo>
                    <a:pt x="510247" y="276237"/>
                  </a:lnTo>
                  <a:lnTo>
                    <a:pt x="510247" y="273189"/>
                  </a:lnTo>
                  <a:close/>
                </a:path>
                <a:path w="3651250" h="299719">
                  <a:moveTo>
                    <a:pt x="510247" y="242709"/>
                  </a:moveTo>
                  <a:lnTo>
                    <a:pt x="508723" y="241185"/>
                  </a:lnTo>
                  <a:lnTo>
                    <a:pt x="508723" y="238137"/>
                  </a:lnTo>
                  <a:lnTo>
                    <a:pt x="507199" y="238137"/>
                  </a:lnTo>
                  <a:lnTo>
                    <a:pt x="505574" y="236613"/>
                  </a:lnTo>
                  <a:lnTo>
                    <a:pt x="499478" y="236613"/>
                  </a:lnTo>
                  <a:lnTo>
                    <a:pt x="496430" y="239661"/>
                  </a:lnTo>
                  <a:lnTo>
                    <a:pt x="496430" y="245757"/>
                  </a:lnTo>
                  <a:lnTo>
                    <a:pt x="497954" y="247281"/>
                  </a:lnTo>
                  <a:lnTo>
                    <a:pt x="497954" y="248805"/>
                  </a:lnTo>
                  <a:lnTo>
                    <a:pt x="507199" y="248805"/>
                  </a:lnTo>
                  <a:lnTo>
                    <a:pt x="507199" y="247281"/>
                  </a:lnTo>
                  <a:lnTo>
                    <a:pt x="508723" y="247281"/>
                  </a:lnTo>
                  <a:lnTo>
                    <a:pt x="508723" y="244233"/>
                  </a:lnTo>
                  <a:lnTo>
                    <a:pt x="510247" y="244233"/>
                  </a:lnTo>
                  <a:lnTo>
                    <a:pt x="510247" y="242709"/>
                  </a:lnTo>
                  <a:close/>
                </a:path>
                <a:path w="3651250" h="299719">
                  <a:moveTo>
                    <a:pt x="621690" y="247269"/>
                  </a:moveTo>
                  <a:lnTo>
                    <a:pt x="620166" y="242697"/>
                  </a:lnTo>
                  <a:lnTo>
                    <a:pt x="620166" y="239649"/>
                  </a:lnTo>
                  <a:lnTo>
                    <a:pt x="618642" y="235077"/>
                  </a:lnTo>
                  <a:lnTo>
                    <a:pt x="617118" y="232029"/>
                  </a:lnTo>
                  <a:lnTo>
                    <a:pt x="615594" y="230505"/>
                  </a:lnTo>
                  <a:lnTo>
                    <a:pt x="614832" y="228981"/>
                  </a:lnTo>
                  <a:lnTo>
                    <a:pt x="614070" y="227457"/>
                  </a:lnTo>
                  <a:lnTo>
                    <a:pt x="614070" y="247269"/>
                  </a:lnTo>
                  <a:lnTo>
                    <a:pt x="614070" y="259461"/>
                  </a:lnTo>
                  <a:lnTo>
                    <a:pt x="612444" y="262509"/>
                  </a:lnTo>
                  <a:lnTo>
                    <a:pt x="612444" y="265557"/>
                  </a:lnTo>
                  <a:lnTo>
                    <a:pt x="609396" y="268605"/>
                  </a:lnTo>
                  <a:lnTo>
                    <a:pt x="609396" y="271653"/>
                  </a:lnTo>
                  <a:lnTo>
                    <a:pt x="607872" y="273177"/>
                  </a:lnTo>
                  <a:lnTo>
                    <a:pt x="606348" y="273177"/>
                  </a:lnTo>
                  <a:lnTo>
                    <a:pt x="604824" y="274701"/>
                  </a:lnTo>
                  <a:lnTo>
                    <a:pt x="597204" y="274701"/>
                  </a:lnTo>
                  <a:lnTo>
                    <a:pt x="595680" y="273177"/>
                  </a:lnTo>
                  <a:lnTo>
                    <a:pt x="594156" y="273177"/>
                  </a:lnTo>
                  <a:lnTo>
                    <a:pt x="591108" y="270129"/>
                  </a:lnTo>
                  <a:lnTo>
                    <a:pt x="591108" y="268605"/>
                  </a:lnTo>
                  <a:lnTo>
                    <a:pt x="589584" y="267081"/>
                  </a:lnTo>
                  <a:lnTo>
                    <a:pt x="589584" y="264033"/>
                  </a:lnTo>
                  <a:lnTo>
                    <a:pt x="597903" y="257937"/>
                  </a:lnTo>
                  <a:lnTo>
                    <a:pt x="612444" y="247269"/>
                  </a:lnTo>
                  <a:lnTo>
                    <a:pt x="614070" y="247269"/>
                  </a:lnTo>
                  <a:lnTo>
                    <a:pt x="614070" y="227457"/>
                  </a:lnTo>
                  <a:lnTo>
                    <a:pt x="612444" y="225933"/>
                  </a:lnTo>
                  <a:lnTo>
                    <a:pt x="612444" y="239649"/>
                  </a:lnTo>
                  <a:lnTo>
                    <a:pt x="588060" y="257937"/>
                  </a:lnTo>
                  <a:lnTo>
                    <a:pt x="588060" y="242697"/>
                  </a:lnTo>
                  <a:lnTo>
                    <a:pt x="589584" y="239649"/>
                  </a:lnTo>
                  <a:lnTo>
                    <a:pt x="589584" y="236601"/>
                  </a:lnTo>
                  <a:lnTo>
                    <a:pt x="595680" y="230505"/>
                  </a:lnTo>
                  <a:lnTo>
                    <a:pt x="597204" y="230505"/>
                  </a:lnTo>
                  <a:lnTo>
                    <a:pt x="598728" y="228981"/>
                  </a:lnTo>
                  <a:lnTo>
                    <a:pt x="601776" y="228981"/>
                  </a:lnTo>
                  <a:lnTo>
                    <a:pt x="603300" y="230505"/>
                  </a:lnTo>
                  <a:lnTo>
                    <a:pt x="606348" y="230505"/>
                  </a:lnTo>
                  <a:lnTo>
                    <a:pt x="606348" y="232029"/>
                  </a:lnTo>
                  <a:lnTo>
                    <a:pt x="607872" y="232029"/>
                  </a:lnTo>
                  <a:lnTo>
                    <a:pt x="609396" y="233553"/>
                  </a:lnTo>
                  <a:lnTo>
                    <a:pt x="609396" y="235077"/>
                  </a:lnTo>
                  <a:lnTo>
                    <a:pt x="610920" y="236601"/>
                  </a:lnTo>
                  <a:lnTo>
                    <a:pt x="610920" y="238125"/>
                  </a:lnTo>
                  <a:lnTo>
                    <a:pt x="612444" y="239649"/>
                  </a:lnTo>
                  <a:lnTo>
                    <a:pt x="612444" y="225933"/>
                  </a:lnTo>
                  <a:lnTo>
                    <a:pt x="606348" y="222885"/>
                  </a:lnTo>
                  <a:lnTo>
                    <a:pt x="597204" y="222885"/>
                  </a:lnTo>
                  <a:lnTo>
                    <a:pt x="594156" y="224409"/>
                  </a:lnTo>
                  <a:lnTo>
                    <a:pt x="591108" y="224409"/>
                  </a:lnTo>
                  <a:lnTo>
                    <a:pt x="585012" y="230505"/>
                  </a:lnTo>
                  <a:lnTo>
                    <a:pt x="581964" y="236601"/>
                  </a:lnTo>
                  <a:lnTo>
                    <a:pt x="581964" y="239649"/>
                  </a:lnTo>
                  <a:lnTo>
                    <a:pt x="580440" y="244221"/>
                  </a:lnTo>
                  <a:lnTo>
                    <a:pt x="580440" y="260985"/>
                  </a:lnTo>
                  <a:lnTo>
                    <a:pt x="581964" y="265557"/>
                  </a:lnTo>
                  <a:lnTo>
                    <a:pt x="581964" y="268605"/>
                  </a:lnTo>
                  <a:lnTo>
                    <a:pt x="585012" y="274701"/>
                  </a:lnTo>
                  <a:lnTo>
                    <a:pt x="586536" y="276225"/>
                  </a:lnTo>
                  <a:lnTo>
                    <a:pt x="589584" y="277749"/>
                  </a:lnTo>
                  <a:lnTo>
                    <a:pt x="591108" y="279273"/>
                  </a:lnTo>
                  <a:lnTo>
                    <a:pt x="594156" y="280797"/>
                  </a:lnTo>
                  <a:lnTo>
                    <a:pt x="606348" y="280797"/>
                  </a:lnTo>
                  <a:lnTo>
                    <a:pt x="612444" y="277749"/>
                  </a:lnTo>
                  <a:lnTo>
                    <a:pt x="614070" y="276225"/>
                  </a:lnTo>
                  <a:lnTo>
                    <a:pt x="614832" y="274701"/>
                  </a:lnTo>
                  <a:lnTo>
                    <a:pt x="620166" y="264033"/>
                  </a:lnTo>
                  <a:lnTo>
                    <a:pt x="620166" y="260985"/>
                  </a:lnTo>
                  <a:lnTo>
                    <a:pt x="621690" y="256413"/>
                  </a:lnTo>
                  <a:lnTo>
                    <a:pt x="621690" y="247269"/>
                  </a:lnTo>
                  <a:close/>
                </a:path>
                <a:path w="3651250" h="299719">
                  <a:moveTo>
                    <a:pt x="656844" y="271754"/>
                  </a:moveTo>
                  <a:lnTo>
                    <a:pt x="655320" y="271754"/>
                  </a:lnTo>
                  <a:lnTo>
                    <a:pt x="655320" y="270230"/>
                  </a:lnTo>
                  <a:lnTo>
                    <a:pt x="652170" y="267081"/>
                  </a:lnTo>
                  <a:lnTo>
                    <a:pt x="646074" y="267081"/>
                  </a:lnTo>
                  <a:lnTo>
                    <a:pt x="644550" y="268706"/>
                  </a:lnTo>
                  <a:lnTo>
                    <a:pt x="643026" y="270230"/>
                  </a:lnTo>
                  <a:lnTo>
                    <a:pt x="643026" y="271754"/>
                  </a:lnTo>
                  <a:lnTo>
                    <a:pt x="641502" y="271754"/>
                  </a:lnTo>
                  <a:lnTo>
                    <a:pt x="641502" y="276326"/>
                  </a:lnTo>
                  <a:lnTo>
                    <a:pt x="643026" y="276326"/>
                  </a:lnTo>
                  <a:lnTo>
                    <a:pt x="643026" y="279374"/>
                  </a:lnTo>
                  <a:lnTo>
                    <a:pt x="644550" y="279374"/>
                  </a:lnTo>
                  <a:lnTo>
                    <a:pt x="646074" y="280898"/>
                  </a:lnTo>
                  <a:lnTo>
                    <a:pt x="652170" y="280898"/>
                  </a:lnTo>
                  <a:lnTo>
                    <a:pt x="653796" y="279374"/>
                  </a:lnTo>
                  <a:lnTo>
                    <a:pt x="655320" y="279374"/>
                  </a:lnTo>
                  <a:lnTo>
                    <a:pt x="655320" y="276326"/>
                  </a:lnTo>
                  <a:lnTo>
                    <a:pt x="656844" y="276326"/>
                  </a:lnTo>
                  <a:lnTo>
                    <a:pt x="656844" y="271754"/>
                  </a:lnTo>
                  <a:close/>
                </a:path>
                <a:path w="3651250" h="299719">
                  <a:moveTo>
                    <a:pt x="717791" y="244233"/>
                  </a:moveTo>
                  <a:lnTo>
                    <a:pt x="716267" y="239661"/>
                  </a:lnTo>
                  <a:lnTo>
                    <a:pt x="716267" y="236613"/>
                  </a:lnTo>
                  <a:lnTo>
                    <a:pt x="713219" y="230517"/>
                  </a:lnTo>
                  <a:lnTo>
                    <a:pt x="711695" y="228993"/>
                  </a:lnTo>
                  <a:lnTo>
                    <a:pt x="710171" y="227469"/>
                  </a:lnTo>
                  <a:lnTo>
                    <a:pt x="710171" y="245757"/>
                  </a:lnTo>
                  <a:lnTo>
                    <a:pt x="710171" y="248805"/>
                  </a:lnTo>
                  <a:lnTo>
                    <a:pt x="708647" y="248805"/>
                  </a:lnTo>
                  <a:lnTo>
                    <a:pt x="708647" y="250329"/>
                  </a:lnTo>
                  <a:lnTo>
                    <a:pt x="705599" y="250329"/>
                  </a:lnTo>
                  <a:lnTo>
                    <a:pt x="705599" y="251853"/>
                  </a:lnTo>
                  <a:lnTo>
                    <a:pt x="699503" y="251853"/>
                  </a:lnTo>
                  <a:lnTo>
                    <a:pt x="697979" y="253377"/>
                  </a:lnTo>
                  <a:lnTo>
                    <a:pt x="694931" y="253377"/>
                  </a:lnTo>
                  <a:lnTo>
                    <a:pt x="693407" y="251853"/>
                  </a:lnTo>
                  <a:lnTo>
                    <a:pt x="690359" y="251853"/>
                  </a:lnTo>
                  <a:lnTo>
                    <a:pt x="690359" y="250329"/>
                  </a:lnTo>
                  <a:lnTo>
                    <a:pt x="688835" y="250329"/>
                  </a:lnTo>
                  <a:lnTo>
                    <a:pt x="687311" y="248805"/>
                  </a:lnTo>
                  <a:lnTo>
                    <a:pt x="687311" y="245757"/>
                  </a:lnTo>
                  <a:lnTo>
                    <a:pt x="685787" y="244233"/>
                  </a:lnTo>
                  <a:lnTo>
                    <a:pt x="685787" y="238137"/>
                  </a:lnTo>
                  <a:lnTo>
                    <a:pt x="687311" y="236613"/>
                  </a:lnTo>
                  <a:lnTo>
                    <a:pt x="687311" y="235089"/>
                  </a:lnTo>
                  <a:lnTo>
                    <a:pt x="688835" y="233565"/>
                  </a:lnTo>
                  <a:lnTo>
                    <a:pt x="688835" y="232041"/>
                  </a:lnTo>
                  <a:lnTo>
                    <a:pt x="690359" y="232041"/>
                  </a:lnTo>
                  <a:lnTo>
                    <a:pt x="691883" y="230517"/>
                  </a:lnTo>
                  <a:lnTo>
                    <a:pt x="693407" y="230517"/>
                  </a:lnTo>
                  <a:lnTo>
                    <a:pt x="694931" y="228993"/>
                  </a:lnTo>
                  <a:lnTo>
                    <a:pt x="701027" y="228993"/>
                  </a:lnTo>
                  <a:lnTo>
                    <a:pt x="702551" y="230517"/>
                  </a:lnTo>
                  <a:lnTo>
                    <a:pt x="704075" y="230517"/>
                  </a:lnTo>
                  <a:lnTo>
                    <a:pt x="705599" y="232041"/>
                  </a:lnTo>
                  <a:lnTo>
                    <a:pt x="705599" y="233565"/>
                  </a:lnTo>
                  <a:lnTo>
                    <a:pt x="708647" y="236613"/>
                  </a:lnTo>
                  <a:lnTo>
                    <a:pt x="708647" y="242709"/>
                  </a:lnTo>
                  <a:lnTo>
                    <a:pt x="710171" y="245757"/>
                  </a:lnTo>
                  <a:lnTo>
                    <a:pt x="710171" y="227469"/>
                  </a:lnTo>
                  <a:lnTo>
                    <a:pt x="708647" y="225945"/>
                  </a:lnTo>
                  <a:lnTo>
                    <a:pt x="702551" y="222897"/>
                  </a:lnTo>
                  <a:lnTo>
                    <a:pt x="691883" y="222897"/>
                  </a:lnTo>
                  <a:lnTo>
                    <a:pt x="690359" y="224421"/>
                  </a:lnTo>
                  <a:lnTo>
                    <a:pt x="687311" y="225945"/>
                  </a:lnTo>
                  <a:lnTo>
                    <a:pt x="684263" y="228993"/>
                  </a:lnTo>
                  <a:lnTo>
                    <a:pt x="681215" y="230517"/>
                  </a:lnTo>
                  <a:lnTo>
                    <a:pt x="681215" y="232041"/>
                  </a:lnTo>
                  <a:lnTo>
                    <a:pt x="679691" y="235089"/>
                  </a:lnTo>
                  <a:lnTo>
                    <a:pt x="678167" y="236613"/>
                  </a:lnTo>
                  <a:lnTo>
                    <a:pt x="678167" y="247281"/>
                  </a:lnTo>
                  <a:lnTo>
                    <a:pt x="679691" y="248805"/>
                  </a:lnTo>
                  <a:lnTo>
                    <a:pt x="679691" y="250329"/>
                  </a:lnTo>
                  <a:lnTo>
                    <a:pt x="687311" y="257949"/>
                  </a:lnTo>
                  <a:lnTo>
                    <a:pt x="690359" y="257949"/>
                  </a:lnTo>
                  <a:lnTo>
                    <a:pt x="693407" y="259473"/>
                  </a:lnTo>
                  <a:lnTo>
                    <a:pt x="697979" y="259473"/>
                  </a:lnTo>
                  <a:lnTo>
                    <a:pt x="701027" y="257949"/>
                  </a:lnTo>
                  <a:lnTo>
                    <a:pt x="702551" y="257949"/>
                  </a:lnTo>
                  <a:lnTo>
                    <a:pt x="705599" y="256425"/>
                  </a:lnTo>
                  <a:lnTo>
                    <a:pt x="707123" y="256425"/>
                  </a:lnTo>
                  <a:lnTo>
                    <a:pt x="710171" y="254901"/>
                  </a:lnTo>
                  <a:lnTo>
                    <a:pt x="708647" y="256425"/>
                  </a:lnTo>
                  <a:lnTo>
                    <a:pt x="708647" y="262521"/>
                  </a:lnTo>
                  <a:lnTo>
                    <a:pt x="707123" y="264045"/>
                  </a:lnTo>
                  <a:lnTo>
                    <a:pt x="707123" y="265569"/>
                  </a:lnTo>
                  <a:lnTo>
                    <a:pt x="705599" y="268617"/>
                  </a:lnTo>
                  <a:lnTo>
                    <a:pt x="704075" y="270141"/>
                  </a:lnTo>
                  <a:lnTo>
                    <a:pt x="701027" y="271665"/>
                  </a:lnTo>
                  <a:lnTo>
                    <a:pt x="699503" y="271665"/>
                  </a:lnTo>
                  <a:lnTo>
                    <a:pt x="696455" y="273189"/>
                  </a:lnTo>
                  <a:lnTo>
                    <a:pt x="693407" y="273189"/>
                  </a:lnTo>
                  <a:lnTo>
                    <a:pt x="690359" y="274713"/>
                  </a:lnTo>
                  <a:lnTo>
                    <a:pt x="681215" y="274713"/>
                  </a:lnTo>
                  <a:lnTo>
                    <a:pt x="681215" y="280809"/>
                  </a:lnTo>
                  <a:lnTo>
                    <a:pt x="691883" y="280809"/>
                  </a:lnTo>
                  <a:lnTo>
                    <a:pt x="696455" y="279285"/>
                  </a:lnTo>
                  <a:lnTo>
                    <a:pt x="699503" y="279285"/>
                  </a:lnTo>
                  <a:lnTo>
                    <a:pt x="704075" y="277761"/>
                  </a:lnTo>
                  <a:lnTo>
                    <a:pt x="707123" y="276237"/>
                  </a:lnTo>
                  <a:lnTo>
                    <a:pt x="710171" y="273189"/>
                  </a:lnTo>
                  <a:lnTo>
                    <a:pt x="711695" y="270141"/>
                  </a:lnTo>
                  <a:lnTo>
                    <a:pt x="714743" y="267093"/>
                  </a:lnTo>
                  <a:lnTo>
                    <a:pt x="714743" y="262521"/>
                  </a:lnTo>
                  <a:lnTo>
                    <a:pt x="716267" y="259473"/>
                  </a:lnTo>
                  <a:lnTo>
                    <a:pt x="717791" y="254901"/>
                  </a:lnTo>
                  <a:lnTo>
                    <a:pt x="717791" y="253377"/>
                  </a:lnTo>
                  <a:lnTo>
                    <a:pt x="717791" y="244233"/>
                  </a:lnTo>
                  <a:close/>
                </a:path>
                <a:path w="3651250" h="299719">
                  <a:moveTo>
                    <a:pt x="765136" y="256425"/>
                  </a:moveTo>
                  <a:lnTo>
                    <a:pt x="763612" y="254901"/>
                  </a:lnTo>
                  <a:lnTo>
                    <a:pt x="762088" y="251853"/>
                  </a:lnTo>
                  <a:lnTo>
                    <a:pt x="760564" y="250329"/>
                  </a:lnTo>
                  <a:lnTo>
                    <a:pt x="759040" y="250329"/>
                  </a:lnTo>
                  <a:lnTo>
                    <a:pt x="755992" y="248805"/>
                  </a:lnTo>
                  <a:lnTo>
                    <a:pt x="754468" y="247281"/>
                  </a:lnTo>
                  <a:lnTo>
                    <a:pt x="748372" y="247281"/>
                  </a:lnTo>
                  <a:lnTo>
                    <a:pt x="746848" y="245757"/>
                  </a:lnTo>
                  <a:lnTo>
                    <a:pt x="739228" y="245757"/>
                  </a:lnTo>
                  <a:lnTo>
                    <a:pt x="739228" y="230517"/>
                  </a:lnTo>
                  <a:lnTo>
                    <a:pt x="762088" y="230517"/>
                  </a:lnTo>
                  <a:lnTo>
                    <a:pt x="762088" y="224421"/>
                  </a:lnTo>
                  <a:lnTo>
                    <a:pt x="731608" y="224421"/>
                  </a:lnTo>
                  <a:lnTo>
                    <a:pt x="731608" y="253377"/>
                  </a:lnTo>
                  <a:lnTo>
                    <a:pt x="751420" y="253377"/>
                  </a:lnTo>
                  <a:lnTo>
                    <a:pt x="752944" y="254901"/>
                  </a:lnTo>
                  <a:lnTo>
                    <a:pt x="755992" y="256425"/>
                  </a:lnTo>
                  <a:lnTo>
                    <a:pt x="757516" y="259473"/>
                  </a:lnTo>
                  <a:lnTo>
                    <a:pt x="757516" y="264045"/>
                  </a:lnTo>
                  <a:lnTo>
                    <a:pt x="755992" y="267093"/>
                  </a:lnTo>
                  <a:lnTo>
                    <a:pt x="755992" y="268617"/>
                  </a:lnTo>
                  <a:lnTo>
                    <a:pt x="751420" y="273189"/>
                  </a:lnTo>
                  <a:lnTo>
                    <a:pt x="749896" y="273189"/>
                  </a:lnTo>
                  <a:lnTo>
                    <a:pt x="748372" y="274713"/>
                  </a:lnTo>
                  <a:lnTo>
                    <a:pt x="731608" y="274713"/>
                  </a:lnTo>
                  <a:lnTo>
                    <a:pt x="730084" y="273189"/>
                  </a:lnTo>
                  <a:lnTo>
                    <a:pt x="730084" y="280809"/>
                  </a:lnTo>
                  <a:lnTo>
                    <a:pt x="748372" y="280809"/>
                  </a:lnTo>
                  <a:lnTo>
                    <a:pt x="751420" y="279285"/>
                  </a:lnTo>
                  <a:lnTo>
                    <a:pt x="752944" y="279285"/>
                  </a:lnTo>
                  <a:lnTo>
                    <a:pt x="759040" y="276237"/>
                  </a:lnTo>
                  <a:lnTo>
                    <a:pt x="760564" y="274713"/>
                  </a:lnTo>
                  <a:lnTo>
                    <a:pt x="762088" y="271665"/>
                  </a:lnTo>
                  <a:lnTo>
                    <a:pt x="763612" y="270141"/>
                  </a:lnTo>
                  <a:lnTo>
                    <a:pt x="765136" y="267093"/>
                  </a:lnTo>
                  <a:lnTo>
                    <a:pt x="765136" y="256425"/>
                  </a:lnTo>
                  <a:close/>
                </a:path>
                <a:path w="3651250" h="299719">
                  <a:moveTo>
                    <a:pt x="815530" y="273189"/>
                  </a:moveTo>
                  <a:lnTo>
                    <a:pt x="788098" y="273189"/>
                  </a:lnTo>
                  <a:lnTo>
                    <a:pt x="798766" y="264045"/>
                  </a:lnTo>
                  <a:lnTo>
                    <a:pt x="800290" y="260997"/>
                  </a:lnTo>
                  <a:lnTo>
                    <a:pt x="803338" y="259473"/>
                  </a:lnTo>
                  <a:lnTo>
                    <a:pt x="804862" y="256425"/>
                  </a:lnTo>
                  <a:lnTo>
                    <a:pt x="809434" y="251853"/>
                  </a:lnTo>
                  <a:lnTo>
                    <a:pt x="809434" y="248805"/>
                  </a:lnTo>
                  <a:lnTo>
                    <a:pt x="810958" y="247281"/>
                  </a:lnTo>
                  <a:lnTo>
                    <a:pt x="810958" y="245757"/>
                  </a:lnTo>
                  <a:lnTo>
                    <a:pt x="812482" y="244233"/>
                  </a:lnTo>
                  <a:lnTo>
                    <a:pt x="812482" y="235089"/>
                  </a:lnTo>
                  <a:lnTo>
                    <a:pt x="810958" y="232041"/>
                  </a:lnTo>
                  <a:lnTo>
                    <a:pt x="810958" y="230517"/>
                  </a:lnTo>
                  <a:lnTo>
                    <a:pt x="809434" y="228993"/>
                  </a:lnTo>
                  <a:lnTo>
                    <a:pt x="804862" y="224421"/>
                  </a:lnTo>
                  <a:lnTo>
                    <a:pt x="801814" y="224421"/>
                  </a:lnTo>
                  <a:lnTo>
                    <a:pt x="800290" y="222897"/>
                  </a:lnTo>
                  <a:lnTo>
                    <a:pt x="791146" y="222897"/>
                  </a:lnTo>
                  <a:lnTo>
                    <a:pt x="788098" y="224421"/>
                  </a:lnTo>
                  <a:lnTo>
                    <a:pt x="785050" y="224421"/>
                  </a:lnTo>
                  <a:lnTo>
                    <a:pt x="778954" y="230517"/>
                  </a:lnTo>
                  <a:lnTo>
                    <a:pt x="782002" y="235089"/>
                  </a:lnTo>
                  <a:lnTo>
                    <a:pt x="783526" y="233565"/>
                  </a:lnTo>
                  <a:lnTo>
                    <a:pt x="786574" y="232041"/>
                  </a:lnTo>
                  <a:lnTo>
                    <a:pt x="788098" y="232041"/>
                  </a:lnTo>
                  <a:lnTo>
                    <a:pt x="789622" y="230517"/>
                  </a:lnTo>
                  <a:lnTo>
                    <a:pt x="792670" y="228993"/>
                  </a:lnTo>
                  <a:lnTo>
                    <a:pt x="795718" y="228993"/>
                  </a:lnTo>
                  <a:lnTo>
                    <a:pt x="797242" y="230517"/>
                  </a:lnTo>
                  <a:lnTo>
                    <a:pt x="800290" y="230517"/>
                  </a:lnTo>
                  <a:lnTo>
                    <a:pt x="801814" y="232041"/>
                  </a:lnTo>
                  <a:lnTo>
                    <a:pt x="801814" y="233565"/>
                  </a:lnTo>
                  <a:lnTo>
                    <a:pt x="803338" y="233565"/>
                  </a:lnTo>
                  <a:lnTo>
                    <a:pt x="803338" y="236613"/>
                  </a:lnTo>
                  <a:lnTo>
                    <a:pt x="804862" y="238137"/>
                  </a:lnTo>
                  <a:lnTo>
                    <a:pt x="804862" y="242709"/>
                  </a:lnTo>
                  <a:lnTo>
                    <a:pt x="803338" y="244233"/>
                  </a:lnTo>
                  <a:lnTo>
                    <a:pt x="803338" y="247281"/>
                  </a:lnTo>
                  <a:lnTo>
                    <a:pt x="801814" y="248805"/>
                  </a:lnTo>
                  <a:lnTo>
                    <a:pt x="801814" y="250329"/>
                  </a:lnTo>
                  <a:lnTo>
                    <a:pt x="792670" y="259473"/>
                  </a:lnTo>
                  <a:lnTo>
                    <a:pt x="777430" y="273189"/>
                  </a:lnTo>
                  <a:lnTo>
                    <a:pt x="777430" y="280809"/>
                  </a:lnTo>
                  <a:lnTo>
                    <a:pt x="815530" y="280809"/>
                  </a:lnTo>
                  <a:lnTo>
                    <a:pt x="815530" y="273189"/>
                  </a:lnTo>
                  <a:close/>
                </a:path>
                <a:path w="3651250" h="299719">
                  <a:moveTo>
                    <a:pt x="864387" y="224421"/>
                  </a:moveTo>
                  <a:lnTo>
                    <a:pt x="826287" y="224421"/>
                  </a:lnTo>
                  <a:lnTo>
                    <a:pt x="826287" y="230517"/>
                  </a:lnTo>
                  <a:lnTo>
                    <a:pt x="856767" y="230517"/>
                  </a:lnTo>
                  <a:lnTo>
                    <a:pt x="832383" y="280809"/>
                  </a:lnTo>
                  <a:lnTo>
                    <a:pt x="840003" y="280809"/>
                  </a:lnTo>
                  <a:lnTo>
                    <a:pt x="864387" y="230517"/>
                  </a:lnTo>
                  <a:lnTo>
                    <a:pt x="864387" y="224421"/>
                  </a:lnTo>
                  <a:close/>
                </a:path>
                <a:path w="3651250" h="299719">
                  <a:moveTo>
                    <a:pt x="955535" y="252793"/>
                  </a:moveTo>
                  <a:lnTo>
                    <a:pt x="928116" y="252793"/>
                  </a:lnTo>
                  <a:lnTo>
                    <a:pt x="928116" y="260426"/>
                  </a:lnTo>
                  <a:lnTo>
                    <a:pt x="955535" y="260426"/>
                  </a:lnTo>
                  <a:lnTo>
                    <a:pt x="955535" y="252793"/>
                  </a:lnTo>
                  <a:close/>
                </a:path>
                <a:path w="3651250" h="299719">
                  <a:moveTo>
                    <a:pt x="1058214" y="274802"/>
                  </a:moveTo>
                  <a:lnTo>
                    <a:pt x="1046022" y="274802"/>
                  </a:lnTo>
                  <a:lnTo>
                    <a:pt x="1046022" y="219849"/>
                  </a:lnTo>
                  <a:lnTo>
                    <a:pt x="1024686" y="219849"/>
                  </a:lnTo>
                  <a:lnTo>
                    <a:pt x="1024686" y="225945"/>
                  </a:lnTo>
                  <a:lnTo>
                    <a:pt x="1038402" y="225945"/>
                  </a:lnTo>
                  <a:lnTo>
                    <a:pt x="1038402" y="274802"/>
                  </a:lnTo>
                  <a:lnTo>
                    <a:pt x="1023162" y="274802"/>
                  </a:lnTo>
                  <a:lnTo>
                    <a:pt x="1023162" y="280898"/>
                  </a:lnTo>
                  <a:lnTo>
                    <a:pt x="1058214" y="280898"/>
                  </a:lnTo>
                  <a:lnTo>
                    <a:pt x="1058214" y="274802"/>
                  </a:lnTo>
                  <a:close/>
                </a:path>
                <a:path w="3651250" h="299719">
                  <a:moveTo>
                    <a:pt x="1110234" y="251841"/>
                  </a:moveTo>
                  <a:lnTo>
                    <a:pt x="1107186" y="245745"/>
                  </a:lnTo>
                  <a:lnTo>
                    <a:pt x="1107186" y="244221"/>
                  </a:lnTo>
                  <a:lnTo>
                    <a:pt x="1105662" y="242697"/>
                  </a:lnTo>
                  <a:lnTo>
                    <a:pt x="1102614" y="239649"/>
                  </a:lnTo>
                  <a:lnTo>
                    <a:pt x="1102614" y="253365"/>
                  </a:lnTo>
                  <a:lnTo>
                    <a:pt x="1102614" y="262509"/>
                  </a:lnTo>
                  <a:lnTo>
                    <a:pt x="1101090" y="265557"/>
                  </a:lnTo>
                  <a:lnTo>
                    <a:pt x="1101090" y="268605"/>
                  </a:lnTo>
                  <a:lnTo>
                    <a:pt x="1096518" y="273177"/>
                  </a:lnTo>
                  <a:lnTo>
                    <a:pt x="1094994" y="273177"/>
                  </a:lnTo>
                  <a:lnTo>
                    <a:pt x="1093470" y="274701"/>
                  </a:lnTo>
                  <a:lnTo>
                    <a:pt x="1085748" y="274701"/>
                  </a:lnTo>
                  <a:lnTo>
                    <a:pt x="1084224" y="273177"/>
                  </a:lnTo>
                  <a:lnTo>
                    <a:pt x="1082700" y="273177"/>
                  </a:lnTo>
                  <a:lnTo>
                    <a:pt x="1078128" y="268605"/>
                  </a:lnTo>
                  <a:lnTo>
                    <a:pt x="1078128" y="265557"/>
                  </a:lnTo>
                  <a:lnTo>
                    <a:pt x="1076604" y="264033"/>
                  </a:lnTo>
                  <a:lnTo>
                    <a:pt x="1076604" y="254889"/>
                  </a:lnTo>
                  <a:lnTo>
                    <a:pt x="1078128" y="253365"/>
                  </a:lnTo>
                  <a:lnTo>
                    <a:pt x="1078128" y="248793"/>
                  </a:lnTo>
                  <a:lnTo>
                    <a:pt x="1082700" y="244221"/>
                  </a:lnTo>
                  <a:lnTo>
                    <a:pt x="1084224" y="244221"/>
                  </a:lnTo>
                  <a:lnTo>
                    <a:pt x="1085748" y="242697"/>
                  </a:lnTo>
                  <a:lnTo>
                    <a:pt x="1093470" y="242697"/>
                  </a:lnTo>
                  <a:lnTo>
                    <a:pt x="1094994" y="244221"/>
                  </a:lnTo>
                  <a:lnTo>
                    <a:pt x="1096518" y="244221"/>
                  </a:lnTo>
                  <a:lnTo>
                    <a:pt x="1099566" y="247269"/>
                  </a:lnTo>
                  <a:lnTo>
                    <a:pt x="1101090" y="250317"/>
                  </a:lnTo>
                  <a:lnTo>
                    <a:pt x="1101090" y="251841"/>
                  </a:lnTo>
                  <a:lnTo>
                    <a:pt x="1102614" y="253365"/>
                  </a:lnTo>
                  <a:lnTo>
                    <a:pt x="1102614" y="239649"/>
                  </a:lnTo>
                  <a:lnTo>
                    <a:pt x="1101090" y="238125"/>
                  </a:lnTo>
                  <a:lnTo>
                    <a:pt x="1098042" y="238125"/>
                  </a:lnTo>
                  <a:lnTo>
                    <a:pt x="1096518" y="236601"/>
                  </a:lnTo>
                  <a:lnTo>
                    <a:pt x="1084224" y="236601"/>
                  </a:lnTo>
                  <a:lnTo>
                    <a:pt x="1078128" y="239649"/>
                  </a:lnTo>
                  <a:lnTo>
                    <a:pt x="1075080" y="242697"/>
                  </a:lnTo>
                  <a:lnTo>
                    <a:pt x="1072032" y="244221"/>
                  </a:lnTo>
                  <a:lnTo>
                    <a:pt x="1072032" y="247269"/>
                  </a:lnTo>
                  <a:lnTo>
                    <a:pt x="1070508" y="250317"/>
                  </a:lnTo>
                  <a:lnTo>
                    <a:pt x="1068984" y="251841"/>
                  </a:lnTo>
                  <a:lnTo>
                    <a:pt x="1068984" y="265557"/>
                  </a:lnTo>
                  <a:lnTo>
                    <a:pt x="1072032" y="271653"/>
                  </a:lnTo>
                  <a:lnTo>
                    <a:pt x="1072032" y="273177"/>
                  </a:lnTo>
                  <a:lnTo>
                    <a:pt x="1078128" y="279273"/>
                  </a:lnTo>
                  <a:lnTo>
                    <a:pt x="1081176" y="279273"/>
                  </a:lnTo>
                  <a:lnTo>
                    <a:pt x="1082700" y="280797"/>
                  </a:lnTo>
                  <a:lnTo>
                    <a:pt x="1094994" y="280797"/>
                  </a:lnTo>
                  <a:lnTo>
                    <a:pt x="1098042" y="279273"/>
                  </a:lnTo>
                  <a:lnTo>
                    <a:pt x="1101090" y="279273"/>
                  </a:lnTo>
                  <a:lnTo>
                    <a:pt x="1102614" y="276225"/>
                  </a:lnTo>
                  <a:lnTo>
                    <a:pt x="1104138" y="274701"/>
                  </a:lnTo>
                  <a:lnTo>
                    <a:pt x="1105662" y="273177"/>
                  </a:lnTo>
                  <a:lnTo>
                    <a:pt x="1108710" y="267081"/>
                  </a:lnTo>
                  <a:lnTo>
                    <a:pt x="1110234" y="265557"/>
                  </a:lnTo>
                  <a:lnTo>
                    <a:pt x="1110234" y="251841"/>
                  </a:lnTo>
                  <a:close/>
                </a:path>
                <a:path w="3651250" h="299719">
                  <a:moveTo>
                    <a:pt x="1156042" y="267093"/>
                  </a:moveTo>
                  <a:lnTo>
                    <a:pt x="1154518" y="265569"/>
                  </a:lnTo>
                  <a:lnTo>
                    <a:pt x="1154518" y="262521"/>
                  </a:lnTo>
                  <a:lnTo>
                    <a:pt x="1152994" y="262521"/>
                  </a:lnTo>
                  <a:lnTo>
                    <a:pt x="1152994" y="260997"/>
                  </a:lnTo>
                  <a:lnTo>
                    <a:pt x="1151470" y="259473"/>
                  </a:lnTo>
                  <a:lnTo>
                    <a:pt x="1149946" y="259473"/>
                  </a:lnTo>
                  <a:lnTo>
                    <a:pt x="1148422" y="257949"/>
                  </a:lnTo>
                  <a:lnTo>
                    <a:pt x="1146898" y="257949"/>
                  </a:lnTo>
                  <a:lnTo>
                    <a:pt x="1143762" y="256425"/>
                  </a:lnTo>
                  <a:lnTo>
                    <a:pt x="1142238" y="256425"/>
                  </a:lnTo>
                  <a:lnTo>
                    <a:pt x="1139190" y="254901"/>
                  </a:lnTo>
                  <a:lnTo>
                    <a:pt x="1137666" y="254901"/>
                  </a:lnTo>
                  <a:lnTo>
                    <a:pt x="1136142" y="253377"/>
                  </a:lnTo>
                  <a:lnTo>
                    <a:pt x="1133094" y="253377"/>
                  </a:lnTo>
                  <a:lnTo>
                    <a:pt x="1131570" y="251853"/>
                  </a:lnTo>
                  <a:lnTo>
                    <a:pt x="1131570" y="250329"/>
                  </a:lnTo>
                  <a:lnTo>
                    <a:pt x="1130046" y="250329"/>
                  </a:lnTo>
                  <a:lnTo>
                    <a:pt x="1130046" y="245757"/>
                  </a:lnTo>
                  <a:lnTo>
                    <a:pt x="1131570" y="245757"/>
                  </a:lnTo>
                  <a:lnTo>
                    <a:pt x="1131570" y="244233"/>
                  </a:lnTo>
                  <a:lnTo>
                    <a:pt x="1133094" y="244233"/>
                  </a:lnTo>
                  <a:lnTo>
                    <a:pt x="1134618" y="242709"/>
                  </a:lnTo>
                  <a:lnTo>
                    <a:pt x="1148422" y="242709"/>
                  </a:lnTo>
                  <a:lnTo>
                    <a:pt x="1149946" y="244233"/>
                  </a:lnTo>
                  <a:lnTo>
                    <a:pt x="1152994" y="244233"/>
                  </a:lnTo>
                  <a:lnTo>
                    <a:pt x="1152994" y="242709"/>
                  </a:lnTo>
                  <a:lnTo>
                    <a:pt x="1152994" y="238137"/>
                  </a:lnTo>
                  <a:lnTo>
                    <a:pt x="1149946" y="236613"/>
                  </a:lnTo>
                  <a:lnTo>
                    <a:pt x="1134618" y="236613"/>
                  </a:lnTo>
                  <a:lnTo>
                    <a:pt x="1131570" y="238137"/>
                  </a:lnTo>
                  <a:lnTo>
                    <a:pt x="1130046" y="238137"/>
                  </a:lnTo>
                  <a:lnTo>
                    <a:pt x="1126998" y="239661"/>
                  </a:lnTo>
                  <a:lnTo>
                    <a:pt x="1123950" y="242709"/>
                  </a:lnTo>
                  <a:lnTo>
                    <a:pt x="1123950" y="244233"/>
                  </a:lnTo>
                  <a:lnTo>
                    <a:pt x="1122426" y="245757"/>
                  </a:lnTo>
                  <a:lnTo>
                    <a:pt x="1122426" y="251853"/>
                  </a:lnTo>
                  <a:lnTo>
                    <a:pt x="1123950" y="253377"/>
                  </a:lnTo>
                  <a:lnTo>
                    <a:pt x="1123950" y="254901"/>
                  </a:lnTo>
                  <a:lnTo>
                    <a:pt x="1125474" y="256425"/>
                  </a:lnTo>
                  <a:lnTo>
                    <a:pt x="1126998" y="256425"/>
                  </a:lnTo>
                  <a:lnTo>
                    <a:pt x="1126998" y="257949"/>
                  </a:lnTo>
                  <a:lnTo>
                    <a:pt x="1128522" y="259473"/>
                  </a:lnTo>
                  <a:lnTo>
                    <a:pt x="1130046" y="259473"/>
                  </a:lnTo>
                  <a:lnTo>
                    <a:pt x="1131570" y="260997"/>
                  </a:lnTo>
                  <a:lnTo>
                    <a:pt x="1136142" y="260997"/>
                  </a:lnTo>
                  <a:lnTo>
                    <a:pt x="1139190" y="262521"/>
                  </a:lnTo>
                  <a:lnTo>
                    <a:pt x="1140714" y="262521"/>
                  </a:lnTo>
                  <a:lnTo>
                    <a:pt x="1142238" y="264045"/>
                  </a:lnTo>
                  <a:lnTo>
                    <a:pt x="1143762" y="264045"/>
                  </a:lnTo>
                  <a:lnTo>
                    <a:pt x="1145374" y="265569"/>
                  </a:lnTo>
                  <a:lnTo>
                    <a:pt x="1146898" y="265569"/>
                  </a:lnTo>
                  <a:lnTo>
                    <a:pt x="1146898" y="267093"/>
                  </a:lnTo>
                  <a:lnTo>
                    <a:pt x="1148422" y="268617"/>
                  </a:lnTo>
                  <a:lnTo>
                    <a:pt x="1148422" y="271665"/>
                  </a:lnTo>
                  <a:lnTo>
                    <a:pt x="1146898" y="273189"/>
                  </a:lnTo>
                  <a:lnTo>
                    <a:pt x="1145374" y="273189"/>
                  </a:lnTo>
                  <a:lnTo>
                    <a:pt x="1143762" y="274713"/>
                  </a:lnTo>
                  <a:lnTo>
                    <a:pt x="1126998" y="274713"/>
                  </a:lnTo>
                  <a:lnTo>
                    <a:pt x="1123950" y="273189"/>
                  </a:lnTo>
                  <a:lnTo>
                    <a:pt x="1122426" y="273189"/>
                  </a:lnTo>
                  <a:lnTo>
                    <a:pt x="1122426" y="279285"/>
                  </a:lnTo>
                  <a:lnTo>
                    <a:pt x="1123950" y="280809"/>
                  </a:lnTo>
                  <a:lnTo>
                    <a:pt x="1145374" y="280809"/>
                  </a:lnTo>
                  <a:lnTo>
                    <a:pt x="1146898" y="279285"/>
                  </a:lnTo>
                  <a:lnTo>
                    <a:pt x="1148422" y="279285"/>
                  </a:lnTo>
                  <a:lnTo>
                    <a:pt x="1151470" y="276237"/>
                  </a:lnTo>
                  <a:lnTo>
                    <a:pt x="1152994" y="276237"/>
                  </a:lnTo>
                  <a:lnTo>
                    <a:pt x="1152994" y="274713"/>
                  </a:lnTo>
                  <a:lnTo>
                    <a:pt x="1154518" y="274713"/>
                  </a:lnTo>
                  <a:lnTo>
                    <a:pt x="1154518" y="271665"/>
                  </a:lnTo>
                  <a:lnTo>
                    <a:pt x="1156042" y="270141"/>
                  </a:lnTo>
                  <a:lnTo>
                    <a:pt x="1156042" y="267093"/>
                  </a:lnTo>
                  <a:close/>
                </a:path>
                <a:path w="3651250" h="299719">
                  <a:moveTo>
                    <a:pt x="1204912" y="265569"/>
                  </a:moveTo>
                  <a:lnTo>
                    <a:pt x="1203388" y="264045"/>
                  </a:lnTo>
                  <a:lnTo>
                    <a:pt x="1203388" y="262521"/>
                  </a:lnTo>
                  <a:lnTo>
                    <a:pt x="1201864" y="262521"/>
                  </a:lnTo>
                  <a:lnTo>
                    <a:pt x="1201864" y="260997"/>
                  </a:lnTo>
                  <a:lnTo>
                    <a:pt x="1200340" y="259473"/>
                  </a:lnTo>
                  <a:lnTo>
                    <a:pt x="1198816" y="259473"/>
                  </a:lnTo>
                  <a:lnTo>
                    <a:pt x="1197190" y="257949"/>
                  </a:lnTo>
                  <a:lnTo>
                    <a:pt x="1195666" y="257949"/>
                  </a:lnTo>
                  <a:lnTo>
                    <a:pt x="1192618" y="256425"/>
                  </a:lnTo>
                  <a:lnTo>
                    <a:pt x="1191094" y="256425"/>
                  </a:lnTo>
                  <a:lnTo>
                    <a:pt x="1188046" y="254901"/>
                  </a:lnTo>
                  <a:lnTo>
                    <a:pt x="1186522" y="254901"/>
                  </a:lnTo>
                  <a:lnTo>
                    <a:pt x="1184998" y="253377"/>
                  </a:lnTo>
                  <a:lnTo>
                    <a:pt x="1181950" y="253377"/>
                  </a:lnTo>
                  <a:lnTo>
                    <a:pt x="1180426" y="251853"/>
                  </a:lnTo>
                  <a:lnTo>
                    <a:pt x="1180426" y="250329"/>
                  </a:lnTo>
                  <a:lnTo>
                    <a:pt x="1178902" y="250329"/>
                  </a:lnTo>
                  <a:lnTo>
                    <a:pt x="1178902" y="245757"/>
                  </a:lnTo>
                  <a:lnTo>
                    <a:pt x="1180426" y="245757"/>
                  </a:lnTo>
                  <a:lnTo>
                    <a:pt x="1180426" y="244233"/>
                  </a:lnTo>
                  <a:lnTo>
                    <a:pt x="1181950" y="244233"/>
                  </a:lnTo>
                  <a:lnTo>
                    <a:pt x="1183474" y="242709"/>
                  </a:lnTo>
                  <a:lnTo>
                    <a:pt x="1197190" y="242709"/>
                  </a:lnTo>
                  <a:lnTo>
                    <a:pt x="1198816" y="244233"/>
                  </a:lnTo>
                  <a:lnTo>
                    <a:pt x="1201864" y="244233"/>
                  </a:lnTo>
                  <a:lnTo>
                    <a:pt x="1201864" y="242709"/>
                  </a:lnTo>
                  <a:lnTo>
                    <a:pt x="1201864" y="238137"/>
                  </a:lnTo>
                  <a:lnTo>
                    <a:pt x="1198816" y="236613"/>
                  </a:lnTo>
                  <a:lnTo>
                    <a:pt x="1183474" y="236613"/>
                  </a:lnTo>
                  <a:lnTo>
                    <a:pt x="1180426" y="238137"/>
                  </a:lnTo>
                  <a:lnTo>
                    <a:pt x="1178902" y="238137"/>
                  </a:lnTo>
                  <a:lnTo>
                    <a:pt x="1175854" y="239661"/>
                  </a:lnTo>
                  <a:lnTo>
                    <a:pt x="1172806" y="242709"/>
                  </a:lnTo>
                  <a:lnTo>
                    <a:pt x="1172806" y="244233"/>
                  </a:lnTo>
                  <a:lnTo>
                    <a:pt x="1171282" y="245757"/>
                  </a:lnTo>
                  <a:lnTo>
                    <a:pt x="1171282" y="251853"/>
                  </a:lnTo>
                  <a:lnTo>
                    <a:pt x="1172806" y="253377"/>
                  </a:lnTo>
                  <a:lnTo>
                    <a:pt x="1172806" y="254901"/>
                  </a:lnTo>
                  <a:lnTo>
                    <a:pt x="1174330" y="256425"/>
                  </a:lnTo>
                  <a:lnTo>
                    <a:pt x="1175854" y="256425"/>
                  </a:lnTo>
                  <a:lnTo>
                    <a:pt x="1175854" y="257949"/>
                  </a:lnTo>
                  <a:lnTo>
                    <a:pt x="1177378" y="259473"/>
                  </a:lnTo>
                  <a:lnTo>
                    <a:pt x="1178902" y="259473"/>
                  </a:lnTo>
                  <a:lnTo>
                    <a:pt x="1181950" y="260997"/>
                  </a:lnTo>
                  <a:lnTo>
                    <a:pt x="1184998" y="260997"/>
                  </a:lnTo>
                  <a:lnTo>
                    <a:pt x="1188046" y="262521"/>
                  </a:lnTo>
                  <a:lnTo>
                    <a:pt x="1189570" y="262521"/>
                  </a:lnTo>
                  <a:lnTo>
                    <a:pt x="1191094" y="264045"/>
                  </a:lnTo>
                  <a:lnTo>
                    <a:pt x="1192618" y="264045"/>
                  </a:lnTo>
                  <a:lnTo>
                    <a:pt x="1194142" y="265569"/>
                  </a:lnTo>
                  <a:lnTo>
                    <a:pt x="1195666" y="265569"/>
                  </a:lnTo>
                  <a:lnTo>
                    <a:pt x="1195666" y="267093"/>
                  </a:lnTo>
                  <a:lnTo>
                    <a:pt x="1197190" y="268617"/>
                  </a:lnTo>
                  <a:lnTo>
                    <a:pt x="1197190" y="271665"/>
                  </a:lnTo>
                  <a:lnTo>
                    <a:pt x="1195666" y="273189"/>
                  </a:lnTo>
                  <a:lnTo>
                    <a:pt x="1194142" y="273189"/>
                  </a:lnTo>
                  <a:lnTo>
                    <a:pt x="1192618" y="274713"/>
                  </a:lnTo>
                  <a:lnTo>
                    <a:pt x="1175854" y="274713"/>
                  </a:lnTo>
                  <a:lnTo>
                    <a:pt x="1172806" y="273189"/>
                  </a:lnTo>
                  <a:lnTo>
                    <a:pt x="1171282" y="273189"/>
                  </a:lnTo>
                  <a:lnTo>
                    <a:pt x="1171282" y="279285"/>
                  </a:lnTo>
                  <a:lnTo>
                    <a:pt x="1172806" y="280809"/>
                  </a:lnTo>
                  <a:lnTo>
                    <a:pt x="1194142" y="280809"/>
                  </a:lnTo>
                  <a:lnTo>
                    <a:pt x="1195666" y="279285"/>
                  </a:lnTo>
                  <a:lnTo>
                    <a:pt x="1197190" y="279285"/>
                  </a:lnTo>
                  <a:lnTo>
                    <a:pt x="1198816" y="277761"/>
                  </a:lnTo>
                  <a:lnTo>
                    <a:pt x="1200340" y="276237"/>
                  </a:lnTo>
                  <a:lnTo>
                    <a:pt x="1201864" y="276237"/>
                  </a:lnTo>
                  <a:lnTo>
                    <a:pt x="1201864" y="274713"/>
                  </a:lnTo>
                  <a:lnTo>
                    <a:pt x="1203388" y="274713"/>
                  </a:lnTo>
                  <a:lnTo>
                    <a:pt x="1203388" y="271665"/>
                  </a:lnTo>
                  <a:lnTo>
                    <a:pt x="1204912" y="270141"/>
                  </a:lnTo>
                  <a:lnTo>
                    <a:pt x="1204912" y="265569"/>
                  </a:lnTo>
                  <a:close/>
                </a:path>
                <a:path w="3651250" h="299719">
                  <a:moveTo>
                    <a:pt x="1242999" y="271665"/>
                  </a:moveTo>
                  <a:lnTo>
                    <a:pt x="1241475" y="271665"/>
                  </a:lnTo>
                  <a:lnTo>
                    <a:pt x="1241475" y="270141"/>
                  </a:lnTo>
                  <a:lnTo>
                    <a:pt x="1239951" y="270141"/>
                  </a:lnTo>
                  <a:lnTo>
                    <a:pt x="1239951" y="268617"/>
                  </a:lnTo>
                  <a:lnTo>
                    <a:pt x="1232331" y="268617"/>
                  </a:lnTo>
                  <a:lnTo>
                    <a:pt x="1232331" y="270141"/>
                  </a:lnTo>
                  <a:lnTo>
                    <a:pt x="1230807" y="270141"/>
                  </a:lnTo>
                  <a:lnTo>
                    <a:pt x="1230807" y="271665"/>
                  </a:lnTo>
                  <a:lnTo>
                    <a:pt x="1229283" y="273189"/>
                  </a:lnTo>
                  <a:lnTo>
                    <a:pt x="1229283" y="276237"/>
                  </a:lnTo>
                  <a:lnTo>
                    <a:pt x="1230807" y="277761"/>
                  </a:lnTo>
                  <a:lnTo>
                    <a:pt x="1230807" y="279285"/>
                  </a:lnTo>
                  <a:lnTo>
                    <a:pt x="1232331" y="279285"/>
                  </a:lnTo>
                  <a:lnTo>
                    <a:pt x="1232331" y="280809"/>
                  </a:lnTo>
                  <a:lnTo>
                    <a:pt x="1239951" y="280809"/>
                  </a:lnTo>
                  <a:lnTo>
                    <a:pt x="1239951" y="279285"/>
                  </a:lnTo>
                  <a:lnTo>
                    <a:pt x="1241475" y="279285"/>
                  </a:lnTo>
                  <a:lnTo>
                    <a:pt x="1241475" y="277761"/>
                  </a:lnTo>
                  <a:lnTo>
                    <a:pt x="1242999" y="277761"/>
                  </a:lnTo>
                  <a:lnTo>
                    <a:pt x="1242999" y="271665"/>
                  </a:lnTo>
                  <a:close/>
                </a:path>
                <a:path w="3651250" h="299719">
                  <a:moveTo>
                    <a:pt x="1242999" y="239661"/>
                  </a:moveTo>
                  <a:lnTo>
                    <a:pt x="1241475" y="239661"/>
                  </a:lnTo>
                  <a:lnTo>
                    <a:pt x="1241475" y="238137"/>
                  </a:lnTo>
                  <a:lnTo>
                    <a:pt x="1239951" y="238137"/>
                  </a:lnTo>
                  <a:lnTo>
                    <a:pt x="1239951" y="236613"/>
                  </a:lnTo>
                  <a:lnTo>
                    <a:pt x="1232331" y="236613"/>
                  </a:lnTo>
                  <a:lnTo>
                    <a:pt x="1232331" y="238137"/>
                  </a:lnTo>
                  <a:lnTo>
                    <a:pt x="1230807" y="238137"/>
                  </a:lnTo>
                  <a:lnTo>
                    <a:pt x="1230807" y="239661"/>
                  </a:lnTo>
                  <a:lnTo>
                    <a:pt x="1229283" y="241185"/>
                  </a:lnTo>
                  <a:lnTo>
                    <a:pt x="1229283" y="244233"/>
                  </a:lnTo>
                  <a:lnTo>
                    <a:pt x="1230807" y="245757"/>
                  </a:lnTo>
                  <a:lnTo>
                    <a:pt x="1230807" y="247281"/>
                  </a:lnTo>
                  <a:lnTo>
                    <a:pt x="1232331" y="248805"/>
                  </a:lnTo>
                  <a:lnTo>
                    <a:pt x="1239951" y="248805"/>
                  </a:lnTo>
                  <a:lnTo>
                    <a:pt x="1241475" y="247281"/>
                  </a:lnTo>
                  <a:lnTo>
                    <a:pt x="1241475" y="245757"/>
                  </a:lnTo>
                  <a:lnTo>
                    <a:pt x="1242999" y="245757"/>
                  </a:lnTo>
                  <a:lnTo>
                    <a:pt x="1242999" y="239661"/>
                  </a:lnTo>
                  <a:close/>
                </a:path>
                <a:path w="3651250" h="299719">
                  <a:moveTo>
                    <a:pt x="1354442" y="242697"/>
                  </a:moveTo>
                  <a:lnTo>
                    <a:pt x="1352918" y="239649"/>
                  </a:lnTo>
                  <a:lnTo>
                    <a:pt x="1352918" y="235077"/>
                  </a:lnTo>
                  <a:lnTo>
                    <a:pt x="1351394" y="232029"/>
                  </a:lnTo>
                  <a:lnTo>
                    <a:pt x="1348346" y="230505"/>
                  </a:lnTo>
                  <a:lnTo>
                    <a:pt x="1347584" y="228981"/>
                  </a:lnTo>
                  <a:lnTo>
                    <a:pt x="1346822" y="227457"/>
                  </a:lnTo>
                  <a:lnTo>
                    <a:pt x="1346822" y="247269"/>
                  </a:lnTo>
                  <a:lnTo>
                    <a:pt x="1346822" y="259461"/>
                  </a:lnTo>
                  <a:lnTo>
                    <a:pt x="1345298" y="262509"/>
                  </a:lnTo>
                  <a:lnTo>
                    <a:pt x="1345298" y="267081"/>
                  </a:lnTo>
                  <a:lnTo>
                    <a:pt x="1343774" y="268605"/>
                  </a:lnTo>
                  <a:lnTo>
                    <a:pt x="1342250" y="271653"/>
                  </a:lnTo>
                  <a:lnTo>
                    <a:pt x="1340726" y="273177"/>
                  </a:lnTo>
                  <a:lnTo>
                    <a:pt x="1339202" y="273177"/>
                  </a:lnTo>
                  <a:lnTo>
                    <a:pt x="1337678" y="274701"/>
                  </a:lnTo>
                  <a:lnTo>
                    <a:pt x="1330058" y="274701"/>
                  </a:lnTo>
                  <a:lnTo>
                    <a:pt x="1328534" y="273177"/>
                  </a:lnTo>
                  <a:lnTo>
                    <a:pt x="1327010" y="273177"/>
                  </a:lnTo>
                  <a:lnTo>
                    <a:pt x="1327010" y="271653"/>
                  </a:lnTo>
                  <a:lnTo>
                    <a:pt x="1325486" y="271653"/>
                  </a:lnTo>
                  <a:lnTo>
                    <a:pt x="1325486" y="270129"/>
                  </a:lnTo>
                  <a:lnTo>
                    <a:pt x="1323962" y="268605"/>
                  </a:lnTo>
                  <a:lnTo>
                    <a:pt x="1323962" y="267081"/>
                  </a:lnTo>
                  <a:lnTo>
                    <a:pt x="1322438" y="265557"/>
                  </a:lnTo>
                  <a:lnTo>
                    <a:pt x="1322438" y="264033"/>
                  </a:lnTo>
                  <a:lnTo>
                    <a:pt x="1331315" y="257937"/>
                  </a:lnTo>
                  <a:lnTo>
                    <a:pt x="1346822" y="247269"/>
                  </a:lnTo>
                  <a:lnTo>
                    <a:pt x="1346822" y="227457"/>
                  </a:lnTo>
                  <a:lnTo>
                    <a:pt x="1345298" y="225933"/>
                  </a:lnTo>
                  <a:lnTo>
                    <a:pt x="1345298" y="238125"/>
                  </a:lnTo>
                  <a:lnTo>
                    <a:pt x="1345298" y="239649"/>
                  </a:lnTo>
                  <a:lnTo>
                    <a:pt x="1320914" y="257937"/>
                  </a:lnTo>
                  <a:lnTo>
                    <a:pt x="1320914" y="245745"/>
                  </a:lnTo>
                  <a:lnTo>
                    <a:pt x="1322438" y="242697"/>
                  </a:lnTo>
                  <a:lnTo>
                    <a:pt x="1322438" y="239649"/>
                  </a:lnTo>
                  <a:lnTo>
                    <a:pt x="1323962" y="236601"/>
                  </a:lnTo>
                  <a:lnTo>
                    <a:pt x="1323962" y="235077"/>
                  </a:lnTo>
                  <a:lnTo>
                    <a:pt x="1328534" y="230505"/>
                  </a:lnTo>
                  <a:lnTo>
                    <a:pt x="1330058" y="230505"/>
                  </a:lnTo>
                  <a:lnTo>
                    <a:pt x="1331582" y="228981"/>
                  </a:lnTo>
                  <a:lnTo>
                    <a:pt x="1336154" y="228981"/>
                  </a:lnTo>
                  <a:lnTo>
                    <a:pt x="1336154" y="230505"/>
                  </a:lnTo>
                  <a:lnTo>
                    <a:pt x="1339202" y="230505"/>
                  </a:lnTo>
                  <a:lnTo>
                    <a:pt x="1343774" y="235077"/>
                  </a:lnTo>
                  <a:lnTo>
                    <a:pt x="1343774" y="236601"/>
                  </a:lnTo>
                  <a:lnTo>
                    <a:pt x="1345298" y="238125"/>
                  </a:lnTo>
                  <a:lnTo>
                    <a:pt x="1345298" y="225933"/>
                  </a:lnTo>
                  <a:lnTo>
                    <a:pt x="1342250" y="224409"/>
                  </a:lnTo>
                  <a:lnTo>
                    <a:pt x="1340726" y="222885"/>
                  </a:lnTo>
                  <a:lnTo>
                    <a:pt x="1331582" y="222885"/>
                  </a:lnTo>
                  <a:lnTo>
                    <a:pt x="1328534" y="224409"/>
                  </a:lnTo>
                  <a:lnTo>
                    <a:pt x="1325486" y="224409"/>
                  </a:lnTo>
                  <a:lnTo>
                    <a:pt x="1322438" y="225933"/>
                  </a:lnTo>
                  <a:lnTo>
                    <a:pt x="1320914" y="228981"/>
                  </a:lnTo>
                  <a:lnTo>
                    <a:pt x="1316342" y="233553"/>
                  </a:lnTo>
                  <a:lnTo>
                    <a:pt x="1314818" y="236601"/>
                  </a:lnTo>
                  <a:lnTo>
                    <a:pt x="1314818" y="239649"/>
                  </a:lnTo>
                  <a:lnTo>
                    <a:pt x="1313294" y="244221"/>
                  </a:lnTo>
                  <a:lnTo>
                    <a:pt x="1313294" y="260985"/>
                  </a:lnTo>
                  <a:lnTo>
                    <a:pt x="1314818" y="265557"/>
                  </a:lnTo>
                  <a:lnTo>
                    <a:pt x="1319390" y="274701"/>
                  </a:lnTo>
                  <a:lnTo>
                    <a:pt x="1322438" y="277749"/>
                  </a:lnTo>
                  <a:lnTo>
                    <a:pt x="1325486" y="279273"/>
                  </a:lnTo>
                  <a:lnTo>
                    <a:pt x="1327010" y="280797"/>
                  </a:lnTo>
                  <a:lnTo>
                    <a:pt x="1340726" y="280797"/>
                  </a:lnTo>
                  <a:lnTo>
                    <a:pt x="1342250" y="279273"/>
                  </a:lnTo>
                  <a:lnTo>
                    <a:pt x="1348346" y="276225"/>
                  </a:lnTo>
                  <a:lnTo>
                    <a:pt x="1349108" y="274701"/>
                  </a:lnTo>
                  <a:lnTo>
                    <a:pt x="1352918" y="267081"/>
                  </a:lnTo>
                  <a:lnTo>
                    <a:pt x="1352918" y="264033"/>
                  </a:lnTo>
                  <a:lnTo>
                    <a:pt x="1354442" y="260985"/>
                  </a:lnTo>
                  <a:lnTo>
                    <a:pt x="1354442" y="247269"/>
                  </a:lnTo>
                  <a:lnTo>
                    <a:pt x="1354442" y="242697"/>
                  </a:lnTo>
                  <a:close/>
                </a:path>
                <a:path w="3651250" h="299719">
                  <a:moveTo>
                    <a:pt x="1389595" y="271653"/>
                  </a:moveTo>
                  <a:lnTo>
                    <a:pt x="1388071" y="270129"/>
                  </a:lnTo>
                  <a:lnTo>
                    <a:pt x="1388071" y="268605"/>
                  </a:lnTo>
                  <a:lnTo>
                    <a:pt x="1386547" y="268605"/>
                  </a:lnTo>
                  <a:lnTo>
                    <a:pt x="1386547" y="267081"/>
                  </a:lnTo>
                  <a:lnTo>
                    <a:pt x="1378927" y="267081"/>
                  </a:lnTo>
                  <a:lnTo>
                    <a:pt x="1377403" y="268605"/>
                  </a:lnTo>
                  <a:lnTo>
                    <a:pt x="1377403" y="270129"/>
                  </a:lnTo>
                  <a:lnTo>
                    <a:pt x="1375879" y="270129"/>
                  </a:lnTo>
                  <a:lnTo>
                    <a:pt x="1375879" y="277749"/>
                  </a:lnTo>
                  <a:lnTo>
                    <a:pt x="1378927" y="280797"/>
                  </a:lnTo>
                  <a:lnTo>
                    <a:pt x="1386547" y="280797"/>
                  </a:lnTo>
                  <a:lnTo>
                    <a:pt x="1386547" y="279273"/>
                  </a:lnTo>
                  <a:lnTo>
                    <a:pt x="1388071" y="279273"/>
                  </a:lnTo>
                  <a:lnTo>
                    <a:pt x="1388071" y="277749"/>
                  </a:lnTo>
                  <a:lnTo>
                    <a:pt x="1389595" y="276225"/>
                  </a:lnTo>
                  <a:lnTo>
                    <a:pt x="1389595" y="271653"/>
                  </a:lnTo>
                  <a:close/>
                </a:path>
                <a:path w="3651250" h="299719">
                  <a:moveTo>
                    <a:pt x="1450644" y="273189"/>
                  </a:moveTo>
                  <a:lnTo>
                    <a:pt x="1438452" y="273189"/>
                  </a:lnTo>
                  <a:lnTo>
                    <a:pt x="1438452" y="224320"/>
                  </a:lnTo>
                  <a:lnTo>
                    <a:pt x="1430832" y="224320"/>
                  </a:lnTo>
                  <a:lnTo>
                    <a:pt x="1412544" y="233464"/>
                  </a:lnTo>
                  <a:lnTo>
                    <a:pt x="1415592" y="239661"/>
                  </a:lnTo>
                  <a:lnTo>
                    <a:pt x="1429308" y="231940"/>
                  </a:lnTo>
                  <a:lnTo>
                    <a:pt x="1429308" y="273189"/>
                  </a:lnTo>
                  <a:lnTo>
                    <a:pt x="1415592" y="273189"/>
                  </a:lnTo>
                  <a:lnTo>
                    <a:pt x="1415592" y="280809"/>
                  </a:lnTo>
                  <a:lnTo>
                    <a:pt x="1450644" y="280809"/>
                  </a:lnTo>
                  <a:lnTo>
                    <a:pt x="1450644" y="273189"/>
                  </a:lnTo>
                  <a:close/>
                </a:path>
                <a:path w="3651250" h="299719">
                  <a:moveTo>
                    <a:pt x="1502562" y="260896"/>
                  </a:moveTo>
                  <a:lnTo>
                    <a:pt x="1493418" y="260896"/>
                  </a:lnTo>
                  <a:lnTo>
                    <a:pt x="1493418" y="231940"/>
                  </a:lnTo>
                  <a:lnTo>
                    <a:pt x="1493418" y="224320"/>
                  </a:lnTo>
                  <a:lnTo>
                    <a:pt x="1485798" y="224320"/>
                  </a:lnTo>
                  <a:lnTo>
                    <a:pt x="1485798" y="231940"/>
                  </a:lnTo>
                  <a:lnTo>
                    <a:pt x="1485798" y="260896"/>
                  </a:lnTo>
                  <a:lnTo>
                    <a:pt x="1465986" y="260896"/>
                  </a:lnTo>
                  <a:lnTo>
                    <a:pt x="1485798" y="231940"/>
                  </a:lnTo>
                  <a:lnTo>
                    <a:pt x="1485798" y="224320"/>
                  </a:lnTo>
                  <a:lnTo>
                    <a:pt x="1482750" y="224320"/>
                  </a:lnTo>
                  <a:lnTo>
                    <a:pt x="1458366" y="260896"/>
                  </a:lnTo>
                  <a:lnTo>
                    <a:pt x="1458366" y="268617"/>
                  </a:lnTo>
                  <a:lnTo>
                    <a:pt x="1485798" y="268617"/>
                  </a:lnTo>
                  <a:lnTo>
                    <a:pt x="1485798" y="280809"/>
                  </a:lnTo>
                  <a:lnTo>
                    <a:pt x="1493418" y="280809"/>
                  </a:lnTo>
                  <a:lnTo>
                    <a:pt x="1493418" y="268617"/>
                  </a:lnTo>
                  <a:lnTo>
                    <a:pt x="1502562" y="268617"/>
                  </a:lnTo>
                  <a:lnTo>
                    <a:pt x="1502562" y="260896"/>
                  </a:lnTo>
                  <a:close/>
                </a:path>
                <a:path w="3651250" h="299719">
                  <a:moveTo>
                    <a:pt x="1548384" y="260997"/>
                  </a:moveTo>
                  <a:lnTo>
                    <a:pt x="1546860" y="259473"/>
                  </a:lnTo>
                  <a:lnTo>
                    <a:pt x="1546860" y="257949"/>
                  </a:lnTo>
                  <a:lnTo>
                    <a:pt x="1545336" y="256425"/>
                  </a:lnTo>
                  <a:lnTo>
                    <a:pt x="1545336" y="254901"/>
                  </a:lnTo>
                  <a:lnTo>
                    <a:pt x="1543812" y="254901"/>
                  </a:lnTo>
                  <a:lnTo>
                    <a:pt x="1542288" y="253377"/>
                  </a:lnTo>
                  <a:lnTo>
                    <a:pt x="1542288" y="251853"/>
                  </a:lnTo>
                  <a:lnTo>
                    <a:pt x="1539240" y="251853"/>
                  </a:lnTo>
                  <a:lnTo>
                    <a:pt x="1537716" y="250329"/>
                  </a:lnTo>
                  <a:lnTo>
                    <a:pt x="1536192" y="250329"/>
                  </a:lnTo>
                  <a:lnTo>
                    <a:pt x="1539240" y="248805"/>
                  </a:lnTo>
                  <a:lnTo>
                    <a:pt x="1542288" y="245757"/>
                  </a:lnTo>
                  <a:lnTo>
                    <a:pt x="1545336" y="239661"/>
                  </a:lnTo>
                  <a:lnTo>
                    <a:pt x="1545336" y="233565"/>
                  </a:lnTo>
                  <a:lnTo>
                    <a:pt x="1543812" y="230517"/>
                  </a:lnTo>
                  <a:lnTo>
                    <a:pt x="1543812" y="228993"/>
                  </a:lnTo>
                  <a:lnTo>
                    <a:pt x="1542288" y="227469"/>
                  </a:lnTo>
                  <a:lnTo>
                    <a:pt x="1540764" y="227469"/>
                  </a:lnTo>
                  <a:lnTo>
                    <a:pt x="1537716" y="224421"/>
                  </a:lnTo>
                  <a:lnTo>
                    <a:pt x="1534668" y="224421"/>
                  </a:lnTo>
                  <a:lnTo>
                    <a:pt x="1533144" y="222897"/>
                  </a:lnTo>
                  <a:lnTo>
                    <a:pt x="1520952" y="222897"/>
                  </a:lnTo>
                  <a:lnTo>
                    <a:pt x="1519428" y="224421"/>
                  </a:lnTo>
                  <a:lnTo>
                    <a:pt x="1514754" y="224421"/>
                  </a:lnTo>
                  <a:lnTo>
                    <a:pt x="1513230" y="225945"/>
                  </a:lnTo>
                  <a:lnTo>
                    <a:pt x="1513230" y="232041"/>
                  </a:lnTo>
                  <a:lnTo>
                    <a:pt x="1516278" y="230517"/>
                  </a:lnTo>
                  <a:lnTo>
                    <a:pt x="1522476" y="230517"/>
                  </a:lnTo>
                  <a:lnTo>
                    <a:pt x="1524000" y="228993"/>
                  </a:lnTo>
                  <a:lnTo>
                    <a:pt x="1530096" y="228993"/>
                  </a:lnTo>
                  <a:lnTo>
                    <a:pt x="1533144" y="230517"/>
                  </a:lnTo>
                  <a:lnTo>
                    <a:pt x="1537716" y="235089"/>
                  </a:lnTo>
                  <a:lnTo>
                    <a:pt x="1537716" y="239661"/>
                  </a:lnTo>
                  <a:lnTo>
                    <a:pt x="1536192" y="241185"/>
                  </a:lnTo>
                  <a:lnTo>
                    <a:pt x="1536192" y="244233"/>
                  </a:lnTo>
                  <a:lnTo>
                    <a:pt x="1534668" y="244233"/>
                  </a:lnTo>
                  <a:lnTo>
                    <a:pt x="1534668" y="245757"/>
                  </a:lnTo>
                  <a:lnTo>
                    <a:pt x="1533144" y="245757"/>
                  </a:lnTo>
                  <a:lnTo>
                    <a:pt x="1531620" y="247281"/>
                  </a:lnTo>
                  <a:lnTo>
                    <a:pt x="1528572" y="247281"/>
                  </a:lnTo>
                  <a:lnTo>
                    <a:pt x="1527048" y="248805"/>
                  </a:lnTo>
                  <a:lnTo>
                    <a:pt x="1519428" y="248805"/>
                  </a:lnTo>
                  <a:lnTo>
                    <a:pt x="1519428" y="254901"/>
                  </a:lnTo>
                  <a:lnTo>
                    <a:pt x="1533144" y="254901"/>
                  </a:lnTo>
                  <a:lnTo>
                    <a:pt x="1534668" y="256425"/>
                  </a:lnTo>
                  <a:lnTo>
                    <a:pt x="1536192" y="256425"/>
                  </a:lnTo>
                  <a:lnTo>
                    <a:pt x="1539240" y="259473"/>
                  </a:lnTo>
                  <a:lnTo>
                    <a:pt x="1539240" y="268617"/>
                  </a:lnTo>
                  <a:lnTo>
                    <a:pt x="1534668" y="273189"/>
                  </a:lnTo>
                  <a:lnTo>
                    <a:pt x="1533144" y="273189"/>
                  </a:lnTo>
                  <a:lnTo>
                    <a:pt x="1531620" y="274713"/>
                  </a:lnTo>
                  <a:lnTo>
                    <a:pt x="1513230" y="274713"/>
                  </a:lnTo>
                  <a:lnTo>
                    <a:pt x="1511706" y="273189"/>
                  </a:lnTo>
                  <a:lnTo>
                    <a:pt x="1511706" y="280809"/>
                  </a:lnTo>
                  <a:lnTo>
                    <a:pt x="1531620" y="280809"/>
                  </a:lnTo>
                  <a:lnTo>
                    <a:pt x="1534668" y="279285"/>
                  </a:lnTo>
                  <a:lnTo>
                    <a:pt x="1537716" y="279285"/>
                  </a:lnTo>
                  <a:lnTo>
                    <a:pt x="1539240" y="277761"/>
                  </a:lnTo>
                  <a:lnTo>
                    <a:pt x="1542288" y="276237"/>
                  </a:lnTo>
                  <a:lnTo>
                    <a:pt x="1543812" y="274713"/>
                  </a:lnTo>
                  <a:lnTo>
                    <a:pt x="1545336" y="273189"/>
                  </a:lnTo>
                  <a:lnTo>
                    <a:pt x="1546860" y="270141"/>
                  </a:lnTo>
                  <a:lnTo>
                    <a:pt x="1546860" y="268617"/>
                  </a:lnTo>
                  <a:lnTo>
                    <a:pt x="1548384" y="265569"/>
                  </a:lnTo>
                  <a:lnTo>
                    <a:pt x="1548384" y="260997"/>
                  </a:lnTo>
                  <a:close/>
                </a:path>
                <a:path w="3651250" h="299719">
                  <a:moveTo>
                    <a:pt x="1597240" y="273189"/>
                  </a:moveTo>
                  <a:lnTo>
                    <a:pt x="1585048" y="273189"/>
                  </a:lnTo>
                  <a:lnTo>
                    <a:pt x="1585048" y="224320"/>
                  </a:lnTo>
                  <a:lnTo>
                    <a:pt x="1577428" y="224320"/>
                  </a:lnTo>
                  <a:lnTo>
                    <a:pt x="1560576" y="233464"/>
                  </a:lnTo>
                  <a:lnTo>
                    <a:pt x="1562100" y="239661"/>
                  </a:lnTo>
                  <a:lnTo>
                    <a:pt x="1575904" y="231940"/>
                  </a:lnTo>
                  <a:lnTo>
                    <a:pt x="1575904" y="273189"/>
                  </a:lnTo>
                  <a:lnTo>
                    <a:pt x="1562100" y="273189"/>
                  </a:lnTo>
                  <a:lnTo>
                    <a:pt x="1562100" y="280809"/>
                  </a:lnTo>
                  <a:lnTo>
                    <a:pt x="1597240" y="280809"/>
                  </a:lnTo>
                  <a:lnTo>
                    <a:pt x="1597240" y="273189"/>
                  </a:lnTo>
                  <a:close/>
                </a:path>
                <a:path w="3651250" h="299719">
                  <a:moveTo>
                    <a:pt x="1690116" y="252793"/>
                  </a:moveTo>
                  <a:lnTo>
                    <a:pt x="1662684" y="252793"/>
                  </a:lnTo>
                  <a:lnTo>
                    <a:pt x="1662684" y="260426"/>
                  </a:lnTo>
                  <a:lnTo>
                    <a:pt x="1690116" y="260426"/>
                  </a:lnTo>
                  <a:lnTo>
                    <a:pt x="1690116" y="252793"/>
                  </a:lnTo>
                  <a:close/>
                </a:path>
                <a:path w="3651250" h="299719">
                  <a:moveTo>
                    <a:pt x="1795640" y="236613"/>
                  </a:moveTo>
                  <a:lnTo>
                    <a:pt x="1786496" y="236613"/>
                  </a:lnTo>
                  <a:lnTo>
                    <a:pt x="1775828" y="265658"/>
                  </a:lnTo>
                  <a:lnTo>
                    <a:pt x="1774304" y="273278"/>
                  </a:lnTo>
                  <a:lnTo>
                    <a:pt x="1771256" y="265658"/>
                  </a:lnTo>
                  <a:lnTo>
                    <a:pt x="1760588" y="236613"/>
                  </a:lnTo>
                  <a:lnTo>
                    <a:pt x="1752968" y="236613"/>
                  </a:lnTo>
                  <a:lnTo>
                    <a:pt x="1769732" y="280898"/>
                  </a:lnTo>
                  <a:lnTo>
                    <a:pt x="1778876" y="280898"/>
                  </a:lnTo>
                  <a:lnTo>
                    <a:pt x="1795640" y="236613"/>
                  </a:lnTo>
                  <a:close/>
                </a:path>
                <a:path w="3651250" h="299719">
                  <a:moveTo>
                    <a:pt x="1839937" y="245656"/>
                  </a:moveTo>
                  <a:lnTo>
                    <a:pt x="1838413" y="244132"/>
                  </a:lnTo>
                  <a:lnTo>
                    <a:pt x="1838413" y="242608"/>
                  </a:lnTo>
                  <a:lnTo>
                    <a:pt x="1833841" y="238036"/>
                  </a:lnTo>
                  <a:lnTo>
                    <a:pt x="1832317" y="238036"/>
                  </a:lnTo>
                  <a:lnTo>
                    <a:pt x="1830793" y="236512"/>
                  </a:lnTo>
                  <a:lnTo>
                    <a:pt x="1813941" y="236512"/>
                  </a:lnTo>
                  <a:lnTo>
                    <a:pt x="1812417" y="238036"/>
                  </a:lnTo>
                  <a:lnTo>
                    <a:pt x="1809369" y="238036"/>
                  </a:lnTo>
                  <a:lnTo>
                    <a:pt x="1807845" y="239560"/>
                  </a:lnTo>
                  <a:lnTo>
                    <a:pt x="1807845" y="245656"/>
                  </a:lnTo>
                  <a:lnTo>
                    <a:pt x="1810893" y="244132"/>
                  </a:lnTo>
                  <a:lnTo>
                    <a:pt x="1812417" y="244132"/>
                  </a:lnTo>
                  <a:lnTo>
                    <a:pt x="1815465" y="242608"/>
                  </a:lnTo>
                  <a:lnTo>
                    <a:pt x="1827745" y="242608"/>
                  </a:lnTo>
                  <a:lnTo>
                    <a:pt x="1830793" y="244132"/>
                  </a:lnTo>
                  <a:lnTo>
                    <a:pt x="1832317" y="245656"/>
                  </a:lnTo>
                  <a:lnTo>
                    <a:pt x="1832317" y="254800"/>
                  </a:lnTo>
                  <a:lnTo>
                    <a:pt x="1832317" y="260896"/>
                  </a:lnTo>
                  <a:lnTo>
                    <a:pt x="1832317" y="268617"/>
                  </a:lnTo>
                  <a:lnTo>
                    <a:pt x="1830793" y="270141"/>
                  </a:lnTo>
                  <a:lnTo>
                    <a:pt x="1827745" y="271665"/>
                  </a:lnTo>
                  <a:lnTo>
                    <a:pt x="1826221" y="273189"/>
                  </a:lnTo>
                  <a:lnTo>
                    <a:pt x="1823173" y="274713"/>
                  </a:lnTo>
                  <a:lnTo>
                    <a:pt x="1815465" y="274713"/>
                  </a:lnTo>
                  <a:lnTo>
                    <a:pt x="1812417" y="271665"/>
                  </a:lnTo>
                  <a:lnTo>
                    <a:pt x="1812417" y="265468"/>
                  </a:lnTo>
                  <a:lnTo>
                    <a:pt x="1816989" y="260896"/>
                  </a:lnTo>
                  <a:lnTo>
                    <a:pt x="1832317" y="260896"/>
                  </a:lnTo>
                  <a:lnTo>
                    <a:pt x="1832317" y="254800"/>
                  </a:lnTo>
                  <a:lnTo>
                    <a:pt x="1816989" y="254800"/>
                  </a:lnTo>
                  <a:lnTo>
                    <a:pt x="1812417" y="256324"/>
                  </a:lnTo>
                  <a:lnTo>
                    <a:pt x="1809369" y="257848"/>
                  </a:lnTo>
                  <a:lnTo>
                    <a:pt x="1806321" y="260896"/>
                  </a:lnTo>
                  <a:lnTo>
                    <a:pt x="1804797" y="263944"/>
                  </a:lnTo>
                  <a:lnTo>
                    <a:pt x="1804797" y="274713"/>
                  </a:lnTo>
                  <a:lnTo>
                    <a:pt x="1809369" y="279285"/>
                  </a:lnTo>
                  <a:lnTo>
                    <a:pt x="1812417" y="280809"/>
                  </a:lnTo>
                  <a:lnTo>
                    <a:pt x="1823173" y="280809"/>
                  </a:lnTo>
                  <a:lnTo>
                    <a:pt x="1826221" y="279285"/>
                  </a:lnTo>
                  <a:lnTo>
                    <a:pt x="1827745" y="279285"/>
                  </a:lnTo>
                  <a:lnTo>
                    <a:pt x="1830793" y="277761"/>
                  </a:lnTo>
                  <a:lnTo>
                    <a:pt x="1833841" y="274713"/>
                  </a:lnTo>
                  <a:lnTo>
                    <a:pt x="1833841" y="280809"/>
                  </a:lnTo>
                  <a:lnTo>
                    <a:pt x="1839937" y="280809"/>
                  </a:lnTo>
                  <a:lnTo>
                    <a:pt x="1839937" y="260896"/>
                  </a:lnTo>
                  <a:lnTo>
                    <a:pt x="1839937" y="245656"/>
                  </a:lnTo>
                  <a:close/>
                </a:path>
                <a:path w="3651250" h="299719">
                  <a:moveTo>
                    <a:pt x="1890331" y="274802"/>
                  </a:moveTo>
                  <a:lnTo>
                    <a:pt x="1876615" y="274802"/>
                  </a:lnTo>
                  <a:lnTo>
                    <a:pt x="1876615" y="219849"/>
                  </a:lnTo>
                  <a:lnTo>
                    <a:pt x="1856803" y="219849"/>
                  </a:lnTo>
                  <a:lnTo>
                    <a:pt x="1856803" y="225945"/>
                  </a:lnTo>
                  <a:lnTo>
                    <a:pt x="1868995" y="225945"/>
                  </a:lnTo>
                  <a:lnTo>
                    <a:pt x="1868995" y="274802"/>
                  </a:lnTo>
                  <a:lnTo>
                    <a:pt x="1855279" y="274802"/>
                  </a:lnTo>
                  <a:lnTo>
                    <a:pt x="1855279" y="280898"/>
                  </a:lnTo>
                  <a:lnTo>
                    <a:pt x="1890331" y="280898"/>
                  </a:lnTo>
                  <a:lnTo>
                    <a:pt x="1890331" y="274802"/>
                  </a:lnTo>
                  <a:close/>
                </a:path>
                <a:path w="3651250" h="299719">
                  <a:moveTo>
                    <a:pt x="1946135" y="290893"/>
                  </a:moveTo>
                  <a:lnTo>
                    <a:pt x="1894332" y="290893"/>
                  </a:lnTo>
                  <a:lnTo>
                    <a:pt x="1894332" y="298526"/>
                  </a:lnTo>
                  <a:lnTo>
                    <a:pt x="1946135" y="298526"/>
                  </a:lnTo>
                  <a:lnTo>
                    <a:pt x="1946135" y="290893"/>
                  </a:lnTo>
                  <a:close/>
                </a:path>
                <a:path w="3651250" h="299719">
                  <a:moveTo>
                    <a:pt x="1986534" y="245757"/>
                  </a:moveTo>
                  <a:lnTo>
                    <a:pt x="1985010" y="244233"/>
                  </a:lnTo>
                  <a:lnTo>
                    <a:pt x="1985010" y="242709"/>
                  </a:lnTo>
                  <a:lnTo>
                    <a:pt x="1980438" y="238137"/>
                  </a:lnTo>
                  <a:lnTo>
                    <a:pt x="1978914" y="238137"/>
                  </a:lnTo>
                  <a:lnTo>
                    <a:pt x="1977390" y="236613"/>
                  </a:lnTo>
                  <a:lnTo>
                    <a:pt x="1960626" y="236613"/>
                  </a:lnTo>
                  <a:lnTo>
                    <a:pt x="1959000" y="238137"/>
                  </a:lnTo>
                  <a:lnTo>
                    <a:pt x="1955952" y="238137"/>
                  </a:lnTo>
                  <a:lnTo>
                    <a:pt x="1954428" y="239661"/>
                  </a:lnTo>
                  <a:lnTo>
                    <a:pt x="1954428" y="245757"/>
                  </a:lnTo>
                  <a:lnTo>
                    <a:pt x="1957476" y="244233"/>
                  </a:lnTo>
                  <a:lnTo>
                    <a:pt x="1959000" y="244233"/>
                  </a:lnTo>
                  <a:lnTo>
                    <a:pt x="1962150" y="242709"/>
                  </a:lnTo>
                  <a:lnTo>
                    <a:pt x="1975866" y="242709"/>
                  </a:lnTo>
                  <a:lnTo>
                    <a:pt x="1978914" y="245757"/>
                  </a:lnTo>
                  <a:lnTo>
                    <a:pt x="1978914" y="254901"/>
                  </a:lnTo>
                  <a:lnTo>
                    <a:pt x="1978914" y="260997"/>
                  </a:lnTo>
                  <a:lnTo>
                    <a:pt x="1978914" y="268617"/>
                  </a:lnTo>
                  <a:lnTo>
                    <a:pt x="1977390" y="270141"/>
                  </a:lnTo>
                  <a:lnTo>
                    <a:pt x="1974342" y="271665"/>
                  </a:lnTo>
                  <a:lnTo>
                    <a:pt x="1972818" y="273189"/>
                  </a:lnTo>
                  <a:lnTo>
                    <a:pt x="1969770" y="274713"/>
                  </a:lnTo>
                  <a:lnTo>
                    <a:pt x="1962150" y="274713"/>
                  </a:lnTo>
                  <a:lnTo>
                    <a:pt x="1960626" y="273189"/>
                  </a:lnTo>
                  <a:lnTo>
                    <a:pt x="1959000" y="271665"/>
                  </a:lnTo>
                  <a:lnTo>
                    <a:pt x="1959000" y="265569"/>
                  </a:lnTo>
                  <a:lnTo>
                    <a:pt x="1960626" y="264045"/>
                  </a:lnTo>
                  <a:lnTo>
                    <a:pt x="1963674" y="260997"/>
                  </a:lnTo>
                  <a:lnTo>
                    <a:pt x="1978914" y="260997"/>
                  </a:lnTo>
                  <a:lnTo>
                    <a:pt x="1978914" y="254901"/>
                  </a:lnTo>
                  <a:lnTo>
                    <a:pt x="1963674" y="254901"/>
                  </a:lnTo>
                  <a:lnTo>
                    <a:pt x="1959000" y="256425"/>
                  </a:lnTo>
                  <a:lnTo>
                    <a:pt x="1955952" y="257949"/>
                  </a:lnTo>
                  <a:lnTo>
                    <a:pt x="1952904" y="260997"/>
                  </a:lnTo>
                  <a:lnTo>
                    <a:pt x="1951380" y="264045"/>
                  </a:lnTo>
                  <a:lnTo>
                    <a:pt x="1951380" y="273189"/>
                  </a:lnTo>
                  <a:lnTo>
                    <a:pt x="1952904" y="274713"/>
                  </a:lnTo>
                  <a:lnTo>
                    <a:pt x="1952904" y="276237"/>
                  </a:lnTo>
                  <a:lnTo>
                    <a:pt x="1955952" y="279285"/>
                  </a:lnTo>
                  <a:lnTo>
                    <a:pt x="1957476" y="279285"/>
                  </a:lnTo>
                  <a:lnTo>
                    <a:pt x="1959000" y="280809"/>
                  </a:lnTo>
                  <a:lnTo>
                    <a:pt x="1969770" y="280809"/>
                  </a:lnTo>
                  <a:lnTo>
                    <a:pt x="1972818" y="279285"/>
                  </a:lnTo>
                  <a:lnTo>
                    <a:pt x="1975866" y="279285"/>
                  </a:lnTo>
                  <a:lnTo>
                    <a:pt x="1980438" y="274713"/>
                  </a:lnTo>
                  <a:lnTo>
                    <a:pt x="1980438" y="280809"/>
                  </a:lnTo>
                  <a:lnTo>
                    <a:pt x="1986534" y="280809"/>
                  </a:lnTo>
                  <a:lnTo>
                    <a:pt x="1986534" y="260997"/>
                  </a:lnTo>
                  <a:lnTo>
                    <a:pt x="1986534" y="245757"/>
                  </a:lnTo>
                  <a:close/>
                </a:path>
                <a:path w="3651250" h="299719">
                  <a:moveTo>
                    <a:pt x="2035390" y="238125"/>
                  </a:moveTo>
                  <a:lnTo>
                    <a:pt x="2032342" y="238125"/>
                  </a:lnTo>
                  <a:lnTo>
                    <a:pt x="2030818" y="236601"/>
                  </a:lnTo>
                  <a:lnTo>
                    <a:pt x="2017102" y="236601"/>
                  </a:lnTo>
                  <a:lnTo>
                    <a:pt x="2011006" y="239649"/>
                  </a:lnTo>
                  <a:lnTo>
                    <a:pt x="2009482" y="241173"/>
                  </a:lnTo>
                  <a:lnTo>
                    <a:pt x="2006434" y="242697"/>
                  </a:lnTo>
                  <a:lnTo>
                    <a:pt x="2004910" y="244221"/>
                  </a:lnTo>
                  <a:lnTo>
                    <a:pt x="2001862" y="250317"/>
                  </a:lnTo>
                  <a:lnTo>
                    <a:pt x="2001862" y="253365"/>
                  </a:lnTo>
                  <a:lnTo>
                    <a:pt x="2000338" y="256413"/>
                  </a:lnTo>
                  <a:lnTo>
                    <a:pt x="2000338" y="267081"/>
                  </a:lnTo>
                  <a:lnTo>
                    <a:pt x="2006434" y="276225"/>
                  </a:lnTo>
                  <a:lnTo>
                    <a:pt x="2009482" y="279273"/>
                  </a:lnTo>
                  <a:lnTo>
                    <a:pt x="2015578" y="280797"/>
                  </a:lnTo>
                  <a:lnTo>
                    <a:pt x="2030818" y="280797"/>
                  </a:lnTo>
                  <a:lnTo>
                    <a:pt x="2032342" y="279273"/>
                  </a:lnTo>
                  <a:lnTo>
                    <a:pt x="2035390" y="279273"/>
                  </a:lnTo>
                  <a:lnTo>
                    <a:pt x="2035390" y="271653"/>
                  </a:lnTo>
                  <a:lnTo>
                    <a:pt x="2032342" y="273177"/>
                  </a:lnTo>
                  <a:lnTo>
                    <a:pt x="2030818" y="273177"/>
                  </a:lnTo>
                  <a:lnTo>
                    <a:pt x="2029294" y="274701"/>
                  </a:lnTo>
                  <a:lnTo>
                    <a:pt x="2018626" y="274701"/>
                  </a:lnTo>
                  <a:lnTo>
                    <a:pt x="2015578" y="273177"/>
                  </a:lnTo>
                  <a:lnTo>
                    <a:pt x="2012530" y="270129"/>
                  </a:lnTo>
                  <a:lnTo>
                    <a:pt x="2009482" y="268605"/>
                  </a:lnTo>
                  <a:lnTo>
                    <a:pt x="2009482" y="251841"/>
                  </a:lnTo>
                  <a:lnTo>
                    <a:pt x="2011006" y="250317"/>
                  </a:lnTo>
                  <a:lnTo>
                    <a:pt x="2011006" y="248793"/>
                  </a:lnTo>
                  <a:lnTo>
                    <a:pt x="2015578" y="244221"/>
                  </a:lnTo>
                  <a:lnTo>
                    <a:pt x="2017102" y="244221"/>
                  </a:lnTo>
                  <a:lnTo>
                    <a:pt x="2018626" y="242697"/>
                  </a:lnTo>
                  <a:lnTo>
                    <a:pt x="2029294" y="242697"/>
                  </a:lnTo>
                  <a:lnTo>
                    <a:pt x="2030818" y="244221"/>
                  </a:lnTo>
                  <a:lnTo>
                    <a:pt x="2032342" y="244221"/>
                  </a:lnTo>
                  <a:lnTo>
                    <a:pt x="2035390" y="245745"/>
                  </a:lnTo>
                  <a:lnTo>
                    <a:pt x="2035390" y="238125"/>
                  </a:lnTo>
                  <a:close/>
                </a:path>
                <a:path w="3651250" h="299719">
                  <a:moveTo>
                    <a:pt x="2084247" y="238125"/>
                  </a:moveTo>
                  <a:lnTo>
                    <a:pt x="2082723" y="238125"/>
                  </a:lnTo>
                  <a:lnTo>
                    <a:pt x="2079675" y="236601"/>
                  </a:lnTo>
                  <a:lnTo>
                    <a:pt x="2065959" y="236601"/>
                  </a:lnTo>
                  <a:lnTo>
                    <a:pt x="2059863" y="239649"/>
                  </a:lnTo>
                  <a:lnTo>
                    <a:pt x="2058339" y="241173"/>
                  </a:lnTo>
                  <a:lnTo>
                    <a:pt x="2055291" y="242697"/>
                  </a:lnTo>
                  <a:lnTo>
                    <a:pt x="2053767" y="244221"/>
                  </a:lnTo>
                  <a:lnTo>
                    <a:pt x="2050719" y="250317"/>
                  </a:lnTo>
                  <a:lnTo>
                    <a:pt x="2050719" y="253365"/>
                  </a:lnTo>
                  <a:lnTo>
                    <a:pt x="2049195" y="256413"/>
                  </a:lnTo>
                  <a:lnTo>
                    <a:pt x="2049195" y="267081"/>
                  </a:lnTo>
                  <a:lnTo>
                    <a:pt x="2055291" y="276225"/>
                  </a:lnTo>
                  <a:lnTo>
                    <a:pt x="2059863" y="279273"/>
                  </a:lnTo>
                  <a:lnTo>
                    <a:pt x="2064435" y="280797"/>
                  </a:lnTo>
                  <a:lnTo>
                    <a:pt x="2079675" y="280797"/>
                  </a:lnTo>
                  <a:lnTo>
                    <a:pt x="2081199" y="279273"/>
                  </a:lnTo>
                  <a:lnTo>
                    <a:pt x="2084247" y="279273"/>
                  </a:lnTo>
                  <a:lnTo>
                    <a:pt x="2084247" y="271653"/>
                  </a:lnTo>
                  <a:lnTo>
                    <a:pt x="2082723" y="273177"/>
                  </a:lnTo>
                  <a:lnTo>
                    <a:pt x="2079675" y="273177"/>
                  </a:lnTo>
                  <a:lnTo>
                    <a:pt x="2078151" y="274701"/>
                  </a:lnTo>
                  <a:lnTo>
                    <a:pt x="2067483" y="274701"/>
                  </a:lnTo>
                  <a:lnTo>
                    <a:pt x="2064435" y="273177"/>
                  </a:lnTo>
                  <a:lnTo>
                    <a:pt x="2061387" y="270129"/>
                  </a:lnTo>
                  <a:lnTo>
                    <a:pt x="2058339" y="268605"/>
                  </a:lnTo>
                  <a:lnTo>
                    <a:pt x="2058339" y="251841"/>
                  </a:lnTo>
                  <a:lnTo>
                    <a:pt x="2061387" y="248793"/>
                  </a:lnTo>
                  <a:lnTo>
                    <a:pt x="2061387" y="247269"/>
                  </a:lnTo>
                  <a:lnTo>
                    <a:pt x="2064435" y="244221"/>
                  </a:lnTo>
                  <a:lnTo>
                    <a:pt x="2065959" y="244221"/>
                  </a:lnTo>
                  <a:lnTo>
                    <a:pt x="2067483" y="242697"/>
                  </a:lnTo>
                  <a:lnTo>
                    <a:pt x="2078151" y="242697"/>
                  </a:lnTo>
                  <a:lnTo>
                    <a:pt x="2079675" y="244221"/>
                  </a:lnTo>
                  <a:lnTo>
                    <a:pt x="2081199" y="244221"/>
                  </a:lnTo>
                  <a:lnTo>
                    <a:pt x="2084247" y="245745"/>
                  </a:lnTo>
                  <a:lnTo>
                    <a:pt x="2084247" y="238125"/>
                  </a:lnTo>
                  <a:close/>
                </a:path>
                <a:path w="3651250" h="299719">
                  <a:moveTo>
                    <a:pt x="2133117" y="236613"/>
                  </a:moveTo>
                  <a:lnTo>
                    <a:pt x="2127021" y="236613"/>
                  </a:lnTo>
                  <a:lnTo>
                    <a:pt x="2127021" y="265569"/>
                  </a:lnTo>
                  <a:lnTo>
                    <a:pt x="2119401" y="273189"/>
                  </a:lnTo>
                  <a:lnTo>
                    <a:pt x="2117877" y="273189"/>
                  </a:lnTo>
                  <a:lnTo>
                    <a:pt x="2117877" y="274713"/>
                  </a:lnTo>
                  <a:lnTo>
                    <a:pt x="2108733" y="274713"/>
                  </a:lnTo>
                  <a:lnTo>
                    <a:pt x="2105685" y="271665"/>
                  </a:lnTo>
                  <a:lnTo>
                    <a:pt x="2105685" y="236613"/>
                  </a:lnTo>
                  <a:lnTo>
                    <a:pt x="2097963" y="236613"/>
                  </a:lnTo>
                  <a:lnTo>
                    <a:pt x="2097963" y="270141"/>
                  </a:lnTo>
                  <a:lnTo>
                    <a:pt x="2099487" y="274713"/>
                  </a:lnTo>
                  <a:lnTo>
                    <a:pt x="2102535" y="277761"/>
                  </a:lnTo>
                  <a:lnTo>
                    <a:pt x="2104161" y="279285"/>
                  </a:lnTo>
                  <a:lnTo>
                    <a:pt x="2107209" y="280809"/>
                  </a:lnTo>
                  <a:lnTo>
                    <a:pt x="2117877" y="280809"/>
                  </a:lnTo>
                  <a:lnTo>
                    <a:pt x="2119401" y="279285"/>
                  </a:lnTo>
                  <a:lnTo>
                    <a:pt x="2120925" y="279285"/>
                  </a:lnTo>
                  <a:lnTo>
                    <a:pt x="2125497" y="274713"/>
                  </a:lnTo>
                  <a:lnTo>
                    <a:pt x="2127021" y="273189"/>
                  </a:lnTo>
                  <a:lnTo>
                    <a:pt x="2127021" y="280809"/>
                  </a:lnTo>
                  <a:lnTo>
                    <a:pt x="2133117" y="280809"/>
                  </a:lnTo>
                  <a:lnTo>
                    <a:pt x="2133117" y="236613"/>
                  </a:lnTo>
                  <a:close/>
                </a:path>
                <a:path w="3651250" h="299719">
                  <a:moveTo>
                    <a:pt x="2185035" y="244233"/>
                  </a:moveTo>
                  <a:lnTo>
                    <a:pt x="2183511" y="242709"/>
                  </a:lnTo>
                  <a:lnTo>
                    <a:pt x="2181987" y="241185"/>
                  </a:lnTo>
                  <a:lnTo>
                    <a:pt x="2180463" y="238137"/>
                  </a:lnTo>
                  <a:lnTo>
                    <a:pt x="2175891" y="236613"/>
                  </a:lnTo>
                  <a:lnTo>
                    <a:pt x="2166747" y="236613"/>
                  </a:lnTo>
                  <a:lnTo>
                    <a:pt x="2163699" y="238137"/>
                  </a:lnTo>
                  <a:lnTo>
                    <a:pt x="2162175" y="239661"/>
                  </a:lnTo>
                  <a:lnTo>
                    <a:pt x="2159127" y="241185"/>
                  </a:lnTo>
                  <a:lnTo>
                    <a:pt x="2156079" y="245757"/>
                  </a:lnTo>
                  <a:lnTo>
                    <a:pt x="2156079" y="236613"/>
                  </a:lnTo>
                  <a:lnTo>
                    <a:pt x="2149881" y="236613"/>
                  </a:lnTo>
                  <a:lnTo>
                    <a:pt x="2149881" y="280809"/>
                  </a:lnTo>
                  <a:lnTo>
                    <a:pt x="2157603" y="280809"/>
                  </a:lnTo>
                  <a:lnTo>
                    <a:pt x="2157603" y="251853"/>
                  </a:lnTo>
                  <a:lnTo>
                    <a:pt x="2159127" y="250329"/>
                  </a:lnTo>
                  <a:lnTo>
                    <a:pt x="2159127" y="248805"/>
                  </a:lnTo>
                  <a:lnTo>
                    <a:pt x="2160651" y="247281"/>
                  </a:lnTo>
                  <a:lnTo>
                    <a:pt x="2162175" y="247281"/>
                  </a:lnTo>
                  <a:lnTo>
                    <a:pt x="2163699" y="245757"/>
                  </a:lnTo>
                  <a:lnTo>
                    <a:pt x="2165223" y="244233"/>
                  </a:lnTo>
                  <a:lnTo>
                    <a:pt x="2166747" y="244233"/>
                  </a:lnTo>
                  <a:lnTo>
                    <a:pt x="2168271" y="242709"/>
                  </a:lnTo>
                  <a:lnTo>
                    <a:pt x="2172843" y="242709"/>
                  </a:lnTo>
                  <a:lnTo>
                    <a:pt x="2177415" y="247281"/>
                  </a:lnTo>
                  <a:lnTo>
                    <a:pt x="2177415" y="253377"/>
                  </a:lnTo>
                  <a:lnTo>
                    <a:pt x="2185035" y="253377"/>
                  </a:lnTo>
                  <a:lnTo>
                    <a:pt x="2185035" y="244233"/>
                  </a:lnTo>
                  <a:close/>
                </a:path>
                <a:path w="3651250" h="299719">
                  <a:moveTo>
                    <a:pt x="2230844" y="244132"/>
                  </a:moveTo>
                  <a:lnTo>
                    <a:pt x="2229320" y="242608"/>
                  </a:lnTo>
                  <a:lnTo>
                    <a:pt x="2224748" y="238036"/>
                  </a:lnTo>
                  <a:lnTo>
                    <a:pt x="2223224" y="238036"/>
                  </a:lnTo>
                  <a:lnTo>
                    <a:pt x="2221700" y="236512"/>
                  </a:lnTo>
                  <a:lnTo>
                    <a:pt x="2204936" y="236512"/>
                  </a:lnTo>
                  <a:lnTo>
                    <a:pt x="2203412" y="238036"/>
                  </a:lnTo>
                  <a:lnTo>
                    <a:pt x="2200364" y="238036"/>
                  </a:lnTo>
                  <a:lnTo>
                    <a:pt x="2198840" y="239560"/>
                  </a:lnTo>
                  <a:lnTo>
                    <a:pt x="2198840" y="245656"/>
                  </a:lnTo>
                  <a:lnTo>
                    <a:pt x="2201888" y="244132"/>
                  </a:lnTo>
                  <a:lnTo>
                    <a:pt x="2203412" y="244132"/>
                  </a:lnTo>
                  <a:lnTo>
                    <a:pt x="2206460" y="242608"/>
                  </a:lnTo>
                  <a:lnTo>
                    <a:pt x="2220176" y="242608"/>
                  </a:lnTo>
                  <a:lnTo>
                    <a:pt x="2223224" y="245656"/>
                  </a:lnTo>
                  <a:lnTo>
                    <a:pt x="2223224" y="254800"/>
                  </a:lnTo>
                  <a:lnTo>
                    <a:pt x="2223224" y="260896"/>
                  </a:lnTo>
                  <a:lnTo>
                    <a:pt x="2223224" y="268617"/>
                  </a:lnTo>
                  <a:lnTo>
                    <a:pt x="2221700" y="270141"/>
                  </a:lnTo>
                  <a:lnTo>
                    <a:pt x="2218652" y="271665"/>
                  </a:lnTo>
                  <a:lnTo>
                    <a:pt x="2217128" y="273189"/>
                  </a:lnTo>
                  <a:lnTo>
                    <a:pt x="2214080" y="274713"/>
                  </a:lnTo>
                  <a:lnTo>
                    <a:pt x="2206460" y="274713"/>
                  </a:lnTo>
                  <a:lnTo>
                    <a:pt x="2203412" y="271665"/>
                  </a:lnTo>
                  <a:lnTo>
                    <a:pt x="2203412" y="265468"/>
                  </a:lnTo>
                  <a:lnTo>
                    <a:pt x="2207984" y="260896"/>
                  </a:lnTo>
                  <a:lnTo>
                    <a:pt x="2223224" y="260896"/>
                  </a:lnTo>
                  <a:lnTo>
                    <a:pt x="2223224" y="254800"/>
                  </a:lnTo>
                  <a:lnTo>
                    <a:pt x="2207984" y="254800"/>
                  </a:lnTo>
                  <a:lnTo>
                    <a:pt x="2203412" y="256324"/>
                  </a:lnTo>
                  <a:lnTo>
                    <a:pt x="2200364" y="257848"/>
                  </a:lnTo>
                  <a:lnTo>
                    <a:pt x="2197316" y="260896"/>
                  </a:lnTo>
                  <a:lnTo>
                    <a:pt x="2195792" y="263944"/>
                  </a:lnTo>
                  <a:lnTo>
                    <a:pt x="2195792" y="273189"/>
                  </a:lnTo>
                  <a:lnTo>
                    <a:pt x="2197316" y="274713"/>
                  </a:lnTo>
                  <a:lnTo>
                    <a:pt x="2197316" y="276237"/>
                  </a:lnTo>
                  <a:lnTo>
                    <a:pt x="2200364" y="279285"/>
                  </a:lnTo>
                  <a:lnTo>
                    <a:pt x="2201888" y="279285"/>
                  </a:lnTo>
                  <a:lnTo>
                    <a:pt x="2203412" y="280809"/>
                  </a:lnTo>
                  <a:lnTo>
                    <a:pt x="2214080" y="280809"/>
                  </a:lnTo>
                  <a:lnTo>
                    <a:pt x="2217128" y="279285"/>
                  </a:lnTo>
                  <a:lnTo>
                    <a:pt x="2220176" y="279285"/>
                  </a:lnTo>
                  <a:lnTo>
                    <a:pt x="2224748" y="274713"/>
                  </a:lnTo>
                  <a:lnTo>
                    <a:pt x="2224748" y="280809"/>
                  </a:lnTo>
                  <a:lnTo>
                    <a:pt x="2230844" y="280809"/>
                  </a:lnTo>
                  <a:lnTo>
                    <a:pt x="2230844" y="260896"/>
                  </a:lnTo>
                  <a:lnTo>
                    <a:pt x="2230844" y="244132"/>
                  </a:lnTo>
                  <a:close/>
                </a:path>
                <a:path w="3651250" h="299719">
                  <a:moveTo>
                    <a:pt x="2279713" y="238125"/>
                  </a:moveTo>
                  <a:lnTo>
                    <a:pt x="2278189" y="238125"/>
                  </a:lnTo>
                  <a:lnTo>
                    <a:pt x="2275141" y="236601"/>
                  </a:lnTo>
                  <a:lnTo>
                    <a:pt x="2261324" y="236601"/>
                  </a:lnTo>
                  <a:lnTo>
                    <a:pt x="2255228" y="239649"/>
                  </a:lnTo>
                  <a:lnTo>
                    <a:pt x="2252180" y="242697"/>
                  </a:lnTo>
                  <a:lnTo>
                    <a:pt x="2249132" y="244221"/>
                  </a:lnTo>
                  <a:lnTo>
                    <a:pt x="2247608" y="247269"/>
                  </a:lnTo>
                  <a:lnTo>
                    <a:pt x="2247608" y="250317"/>
                  </a:lnTo>
                  <a:lnTo>
                    <a:pt x="2246084" y="253365"/>
                  </a:lnTo>
                  <a:lnTo>
                    <a:pt x="2246084" y="267081"/>
                  </a:lnTo>
                  <a:lnTo>
                    <a:pt x="2247608" y="271653"/>
                  </a:lnTo>
                  <a:lnTo>
                    <a:pt x="2250656" y="276225"/>
                  </a:lnTo>
                  <a:lnTo>
                    <a:pt x="2255228" y="279273"/>
                  </a:lnTo>
                  <a:lnTo>
                    <a:pt x="2259800" y="280797"/>
                  </a:lnTo>
                  <a:lnTo>
                    <a:pt x="2275141" y="280797"/>
                  </a:lnTo>
                  <a:lnTo>
                    <a:pt x="2278189" y="279273"/>
                  </a:lnTo>
                  <a:lnTo>
                    <a:pt x="2279713" y="279273"/>
                  </a:lnTo>
                  <a:lnTo>
                    <a:pt x="2279713" y="271653"/>
                  </a:lnTo>
                  <a:lnTo>
                    <a:pt x="2278189" y="273177"/>
                  </a:lnTo>
                  <a:lnTo>
                    <a:pt x="2275141" y="273177"/>
                  </a:lnTo>
                  <a:lnTo>
                    <a:pt x="2273617" y="274701"/>
                  </a:lnTo>
                  <a:lnTo>
                    <a:pt x="2262949" y="274701"/>
                  </a:lnTo>
                  <a:lnTo>
                    <a:pt x="2259800" y="273177"/>
                  </a:lnTo>
                  <a:lnTo>
                    <a:pt x="2255228" y="268605"/>
                  </a:lnTo>
                  <a:lnTo>
                    <a:pt x="2253704" y="264033"/>
                  </a:lnTo>
                  <a:lnTo>
                    <a:pt x="2253704" y="251841"/>
                  </a:lnTo>
                  <a:lnTo>
                    <a:pt x="2256752" y="248793"/>
                  </a:lnTo>
                  <a:lnTo>
                    <a:pt x="2256752" y="247269"/>
                  </a:lnTo>
                  <a:lnTo>
                    <a:pt x="2259800" y="244221"/>
                  </a:lnTo>
                  <a:lnTo>
                    <a:pt x="2261324" y="244221"/>
                  </a:lnTo>
                  <a:lnTo>
                    <a:pt x="2264473" y="242697"/>
                  </a:lnTo>
                  <a:lnTo>
                    <a:pt x="2273617" y="242697"/>
                  </a:lnTo>
                  <a:lnTo>
                    <a:pt x="2275141" y="244221"/>
                  </a:lnTo>
                  <a:lnTo>
                    <a:pt x="2278189" y="244221"/>
                  </a:lnTo>
                  <a:lnTo>
                    <a:pt x="2279713" y="245745"/>
                  </a:lnTo>
                  <a:lnTo>
                    <a:pt x="2279713" y="238125"/>
                  </a:lnTo>
                  <a:close/>
                </a:path>
                <a:path w="3651250" h="299719">
                  <a:moveTo>
                    <a:pt x="2333142" y="236613"/>
                  </a:moveTo>
                  <a:lnTo>
                    <a:pt x="2325522" y="236613"/>
                  </a:lnTo>
                  <a:lnTo>
                    <a:pt x="2314752" y="265569"/>
                  </a:lnTo>
                  <a:lnTo>
                    <a:pt x="2311704" y="273189"/>
                  </a:lnTo>
                  <a:lnTo>
                    <a:pt x="2310180" y="265569"/>
                  </a:lnTo>
                  <a:lnTo>
                    <a:pt x="2299512" y="236613"/>
                  </a:lnTo>
                  <a:lnTo>
                    <a:pt x="2290368" y="236613"/>
                  </a:lnTo>
                  <a:lnTo>
                    <a:pt x="2307132" y="280809"/>
                  </a:lnTo>
                  <a:lnTo>
                    <a:pt x="2307132" y="282333"/>
                  </a:lnTo>
                  <a:lnTo>
                    <a:pt x="2304084" y="285381"/>
                  </a:lnTo>
                  <a:lnTo>
                    <a:pt x="2304084" y="286905"/>
                  </a:lnTo>
                  <a:lnTo>
                    <a:pt x="2302560" y="288518"/>
                  </a:lnTo>
                  <a:lnTo>
                    <a:pt x="2299512" y="291566"/>
                  </a:lnTo>
                  <a:lnTo>
                    <a:pt x="2290368" y="291566"/>
                  </a:lnTo>
                  <a:lnTo>
                    <a:pt x="2290368" y="299186"/>
                  </a:lnTo>
                  <a:lnTo>
                    <a:pt x="2296464" y="299186"/>
                  </a:lnTo>
                  <a:lnTo>
                    <a:pt x="2299512" y="297662"/>
                  </a:lnTo>
                  <a:lnTo>
                    <a:pt x="2301036" y="297662"/>
                  </a:lnTo>
                  <a:lnTo>
                    <a:pt x="2304084" y="296138"/>
                  </a:lnTo>
                  <a:lnTo>
                    <a:pt x="2305608" y="294614"/>
                  </a:lnTo>
                  <a:lnTo>
                    <a:pt x="2308656" y="293090"/>
                  </a:lnTo>
                  <a:lnTo>
                    <a:pt x="2310180" y="291566"/>
                  </a:lnTo>
                  <a:lnTo>
                    <a:pt x="2311704" y="288518"/>
                  </a:lnTo>
                  <a:lnTo>
                    <a:pt x="2313228" y="286905"/>
                  </a:lnTo>
                  <a:lnTo>
                    <a:pt x="2314752" y="283857"/>
                  </a:lnTo>
                  <a:lnTo>
                    <a:pt x="2316378" y="279285"/>
                  </a:lnTo>
                  <a:lnTo>
                    <a:pt x="2317902" y="276237"/>
                  </a:lnTo>
                  <a:lnTo>
                    <a:pt x="2319070" y="273189"/>
                  </a:lnTo>
                  <a:lnTo>
                    <a:pt x="2333142" y="236613"/>
                  </a:lnTo>
                  <a:close/>
                </a:path>
                <a:path w="3651250" h="299719">
                  <a:moveTo>
                    <a:pt x="2366670" y="270141"/>
                  </a:moveTo>
                  <a:lnTo>
                    <a:pt x="2365146" y="270141"/>
                  </a:lnTo>
                  <a:lnTo>
                    <a:pt x="2363622" y="268617"/>
                  </a:lnTo>
                  <a:lnTo>
                    <a:pt x="2357526" y="268617"/>
                  </a:lnTo>
                  <a:lnTo>
                    <a:pt x="2354478" y="271665"/>
                  </a:lnTo>
                  <a:lnTo>
                    <a:pt x="2354478" y="277761"/>
                  </a:lnTo>
                  <a:lnTo>
                    <a:pt x="2357526" y="280809"/>
                  </a:lnTo>
                  <a:lnTo>
                    <a:pt x="2363622" y="280809"/>
                  </a:lnTo>
                  <a:lnTo>
                    <a:pt x="2365146" y="279285"/>
                  </a:lnTo>
                  <a:lnTo>
                    <a:pt x="2366670" y="279285"/>
                  </a:lnTo>
                  <a:lnTo>
                    <a:pt x="2366670" y="270141"/>
                  </a:lnTo>
                  <a:close/>
                </a:path>
                <a:path w="3651250" h="299719">
                  <a:moveTo>
                    <a:pt x="2366670" y="238137"/>
                  </a:moveTo>
                  <a:lnTo>
                    <a:pt x="2365146" y="238137"/>
                  </a:lnTo>
                  <a:lnTo>
                    <a:pt x="2363622" y="236613"/>
                  </a:lnTo>
                  <a:lnTo>
                    <a:pt x="2357526" y="236613"/>
                  </a:lnTo>
                  <a:lnTo>
                    <a:pt x="2354478" y="239661"/>
                  </a:lnTo>
                  <a:lnTo>
                    <a:pt x="2354478" y="245757"/>
                  </a:lnTo>
                  <a:lnTo>
                    <a:pt x="2356002" y="247281"/>
                  </a:lnTo>
                  <a:lnTo>
                    <a:pt x="2356002" y="248805"/>
                  </a:lnTo>
                  <a:lnTo>
                    <a:pt x="2365146" y="248805"/>
                  </a:lnTo>
                  <a:lnTo>
                    <a:pt x="2365146" y="247281"/>
                  </a:lnTo>
                  <a:lnTo>
                    <a:pt x="2366670" y="247281"/>
                  </a:lnTo>
                  <a:lnTo>
                    <a:pt x="2366670" y="238137"/>
                  </a:lnTo>
                  <a:close/>
                </a:path>
                <a:path w="3651250" h="299719">
                  <a:moveTo>
                    <a:pt x="2479738" y="247269"/>
                  </a:moveTo>
                  <a:lnTo>
                    <a:pt x="2478214" y="242697"/>
                  </a:lnTo>
                  <a:lnTo>
                    <a:pt x="2478214" y="239649"/>
                  </a:lnTo>
                  <a:lnTo>
                    <a:pt x="2476690" y="235077"/>
                  </a:lnTo>
                  <a:lnTo>
                    <a:pt x="2475065" y="232029"/>
                  </a:lnTo>
                  <a:lnTo>
                    <a:pt x="2473541" y="230505"/>
                  </a:lnTo>
                  <a:lnTo>
                    <a:pt x="2472779" y="228981"/>
                  </a:lnTo>
                  <a:lnTo>
                    <a:pt x="2472017" y="227457"/>
                  </a:lnTo>
                  <a:lnTo>
                    <a:pt x="2472017" y="248793"/>
                  </a:lnTo>
                  <a:lnTo>
                    <a:pt x="2472017" y="256413"/>
                  </a:lnTo>
                  <a:lnTo>
                    <a:pt x="2470493" y="259461"/>
                  </a:lnTo>
                  <a:lnTo>
                    <a:pt x="2470493" y="265557"/>
                  </a:lnTo>
                  <a:lnTo>
                    <a:pt x="2467445" y="268605"/>
                  </a:lnTo>
                  <a:lnTo>
                    <a:pt x="2467445" y="271653"/>
                  </a:lnTo>
                  <a:lnTo>
                    <a:pt x="2465921" y="273177"/>
                  </a:lnTo>
                  <a:lnTo>
                    <a:pt x="2464397" y="273177"/>
                  </a:lnTo>
                  <a:lnTo>
                    <a:pt x="2462873" y="274701"/>
                  </a:lnTo>
                  <a:lnTo>
                    <a:pt x="2453729" y="274701"/>
                  </a:lnTo>
                  <a:lnTo>
                    <a:pt x="2453729" y="273177"/>
                  </a:lnTo>
                  <a:lnTo>
                    <a:pt x="2452205" y="273177"/>
                  </a:lnTo>
                  <a:lnTo>
                    <a:pt x="2449157" y="270129"/>
                  </a:lnTo>
                  <a:lnTo>
                    <a:pt x="2449157" y="268605"/>
                  </a:lnTo>
                  <a:lnTo>
                    <a:pt x="2447633" y="267081"/>
                  </a:lnTo>
                  <a:lnTo>
                    <a:pt x="2447633" y="264033"/>
                  </a:lnTo>
                  <a:lnTo>
                    <a:pt x="2455951" y="257937"/>
                  </a:lnTo>
                  <a:lnTo>
                    <a:pt x="2470493" y="247269"/>
                  </a:lnTo>
                  <a:lnTo>
                    <a:pt x="2472017" y="248793"/>
                  </a:lnTo>
                  <a:lnTo>
                    <a:pt x="2472017" y="227457"/>
                  </a:lnTo>
                  <a:lnTo>
                    <a:pt x="2468969" y="225933"/>
                  </a:lnTo>
                  <a:lnTo>
                    <a:pt x="2468969" y="236601"/>
                  </a:lnTo>
                  <a:lnTo>
                    <a:pt x="2468969" y="239649"/>
                  </a:lnTo>
                  <a:lnTo>
                    <a:pt x="2446109" y="257937"/>
                  </a:lnTo>
                  <a:lnTo>
                    <a:pt x="2446109" y="242697"/>
                  </a:lnTo>
                  <a:lnTo>
                    <a:pt x="2447633" y="239649"/>
                  </a:lnTo>
                  <a:lnTo>
                    <a:pt x="2447633" y="236601"/>
                  </a:lnTo>
                  <a:lnTo>
                    <a:pt x="2453729" y="230505"/>
                  </a:lnTo>
                  <a:lnTo>
                    <a:pt x="2455253" y="230505"/>
                  </a:lnTo>
                  <a:lnTo>
                    <a:pt x="2456777" y="228981"/>
                  </a:lnTo>
                  <a:lnTo>
                    <a:pt x="2459825" y="228981"/>
                  </a:lnTo>
                  <a:lnTo>
                    <a:pt x="2461349" y="230505"/>
                  </a:lnTo>
                  <a:lnTo>
                    <a:pt x="2464397" y="230505"/>
                  </a:lnTo>
                  <a:lnTo>
                    <a:pt x="2464397" y="232029"/>
                  </a:lnTo>
                  <a:lnTo>
                    <a:pt x="2465921" y="232029"/>
                  </a:lnTo>
                  <a:lnTo>
                    <a:pt x="2465921" y="233553"/>
                  </a:lnTo>
                  <a:lnTo>
                    <a:pt x="2467445" y="233553"/>
                  </a:lnTo>
                  <a:lnTo>
                    <a:pt x="2467445" y="235077"/>
                  </a:lnTo>
                  <a:lnTo>
                    <a:pt x="2468969" y="236601"/>
                  </a:lnTo>
                  <a:lnTo>
                    <a:pt x="2468969" y="225933"/>
                  </a:lnTo>
                  <a:lnTo>
                    <a:pt x="2467445" y="224409"/>
                  </a:lnTo>
                  <a:lnTo>
                    <a:pt x="2464397" y="222885"/>
                  </a:lnTo>
                  <a:lnTo>
                    <a:pt x="2455253" y="222885"/>
                  </a:lnTo>
                  <a:lnTo>
                    <a:pt x="2452205" y="224409"/>
                  </a:lnTo>
                  <a:lnTo>
                    <a:pt x="2449157" y="224409"/>
                  </a:lnTo>
                  <a:lnTo>
                    <a:pt x="2443061" y="230505"/>
                  </a:lnTo>
                  <a:lnTo>
                    <a:pt x="2438489" y="239649"/>
                  </a:lnTo>
                  <a:lnTo>
                    <a:pt x="2438489" y="260985"/>
                  </a:lnTo>
                  <a:lnTo>
                    <a:pt x="2440013" y="265557"/>
                  </a:lnTo>
                  <a:lnTo>
                    <a:pt x="2440013" y="268605"/>
                  </a:lnTo>
                  <a:lnTo>
                    <a:pt x="2443061" y="274701"/>
                  </a:lnTo>
                  <a:lnTo>
                    <a:pt x="2444585" y="276225"/>
                  </a:lnTo>
                  <a:lnTo>
                    <a:pt x="2447633" y="277749"/>
                  </a:lnTo>
                  <a:lnTo>
                    <a:pt x="2449157" y="279273"/>
                  </a:lnTo>
                  <a:lnTo>
                    <a:pt x="2452205" y="280797"/>
                  </a:lnTo>
                  <a:lnTo>
                    <a:pt x="2464397" y="280797"/>
                  </a:lnTo>
                  <a:lnTo>
                    <a:pt x="2470493" y="277749"/>
                  </a:lnTo>
                  <a:lnTo>
                    <a:pt x="2472017" y="276225"/>
                  </a:lnTo>
                  <a:lnTo>
                    <a:pt x="2472779" y="274701"/>
                  </a:lnTo>
                  <a:lnTo>
                    <a:pt x="2475065" y="270129"/>
                  </a:lnTo>
                  <a:lnTo>
                    <a:pt x="2476690" y="267081"/>
                  </a:lnTo>
                  <a:lnTo>
                    <a:pt x="2478214" y="264033"/>
                  </a:lnTo>
                  <a:lnTo>
                    <a:pt x="2478214" y="260985"/>
                  </a:lnTo>
                  <a:lnTo>
                    <a:pt x="2479738" y="256413"/>
                  </a:lnTo>
                  <a:lnTo>
                    <a:pt x="2479738" y="247269"/>
                  </a:lnTo>
                  <a:close/>
                </a:path>
                <a:path w="3651250" h="299719">
                  <a:moveTo>
                    <a:pt x="2514879" y="271754"/>
                  </a:moveTo>
                  <a:lnTo>
                    <a:pt x="2513355" y="271754"/>
                  </a:lnTo>
                  <a:lnTo>
                    <a:pt x="2513355" y="270230"/>
                  </a:lnTo>
                  <a:lnTo>
                    <a:pt x="2510218" y="267081"/>
                  </a:lnTo>
                  <a:lnTo>
                    <a:pt x="2504122" y="267081"/>
                  </a:lnTo>
                  <a:lnTo>
                    <a:pt x="2502598" y="268706"/>
                  </a:lnTo>
                  <a:lnTo>
                    <a:pt x="2501074" y="270230"/>
                  </a:lnTo>
                  <a:lnTo>
                    <a:pt x="2501074" y="271754"/>
                  </a:lnTo>
                  <a:lnTo>
                    <a:pt x="2499550" y="271754"/>
                  </a:lnTo>
                  <a:lnTo>
                    <a:pt x="2499550" y="276326"/>
                  </a:lnTo>
                  <a:lnTo>
                    <a:pt x="2501074" y="276326"/>
                  </a:lnTo>
                  <a:lnTo>
                    <a:pt x="2501074" y="279374"/>
                  </a:lnTo>
                  <a:lnTo>
                    <a:pt x="2502598" y="279374"/>
                  </a:lnTo>
                  <a:lnTo>
                    <a:pt x="2504122" y="280898"/>
                  </a:lnTo>
                  <a:lnTo>
                    <a:pt x="2510218" y="280898"/>
                  </a:lnTo>
                  <a:lnTo>
                    <a:pt x="2511831" y="279374"/>
                  </a:lnTo>
                  <a:lnTo>
                    <a:pt x="2513355" y="279374"/>
                  </a:lnTo>
                  <a:lnTo>
                    <a:pt x="2513355" y="276326"/>
                  </a:lnTo>
                  <a:lnTo>
                    <a:pt x="2514879" y="276326"/>
                  </a:lnTo>
                  <a:lnTo>
                    <a:pt x="2514879" y="271754"/>
                  </a:lnTo>
                  <a:close/>
                </a:path>
                <a:path w="3651250" h="299719">
                  <a:moveTo>
                    <a:pt x="2575839" y="244233"/>
                  </a:moveTo>
                  <a:lnTo>
                    <a:pt x="2574315" y="239661"/>
                  </a:lnTo>
                  <a:lnTo>
                    <a:pt x="2574315" y="236613"/>
                  </a:lnTo>
                  <a:lnTo>
                    <a:pt x="2571267" y="230517"/>
                  </a:lnTo>
                  <a:lnTo>
                    <a:pt x="2569743" y="228993"/>
                  </a:lnTo>
                  <a:lnTo>
                    <a:pt x="2568219" y="227469"/>
                  </a:lnTo>
                  <a:lnTo>
                    <a:pt x="2568219" y="245757"/>
                  </a:lnTo>
                  <a:lnTo>
                    <a:pt x="2568219" y="248805"/>
                  </a:lnTo>
                  <a:lnTo>
                    <a:pt x="2566695" y="248805"/>
                  </a:lnTo>
                  <a:lnTo>
                    <a:pt x="2565171" y="250329"/>
                  </a:lnTo>
                  <a:lnTo>
                    <a:pt x="2563647" y="250329"/>
                  </a:lnTo>
                  <a:lnTo>
                    <a:pt x="2562123" y="251853"/>
                  </a:lnTo>
                  <a:lnTo>
                    <a:pt x="2557551" y="251853"/>
                  </a:lnTo>
                  <a:lnTo>
                    <a:pt x="2556027" y="253377"/>
                  </a:lnTo>
                  <a:lnTo>
                    <a:pt x="2552979" y="253377"/>
                  </a:lnTo>
                  <a:lnTo>
                    <a:pt x="2551455" y="251853"/>
                  </a:lnTo>
                  <a:lnTo>
                    <a:pt x="2548407" y="251853"/>
                  </a:lnTo>
                  <a:lnTo>
                    <a:pt x="2545359" y="248805"/>
                  </a:lnTo>
                  <a:lnTo>
                    <a:pt x="2545359" y="245757"/>
                  </a:lnTo>
                  <a:lnTo>
                    <a:pt x="2543835" y="244233"/>
                  </a:lnTo>
                  <a:lnTo>
                    <a:pt x="2543835" y="238137"/>
                  </a:lnTo>
                  <a:lnTo>
                    <a:pt x="2545359" y="236613"/>
                  </a:lnTo>
                  <a:lnTo>
                    <a:pt x="2545359" y="235089"/>
                  </a:lnTo>
                  <a:lnTo>
                    <a:pt x="2546883" y="233565"/>
                  </a:lnTo>
                  <a:lnTo>
                    <a:pt x="2546883" y="232041"/>
                  </a:lnTo>
                  <a:lnTo>
                    <a:pt x="2548407" y="232041"/>
                  </a:lnTo>
                  <a:lnTo>
                    <a:pt x="2549931" y="230517"/>
                  </a:lnTo>
                  <a:lnTo>
                    <a:pt x="2551455" y="230517"/>
                  </a:lnTo>
                  <a:lnTo>
                    <a:pt x="2552979" y="228993"/>
                  </a:lnTo>
                  <a:lnTo>
                    <a:pt x="2559075" y="228993"/>
                  </a:lnTo>
                  <a:lnTo>
                    <a:pt x="2560599" y="230517"/>
                  </a:lnTo>
                  <a:lnTo>
                    <a:pt x="2562123" y="230517"/>
                  </a:lnTo>
                  <a:lnTo>
                    <a:pt x="2563647" y="232041"/>
                  </a:lnTo>
                  <a:lnTo>
                    <a:pt x="2563647" y="233565"/>
                  </a:lnTo>
                  <a:lnTo>
                    <a:pt x="2566695" y="236613"/>
                  </a:lnTo>
                  <a:lnTo>
                    <a:pt x="2566695" y="242709"/>
                  </a:lnTo>
                  <a:lnTo>
                    <a:pt x="2568219" y="245757"/>
                  </a:lnTo>
                  <a:lnTo>
                    <a:pt x="2568219" y="227469"/>
                  </a:lnTo>
                  <a:lnTo>
                    <a:pt x="2566695" y="225945"/>
                  </a:lnTo>
                  <a:lnTo>
                    <a:pt x="2560599" y="222897"/>
                  </a:lnTo>
                  <a:lnTo>
                    <a:pt x="2549931" y="222897"/>
                  </a:lnTo>
                  <a:lnTo>
                    <a:pt x="2548407" y="224421"/>
                  </a:lnTo>
                  <a:lnTo>
                    <a:pt x="2545359" y="225945"/>
                  </a:lnTo>
                  <a:lnTo>
                    <a:pt x="2542311" y="228993"/>
                  </a:lnTo>
                  <a:lnTo>
                    <a:pt x="2539263" y="230517"/>
                  </a:lnTo>
                  <a:lnTo>
                    <a:pt x="2539263" y="232041"/>
                  </a:lnTo>
                  <a:lnTo>
                    <a:pt x="2537739" y="235089"/>
                  </a:lnTo>
                  <a:lnTo>
                    <a:pt x="2536215" y="236613"/>
                  </a:lnTo>
                  <a:lnTo>
                    <a:pt x="2536215" y="247281"/>
                  </a:lnTo>
                  <a:lnTo>
                    <a:pt x="2537739" y="248805"/>
                  </a:lnTo>
                  <a:lnTo>
                    <a:pt x="2537739" y="250329"/>
                  </a:lnTo>
                  <a:lnTo>
                    <a:pt x="2545359" y="257949"/>
                  </a:lnTo>
                  <a:lnTo>
                    <a:pt x="2548407" y="257949"/>
                  </a:lnTo>
                  <a:lnTo>
                    <a:pt x="2549931" y="259473"/>
                  </a:lnTo>
                  <a:lnTo>
                    <a:pt x="2556027" y="259473"/>
                  </a:lnTo>
                  <a:lnTo>
                    <a:pt x="2559075" y="257949"/>
                  </a:lnTo>
                  <a:lnTo>
                    <a:pt x="2560599" y="257949"/>
                  </a:lnTo>
                  <a:lnTo>
                    <a:pt x="2563647" y="256425"/>
                  </a:lnTo>
                  <a:lnTo>
                    <a:pt x="2565171" y="256425"/>
                  </a:lnTo>
                  <a:lnTo>
                    <a:pt x="2568219" y="254901"/>
                  </a:lnTo>
                  <a:lnTo>
                    <a:pt x="2566695" y="256425"/>
                  </a:lnTo>
                  <a:lnTo>
                    <a:pt x="2566695" y="262521"/>
                  </a:lnTo>
                  <a:lnTo>
                    <a:pt x="2565171" y="264045"/>
                  </a:lnTo>
                  <a:lnTo>
                    <a:pt x="2565171" y="265569"/>
                  </a:lnTo>
                  <a:lnTo>
                    <a:pt x="2563647" y="268617"/>
                  </a:lnTo>
                  <a:lnTo>
                    <a:pt x="2562123" y="270141"/>
                  </a:lnTo>
                  <a:lnTo>
                    <a:pt x="2559075" y="271665"/>
                  </a:lnTo>
                  <a:lnTo>
                    <a:pt x="2557551" y="271665"/>
                  </a:lnTo>
                  <a:lnTo>
                    <a:pt x="2554503" y="273189"/>
                  </a:lnTo>
                  <a:lnTo>
                    <a:pt x="2551455" y="273189"/>
                  </a:lnTo>
                  <a:lnTo>
                    <a:pt x="2548407" y="274713"/>
                  </a:lnTo>
                  <a:lnTo>
                    <a:pt x="2539263" y="274713"/>
                  </a:lnTo>
                  <a:lnTo>
                    <a:pt x="2539263" y="280809"/>
                  </a:lnTo>
                  <a:lnTo>
                    <a:pt x="2549931" y="280809"/>
                  </a:lnTo>
                  <a:lnTo>
                    <a:pt x="2554503" y="279285"/>
                  </a:lnTo>
                  <a:lnTo>
                    <a:pt x="2557551" y="279285"/>
                  </a:lnTo>
                  <a:lnTo>
                    <a:pt x="2562123" y="277761"/>
                  </a:lnTo>
                  <a:lnTo>
                    <a:pt x="2565171" y="276237"/>
                  </a:lnTo>
                  <a:lnTo>
                    <a:pt x="2566695" y="273189"/>
                  </a:lnTo>
                  <a:lnTo>
                    <a:pt x="2569743" y="270141"/>
                  </a:lnTo>
                  <a:lnTo>
                    <a:pt x="2571267" y="267093"/>
                  </a:lnTo>
                  <a:lnTo>
                    <a:pt x="2572791" y="262521"/>
                  </a:lnTo>
                  <a:lnTo>
                    <a:pt x="2574315" y="259473"/>
                  </a:lnTo>
                  <a:lnTo>
                    <a:pt x="2575839" y="254901"/>
                  </a:lnTo>
                  <a:lnTo>
                    <a:pt x="2575839" y="253377"/>
                  </a:lnTo>
                  <a:lnTo>
                    <a:pt x="2575839" y="244233"/>
                  </a:lnTo>
                  <a:close/>
                </a:path>
                <a:path w="3651250" h="299719">
                  <a:moveTo>
                    <a:pt x="2623185" y="256425"/>
                  </a:moveTo>
                  <a:lnTo>
                    <a:pt x="2621661" y="254901"/>
                  </a:lnTo>
                  <a:lnTo>
                    <a:pt x="2620137" y="251853"/>
                  </a:lnTo>
                  <a:lnTo>
                    <a:pt x="2618613" y="250329"/>
                  </a:lnTo>
                  <a:lnTo>
                    <a:pt x="2617089" y="250329"/>
                  </a:lnTo>
                  <a:lnTo>
                    <a:pt x="2614041" y="248805"/>
                  </a:lnTo>
                  <a:lnTo>
                    <a:pt x="2612517" y="247281"/>
                  </a:lnTo>
                  <a:lnTo>
                    <a:pt x="2606421" y="247281"/>
                  </a:lnTo>
                  <a:lnTo>
                    <a:pt x="2604897" y="245757"/>
                  </a:lnTo>
                  <a:lnTo>
                    <a:pt x="2597277" y="245757"/>
                  </a:lnTo>
                  <a:lnTo>
                    <a:pt x="2597277" y="230517"/>
                  </a:lnTo>
                  <a:lnTo>
                    <a:pt x="2620137" y="230517"/>
                  </a:lnTo>
                  <a:lnTo>
                    <a:pt x="2620137" y="224421"/>
                  </a:lnTo>
                  <a:lnTo>
                    <a:pt x="2589657" y="224421"/>
                  </a:lnTo>
                  <a:lnTo>
                    <a:pt x="2589657" y="253377"/>
                  </a:lnTo>
                  <a:lnTo>
                    <a:pt x="2607945" y="253377"/>
                  </a:lnTo>
                  <a:lnTo>
                    <a:pt x="2614041" y="256425"/>
                  </a:lnTo>
                  <a:lnTo>
                    <a:pt x="2615565" y="259473"/>
                  </a:lnTo>
                  <a:lnTo>
                    <a:pt x="2615565" y="264045"/>
                  </a:lnTo>
                  <a:lnTo>
                    <a:pt x="2614041" y="267093"/>
                  </a:lnTo>
                  <a:lnTo>
                    <a:pt x="2614041" y="268617"/>
                  </a:lnTo>
                  <a:lnTo>
                    <a:pt x="2612517" y="268617"/>
                  </a:lnTo>
                  <a:lnTo>
                    <a:pt x="2612517" y="270141"/>
                  </a:lnTo>
                  <a:lnTo>
                    <a:pt x="2609469" y="273189"/>
                  </a:lnTo>
                  <a:lnTo>
                    <a:pt x="2607945" y="273189"/>
                  </a:lnTo>
                  <a:lnTo>
                    <a:pt x="2606421" y="274713"/>
                  </a:lnTo>
                  <a:lnTo>
                    <a:pt x="2589657" y="274713"/>
                  </a:lnTo>
                  <a:lnTo>
                    <a:pt x="2588133" y="273189"/>
                  </a:lnTo>
                  <a:lnTo>
                    <a:pt x="2588133" y="280809"/>
                  </a:lnTo>
                  <a:lnTo>
                    <a:pt x="2606421" y="280809"/>
                  </a:lnTo>
                  <a:lnTo>
                    <a:pt x="2609469" y="279285"/>
                  </a:lnTo>
                  <a:lnTo>
                    <a:pt x="2610993" y="279285"/>
                  </a:lnTo>
                  <a:lnTo>
                    <a:pt x="2614041" y="277761"/>
                  </a:lnTo>
                  <a:lnTo>
                    <a:pt x="2615565" y="276237"/>
                  </a:lnTo>
                  <a:lnTo>
                    <a:pt x="2618613" y="274713"/>
                  </a:lnTo>
                  <a:lnTo>
                    <a:pt x="2620137" y="271665"/>
                  </a:lnTo>
                  <a:lnTo>
                    <a:pt x="2621661" y="270141"/>
                  </a:lnTo>
                  <a:lnTo>
                    <a:pt x="2623185" y="267093"/>
                  </a:lnTo>
                  <a:lnTo>
                    <a:pt x="2623185" y="262521"/>
                  </a:lnTo>
                  <a:lnTo>
                    <a:pt x="2623185" y="256425"/>
                  </a:lnTo>
                  <a:close/>
                </a:path>
                <a:path w="3651250" h="299719">
                  <a:moveTo>
                    <a:pt x="2672042" y="257949"/>
                  </a:moveTo>
                  <a:lnTo>
                    <a:pt x="2665946" y="251853"/>
                  </a:lnTo>
                  <a:lnTo>
                    <a:pt x="2662898" y="251853"/>
                  </a:lnTo>
                  <a:lnTo>
                    <a:pt x="2661374" y="250329"/>
                  </a:lnTo>
                  <a:lnTo>
                    <a:pt x="2659850" y="250329"/>
                  </a:lnTo>
                  <a:lnTo>
                    <a:pt x="2665946" y="247281"/>
                  </a:lnTo>
                  <a:lnTo>
                    <a:pt x="2667470" y="245757"/>
                  </a:lnTo>
                  <a:lnTo>
                    <a:pt x="2668994" y="242709"/>
                  </a:lnTo>
                  <a:lnTo>
                    <a:pt x="2668994" y="230517"/>
                  </a:lnTo>
                  <a:lnTo>
                    <a:pt x="2667470" y="228993"/>
                  </a:lnTo>
                  <a:lnTo>
                    <a:pt x="2665946" y="227469"/>
                  </a:lnTo>
                  <a:lnTo>
                    <a:pt x="2664422" y="227469"/>
                  </a:lnTo>
                  <a:lnTo>
                    <a:pt x="2661374" y="224421"/>
                  </a:lnTo>
                  <a:lnTo>
                    <a:pt x="2659850" y="224421"/>
                  </a:lnTo>
                  <a:lnTo>
                    <a:pt x="2656802" y="222897"/>
                  </a:lnTo>
                  <a:lnTo>
                    <a:pt x="2644610" y="222897"/>
                  </a:lnTo>
                  <a:lnTo>
                    <a:pt x="2643086" y="224421"/>
                  </a:lnTo>
                  <a:lnTo>
                    <a:pt x="2640038" y="224421"/>
                  </a:lnTo>
                  <a:lnTo>
                    <a:pt x="2638514" y="225945"/>
                  </a:lnTo>
                  <a:lnTo>
                    <a:pt x="2638514" y="232041"/>
                  </a:lnTo>
                  <a:lnTo>
                    <a:pt x="2640038" y="230517"/>
                  </a:lnTo>
                  <a:lnTo>
                    <a:pt x="2646134" y="230517"/>
                  </a:lnTo>
                  <a:lnTo>
                    <a:pt x="2649182" y="228993"/>
                  </a:lnTo>
                  <a:lnTo>
                    <a:pt x="2653754" y="228993"/>
                  </a:lnTo>
                  <a:lnTo>
                    <a:pt x="2656802" y="230517"/>
                  </a:lnTo>
                  <a:lnTo>
                    <a:pt x="2658326" y="232041"/>
                  </a:lnTo>
                  <a:lnTo>
                    <a:pt x="2661374" y="233565"/>
                  </a:lnTo>
                  <a:lnTo>
                    <a:pt x="2661374" y="242709"/>
                  </a:lnTo>
                  <a:lnTo>
                    <a:pt x="2656802" y="247281"/>
                  </a:lnTo>
                  <a:lnTo>
                    <a:pt x="2653754" y="247281"/>
                  </a:lnTo>
                  <a:lnTo>
                    <a:pt x="2652230" y="248805"/>
                  </a:lnTo>
                  <a:lnTo>
                    <a:pt x="2643086" y="248805"/>
                  </a:lnTo>
                  <a:lnTo>
                    <a:pt x="2643086" y="254901"/>
                  </a:lnTo>
                  <a:lnTo>
                    <a:pt x="2658326" y="254901"/>
                  </a:lnTo>
                  <a:lnTo>
                    <a:pt x="2661374" y="257949"/>
                  </a:lnTo>
                  <a:lnTo>
                    <a:pt x="2662898" y="257949"/>
                  </a:lnTo>
                  <a:lnTo>
                    <a:pt x="2662898" y="259473"/>
                  </a:lnTo>
                  <a:lnTo>
                    <a:pt x="2664422" y="260997"/>
                  </a:lnTo>
                  <a:lnTo>
                    <a:pt x="2664422" y="267093"/>
                  </a:lnTo>
                  <a:lnTo>
                    <a:pt x="2662898" y="268617"/>
                  </a:lnTo>
                  <a:lnTo>
                    <a:pt x="2662898" y="270141"/>
                  </a:lnTo>
                  <a:lnTo>
                    <a:pt x="2661374" y="270141"/>
                  </a:lnTo>
                  <a:lnTo>
                    <a:pt x="2661374" y="271665"/>
                  </a:lnTo>
                  <a:lnTo>
                    <a:pt x="2659850" y="273189"/>
                  </a:lnTo>
                  <a:lnTo>
                    <a:pt x="2658326" y="273189"/>
                  </a:lnTo>
                  <a:lnTo>
                    <a:pt x="2655278" y="274713"/>
                  </a:lnTo>
                  <a:lnTo>
                    <a:pt x="2638514" y="274713"/>
                  </a:lnTo>
                  <a:lnTo>
                    <a:pt x="2636990" y="273189"/>
                  </a:lnTo>
                  <a:lnTo>
                    <a:pt x="2636990" y="280809"/>
                  </a:lnTo>
                  <a:lnTo>
                    <a:pt x="2655278" y="280809"/>
                  </a:lnTo>
                  <a:lnTo>
                    <a:pt x="2658326" y="279285"/>
                  </a:lnTo>
                  <a:lnTo>
                    <a:pt x="2661374" y="279285"/>
                  </a:lnTo>
                  <a:lnTo>
                    <a:pt x="2664422" y="277761"/>
                  </a:lnTo>
                  <a:lnTo>
                    <a:pt x="2665946" y="276237"/>
                  </a:lnTo>
                  <a:lnTo>
                    <a:pt x="2668994" y="274713"/>
                  </a:lnTo>
                  <a:lnTo>
                    <a:pt x="2670518" y="273189"/>
                  </a:lnTo>
                  <a:lnTo>
                    <a:pt x="2670518" y="270141"/>
                  </a:lnTo>
                  <a:lnTo>
                    <a:pt x="2672042" y="268617"/>
                  </a:lnTo>
                  <a:lnTo>
                    <a:pt x="2672042" y="257949"/>
                  </a:lnTo>
                  <a:close/>
                </a:path>
                <a:path w="3651250" h="299719">
                  <a:moveTo>
                    <a:pt x="2722422" y="273189"/>
                  </a:moveTo>
                  <a:lnTo>
                    <a:pt x="2694990" y="273189"/>
                  </a:lnTo>
                  <a:lnTo>
                    <a:pt x="2705658" y="264045"/>
                  </a:lnTo>
                  <a:lnTo>
                    <a:pt x="2707182" y="260997"/>
                  </a:lnTo>
                  <a:lnTo>
                    <a:pt x="2710230" y="259473"/>
                  </a:lnTo>
                  <a:lnTo>
                    <a:pt x="2711754" y="256425"/>
                  </a:lnTo>
                  <a:lnTo>
                    <a:pt x="2716326" y="251853"/>
                  </a:lnTo>
                  <a:lnTo>
                    <a:pt x="2716326" y="248805"/>
                  </a:lnTo>
                  <a:lnTo>
                    <a:pt x="2717850" y="247281"/>
                  </a:lnTo>
                  <a:lnTo>
                    <a:pt x="2717850" y="245757"/>
                  </a:lnTo>
                  <a:lnTo>
                    <a:pt x="2719374" y="244233"/>
                  </a:lnTo>
                  <a:lnTo>
                    <a:pt x="2719374" y="235089"/>
                  </a:lnTo>
                  <a:lnTo>
                    <a:pt x="2717850" y="232041"/>
                  </a:lnTo>
                  <a:lnTo>
                    <a:pt x="2717850" y="230517"/>
                  </a:lnTo>
                  <a:lnTo>
                    <a:pt x="2711754" y="224421"/>
                  </a:lnTo>
                  <a:lnTo>
                    <a:pt x="2708706" y="224421"/>
                  </a:lnTo>
                  <a:lnTo>
                    <a:pt x="2707182" y="222897"/>
                  </a:lnTo>
                  <a:lnTo>
                    <a:pt x="2698038" y="222897"/>
                  </a:lnTo>
                  <a:lnTo>
                    <a:pt x="2694990" y="224421"/>
                  </a:lnTo>
                  <a:lnTo>
                    <a:pt x="2691942" y="224421"/>
                  </a:lnTo>
                  <a:lnTo>
                    <a:pt x="2685758" y="230517"/>
                  </a:lnTo>
                  <a:lnTo>
                    <a:pt x="2688894" y="235089"/>
                  </a:lnTo>
                  <a:lnTo>
                    <a:pt x="2690418" y="233565"/>
                  </a:lnTo>
                  <a:lnTo>
                    <a:pt x="2693466" y="232041"/>
                  </a:lnTo>
                  <a:lnTo>
                    <a:pt x="2694990" y="232041"/>
                  </a:lnTo>
                  <a:lnTo>
                    <a:pt x="2696514" y="230517"/>
                  </a:lnTo>
                  <a:lnTo>
                    <a:pt x="2699562" y="228993"/>
                  </a:lnTo>
                  <a:lnTo>
                    <a:pt x="2702610" y="228993"/>
                  </a:lnTo>
                  <a:lnTo>
                    <a:pt x="2704134" y="230517"/>
                  </a:lnTo>
                  <a:lnTo>
                    <a:pt x="2707182" y="230517"/>
                  </a:lnTo>
                  <a:lnTo>
                    <a:pt x="2708706" y="232041"/>
                  </a:lnTo>
                  <a:lnTo>
                    <a:pt x="2708706" y="233565"/>
                  </a:lnTo>
                  <a:lnTo>
                    <a:pt x="2710230" y="233565"/>
                  </a:lnTo>
                  <a:lnTo>
                    <a:pt x="2710230" y="238137"/>
                  </a:lnTo>
                  <a:lnTo>
                    <a:pt x="2711754" y="238137"/>
                  </a:lnTo>
                  <a:lnTo>
                    <a:pt x="2711754" y="242709"/>
                  </a:lnTo>
                  <a:lnTo>
                    <a:pt x="2710230" y="244233"/>
                  </a:lnTo>
                  <a:lnTo>
                    <a:pt x="2710230" y="247281"/>
                  </a:lnTo>
                  <a:lnTo>
                    <a:pt x="2708706" y="248805"/>
                  </a:lnTo>
                  <a:lnTo>
                    <a:pt x="2708706" y="250329"/>
                  </a:lnTo>
                  <a:lnTo>
                    <a:pt x="2699562" y="259473"/>
                  </a:lnTo>
                  <a:lnTo>
                    <a:pt x="2684234" y="273189"/>
                  </a:lnTo>
                  <a:lnTo>
                    <a:pt x="2684234" y="280809"/>
                  </a:lnTo>
                  <a:lnTo>
                    <a:pt x="2722422" y="280809"/>
                  </a:lnTo>
                  <a:lnTo>
                    <a:pt x="2722422" y="273189"/>
                  </a:lnTo>
                  <a:close/>
                </a:path>
                <a:path w="3651250" h="299719">
                  <a:moveTo>
                    <a:pt x="2814815" y="252793"/>
                  </a:moveTo>
                  <a:lnTo>
                    <a:pt x="2785872" y="252793"/>
                  </a:lnTo>
                  <a:lnTo>
                    <a:pt x="2785872" y="260426"/>
                  </a:lnTo>
                  <a:lnTo>
                    <a:pt x="2814815" y="260426"/>
                  </a:lnTo>
                  <a:lnTo>
                    <a:pt x="2814815" y="252793"/>
                  </a:lnTo>
                  <a:close/>
                </a:path>
                <a:path w="3651250" h="299719">
                  <a:moveTo>
                    <a:pt x="3296501" y="48869"/>
                  </a:moveTo>
                  <a:lnTo>
                    <a:pt x="3294977" y="48869"/>
                  </a:lnTo>
                  <a:lnTo>
                    <a:pt x="3294977" y="47345"/>
                  </a:lnTo>
                  <a:lnTo>
                    <a:pt x="3293453" y="47345"/>
                  </a:lnTo>
                  <a:lnTo>
                    <a:pt x="3293453" y="45821"/>
                  </a:lnTo>
                  <a:lnTo>
                    <a:pt x="3285833" y="45821"/>
                  </a:lnTo>
                  <a:lnTo>
                    <a:pt x="3285833" y="47345"/>
                  </a:lnTo>
                  <a:lnTo>
                    <a:pt x="3284309" y="47345"/>
                  </a:lnTo>
                  <a:lnTo>
                    <a:pt x="3284309" y="48869"/>
                  </a:lnTo>
                  <a:lnTo>
                    <a:pt x="3282785" y="50393"/>
                  </a:lnTo>
                  <a:lnTo>
                    <a:pt x="3282785" y="53441"/>
                  </a:lnTo>
                  <a:lnTo>
                    <a:pt x="3284309" y="54965"/>
                  </a:lnTo>
                  <a:lnTo>
                    <a:pt x="3284309" y="56489"/>
                  </a:lnTo>
                  <a:lnTo>
                    <a:pt x="3285833" y="58013"/>
                  </a:lnTo>
                  <a:lnTo>
                    <a:pt x="3287357" y="58013"/>
                  </a:lnTo>
                  <a:lnTo>
                    <a:pt x="3288881" y="59537"/>
                  </a:lnTo>
                  <a:lnTo>
                    <a:pt x="3290405" y="59537"/>
                  </a:lnTo>
                  <a:lnTo>
                    <a:pt x="3291929" y="58013"/>
                  </a:lnTo>
                  <a:lnTo>
                    <a:pt x="3293453" y="58013"/>
                  </a:lnTo>
                  <a:lnTo>
                    <a:pt x="3294977" y="56489"/>
                  </a:lnTo>
                  <a:lnTo>
                    <a:pt x="3294977" y="54965"/>
                  </a:lnTo>
                  <a:lnTo>
                    <a:pt x="3296501" y="54965"/>
                  </a:lnTo>
                  <a:lnTo>
                    <a:pt x="3296501" y="48869"/>
                  </a:lnTo>
                  <a:close/>
                </a:path>
                <a:path w="3651250" h="299719">
                  <a:moveTo>
                    <a:pt x="3296501" y="18389"/>
                  </a:moveTo>
                  <a:lnTo>
                    <a:pt x="3294977" y="16865"/>
                  </a:lnTo>
                  <a:lnTo>
                    <a:pt x="3294977" y="15341"/>
                  </a:lnTo>
                  <a:lnTo>
                    <a:pt x="3293453" y="15341"/>
                  </a:lnTo>
                  <a:lnTo>
                    <a:pt x="3293453" y="13716"/>
                  </a:lnTo>
                  <a:lnTo>
                    <a:pt x="3285833" y="13716"/>
                  </a:lnTo>
                  <a:lnTo>
                    <a:pt x="3285833" y="15341"/>
                  </a:lnTo>
                  <a:lnTo>
                    <a:pt x="3284309" y="15341"/>
                  </a:lnTo>
                  <a:lnTo>
                    <a:pt x="3284309" y="18389"/>
                  </a:lnTo>
                  <a:lnTo>
                    <a:pt x="3282785" y="18389"/>
                  </a:lnTo>
                  <a:lnTo>
                    <a:pt x="3282785" y="21437"/>
                  </a:lnTo>
                  <a:lnTo>
                    <a:pt x="3284309" y="22961"/>
                  </a:lnTo>
                  <a:lnTo>
                    <a:pt x="3284309" y="24485"/>
                  </a:lnTo>
                  <a:lnTo>
                    <a:pt x="3285833" y="26009"/>
                  </a:lnTo>
                  <a:lnTo>
                    <a:pt x="3287357" y="26009"/>
                  </a:lnTo>
                  <a:lnTo>
                    <a:pt x="3287357" y="27533"/>
                  </a:lnTo>
                  <a:lnTo>
                    <a:pt x="3291929" y="27533"/>
                  </a:lnTo>
                  <a:lnTo>
                    <a:pt x="3291929" y="26009"/>
                  </a:lnTo>
                  <a:lnTo>
                    <a:pt x="3293453" y="26009"/>
                  </a:lnTo>
                  <a:lnTo>
                    <a:pt x="3294977" y="24485"/>
                  </a:lnTo>
                  <a:lnTo>
                    <a:pt x="3294977" y="22961"/>
                  </a:lnTo>
                  <a:lnTo>
                    <a:pt x="3296501" y="22961"/>
                  </a:lnTo>
                  <a:lnTo>
                    <a:pt x="3296501" y="18389"/>
                  </a:lnTo>
                  <a:close/>
                </a:path>
                <a:path w="3651250" h="299719">
                  <a:moveTo>
                    <a:pt x="3407943" y="19913"/>
                  </a:moveTo>
                  <a:lnTo>
                    <a:pt x="3406419" y="16865"/>
                  </a:lnTo>
                  <a:lnTo>
                    <a:pt x="3406419" y="12293"/>
                  </a:lnTo>
                  <a:lnTo>
                    <a:pt x="3404895" y="9245"/>
                  </a:lnTo>
                  <a:lnTo>
                    <a:pt x="3403371" y="7721"/>
                  </a:lnTo>
                  <a:lnTo>
                    <a:pt x="3400323" y="4673"/>
                  </a:lnTo>
                  <a:lnTo>
                    <a:pt x="3400323" y="24485"/>
                  </a:lnTo>
                  <a:lnTo>
                    <a:pt x="3400323" y="39725"/>
                  </a:lnTo>
                  <a:lnTo>
                    <a:pt x="3398799" y="42773"/>
                  </a:lnTo>
                  <a:lnTo>
                    <a:pt x="3398799" y="44297"/>
                  </a:lnTo>
                  <a:lnTo>
                    <a:pt x="3397275" y="47345"/>
                  </a:lnTo>
                  <a:lnTo>
                    <a:pt x="3394227" y="50393"/>
                  </a:lnTo>
                  <a:lnTo>
                    <a:pt x="3392703" y="50393"/>
                  </a:lnTo>
                  <a:lnTo>
                    <a:pt x="3391179" y="51917"/>
                  </a:lnTo>
                  <a:lnTo>
                    <a:pt x="3383559" y="51917"/>
                  </a:lnTo>
                  <a:lnTo>
                    <a:pt x="3382035" y="50393"/>
                  </a:lnTo>
                  <a:lnTo>
                    <a:pt x="3380422" y="50393"/>
                  </a:lnTo>
                  <a:lnTo>
                    <a:pt x="3380422" y="48869"/>
                  </a:lnTo>
                  <a:lnTo>
                    <a:pt x="3378898" y="48869"/>
                  </a:lnTo>
                  <a:lnTo>
                    <a:pt x="3378898" y="47345"/>
                  </a:lnTo>
                  <a:lnTo>
                    <a:pt x="3377374" y="45821"/>
                  </a:lnTo>
                  <a:lnTo>
                    <a:pt x="3377374" y="44297"/>
                  </a:lnTo>
                  <a:lnTo>
                    <a:pt x="3375850" y="42773"/>
                  </a:lnTo>
                  <a:lnTo>
                    <a:pt x="3375850" y="41249"/>
                  </a:lnTo>
                  <a:lnTo>
                    <a:pt x="3384740" y="35153"/>
                  </a:lnTo>
                  <a:lnTo>
                    <a:pt x="3400323" y="24485"/>
                  </a:lnTo>
                  <a:lnTo>
                    <a:pt x="3400323" y="4673"/>
                  </a:lnTo>
                  <a:lnTo>
                    <a:pt x="3398799" y="3149"/>
                  </a:lnTo>
                  <a:lnTo>
                    <a:pt x="3398799" y="15341"/>
                  </a:lnTo>
                  <a:lnTo>
                    <a:pt x="3398799" y="16865"/>
                  </a:lnTo>
                  <a:lnTo>
                    <a:pt x="3374326" y="35153"/>
                  </a:lnTo>
                  <a:lnTo>
                    <a:pt x="3374326" y="22961"/>
                  </a:lnTo>
                  <a:lnTo>
                    <a:pt x="3375850" y="19913"/>
                  </a:lnTo>
                  <a:lnTo>
                    <a:pt x="3375850" y="16865"/>
                  </a:lnTo>
                  <a:lnTo>
                    <a:pt x="3377374" y="13817"/>
                  </a:lnTo>
                  <a:lnTo>
                    <a:pt x="3377374" y="12293"/>
                  </a:lnTo>
                  <a:lnTo>
                    <a:pt x="3380422" y="9245"/>
                  </a:lnTo>
                  <a:lnTo>
                    <a:pt x="3382035" y="7721"/>
                  </a:lnTo>
                  <a:lnTo>
                    <a:pt x="3392703" y="7721"/>
                  </a:lnTo>
                  <a:lnTo>
                    <a:pt x="3395751" y="10769"/>
                  </a:lnTo>
                  <a:lnTo>
                    <a:pt x="3395751" y="12293"/>
                  </a:lnTo>
                  <a:lnTo>
                    <a:pt x="3397275" y="12293"/>
                  </a:lnTo>
                  <a:lnTo>
                    <a:pt x="3397275" y="13817"/>
                  </a:lnTo>
                  <a:lnTo>
                    <a:pt x="3398799" y="15341"/>
                  </a:lnTo>
                  <a:lnTo>
                    <a:pt x="3398799" y="3149"/>
                  </a:lnTo>
                  <a:lnTo>
                    <a:pt x="3395751" y="1625"/>
                  </a:lnTo>
                  <a:lnTo>
                    <a:pt x="3394227" y="1625"/>
                  </a:lnTo>
                  <a:lnTo>
                    <a:pt x="3391179" y="101"/>
                  </a:lnTo>
                  <a:lnTo>
                    <a:pt x="3385083" y="101"/>
                  </a:lnTo>
                  <a:lnTo>
                    <a:pt x="3382035" y="1625"/>
                  </a:lnTo>
                  <a:lnTo>
                    <a:pt x="3378898" y="3149"/>
                  </a:lnTo>
                  <a:lnTo>
                    <a:pt x="3375850" y="4673"/>
                  </a:lnTo>
                  <a:lnTo>
                    <a:pt x="3374326" y="6197"/>
                  </a:lnTo>
                  <a:lnTo>
                    <a:pt x="3372802" y="9245"/>
                  </a:lnTo>
                  <a:lnTo>
                    <a:pt x="3369754" y="10769"/>
                  </a:lnTo>
                  <a:lnTo>
                    <a:pt x="3369754" y="13817"/>
                  </a:lnTo>
                  <a:lnTo>
                    <a:pt x="3368230" y="18389"/>
                  </a:lnTo>
                  <a:lnTo>
                    <a:pt x="3366706" y="21437"/>
                  </a:lnTo>
                  <a:lnTo>
                    <a:pt x="3366706" y="39725"/>
                  </a:lnTo>
                  <a:lnTo>
                    <a:pt x="3372802" y="51917"/>
                  </a:lnTo>
                  <a:lnTo>
                    <a:pt x="3374326" y="53441"/>
                  </a:lnTo>
                  <a:lnTo>
                    <a:pt x="3375850" y="56489"/>
                  </a:lnTo>
                  <a:lnTo>
                    <a:pt x="3378898" y="56489"/>
                  </a:lnTo>
                  <a:lnTo>
                    <a:pt x="3382035" y="58013"/>
                  </a:lnTo>
                  <a:lnTo>
                    <a:pt x="3383559" y="59537"/>
                  </a:lnTo>
                  <a:lnTo>
                    <a:pt x="3391179" y="59537"/>
                  </a:lnTo>
                  <a:lnTo>
                    <a:pt x="3394227" y="58013"/>
                  </a:lnTo>
                  <a:lnTo>
                    <a:pt x="3395751" y="56489"/>
                  </a:lnTo>
                  <a:lnTo>
                    <a:pt x="3401847" y="53441"/>
                  </a:lnTo>
                  <a:lnTo>
                    <a:pt x="3402609" y="51917"/>
                  </a:lnTo>
                  <a:lnTo>
                    <a:pt x="3403371" y="50393"/>
                  </a:lnTo>
                  <a:lnTo>
                    <a:pt x="3404895" y="48869"/>
                  </a:lnTo>
                  <a:lnTo>
                    <a:pt x="3406419" y="45821"/>
                  </a:lnTo>
                  <a:lnTo>
                    <a:pt x="3406419" y="41249"/>
                  </a:lnTo>
                  <a:lnTo>
                    <a:pt x="3407943" y="38201"/>
                  </a:lnTo>
                  <a:lnTo>
                    <a:pt x="3407943" y="24485"/>
                  </a:lnTo>
                  <a:lnTo>
                    <a:pt x="3407943" y="19913"/>
                  </a:lnTo>
                  <a:close/>
                </a:path>
                <a:path w="3651250" h="299719">
                  <a:moveTo>
                    <a:pt x="3443084" y="47345"/>
                  </a:moveTo>
                  <a:lnTo>
                    <a:pt x="3441560" y="47345"/>
                  </a:lnTo>
                  <a:lnTo>
                    <a:pt x="3441560" y="45821"/>
                  </a:lnTo>
                  <a:lnTo>
                    <a:pt x="3440036" y="45821"/>
                  </a:lnTo>
                  <a:lnTo>
                    <a:pt x="3438512" y="44297"/>
                  </a:lnTo>
                  <a:lnTo>
                    <a:pt x="3433940" y="44297"/>
                  </a:lnTo>
                  <a:lnTo>
                    <a:pt x="3432327" y="45821"/>
                  </a:lnTo>
                  <a:lnTo>
                    <a:pt x="3430803" y="45821"/>
                  </a:lnTo>
                  <a:lnTo>
                    <a:pt x="3430803" y="47345"/>
                  </a:lnTo>
                  <a:lnTo>
                    <a:pt x="3429279" y="47345"/>
                  </a:lnTo>
                  <a:lnTo>
                    <a:pt x="3429279" y="54965"/>
                  </a:lnTo>
                  <a:lnTo>
                    <a:pt x="3432327" y="58013"/>
                  </a:lnTo>
                  <a:lnTo>
                    <a:pt x="3433940" y="58013"/>
                  </a:lnTo>
                  <a:lnTo>
                    <a:pt x="3435464" y="59537"/>
                  </a:lnTo>
                  <a:lnTo>
                    <a:pt x="3436988" y="59537"/>
                  </a:lnTo>
                  <a:lnTo>
                    <a:pt x="3438512" y="58013"/>
                  </a:lnTo>
                  <a:lnTo>
                    <a:pt x="3440036" y="58013"/>
                  </a:lnTo>
                  <a:lnTo>
                    <a:pt x="3443084" y="54965"/>
                  </a:lnTo>
                  <a:lnTo>
                    <a:pt x="3443084" y="47345"/>
                  </a:lnTo>
                  <a:close/>
                </a:path>
                <a:path w="3651250" h="299719">
                  <a:moveTo>
                    <a:pt x="3504146" y="50393"/>
                  </a:moveTo>
                  <a:lnTo>
                    <a:pt x="3491954" y="50393"/>
                  </a:lnTo>
                  <a:lnTo>
                    <a:pt x="3491954" y="1625"/>
                  </a:lnTo>
                  <a:lnTo>
                    <a:pt x="3484334" y="1625"/>
                  </a:lnTo>
                  <a:lnTo>
                    <a:pt x="3465944" y="10769"/>
                  </a:lnTo>
                  <a:lnTo>
                    <a:pt x="3468992" y="16865"/>
                  </a:lnTo>
                  <a:lnTo>
                    <a:pt x="3482810" y="9245"/>
                  </a:lnTo>
                  <a:lnTo>
                    <a:pt x="3482810" y="50393"/>
                  </a:lnTo>
                  <a:lnTo>
                    <a:pt x="3468992" y="50393"/>
                  </a:lnTo>
                  <a:lnTo>
                    <a:pt x="3468992" y="58013"/>
                  </a:lnTo>
                  <a:lnTo>
                    <a:pt x="3504146" y="58013"/>
                  </a:lnTo>
                  <a:lnTo>
                    <a:pt x="3504146" y="50393"/>
                  </a:lnTo>
                  <a:close/>
                </a:path>
                <a:path w="3651250" h="299719">
                  <a:moveTo>
                    <a:pt x="3551491" y="33629"/>
                  </a:moveTo>
                  <a:lnTo>
                    <a:pt x="3543871" y="26009"/>
                  </a:lnTo>
                  <a:lnTo>
                    <a:pt x="3540823" y="24485"/>
                  </a:lnTo>
                  <a:lnTo>
                    <a:pt x="3525482" y="24485"/>
                  </a:lnTo>
                  <a:lnTo>
                    <a:pt x="3525482" y="7632"/>
                  </a:lnTo>
                  <a:lnTo>
                    <a:pt x="3548443" y="7632"/>
                  </a:lnTo>
                  <a:lnTo>
                    <a:pt x="3548443" y="1536"/>
                  </a:lnTo>
                  <a:lnTo>
                    <a:pt x="3517862" y="1536"/>
                  </a:lnTo>
                  <a:lnTo>
                    <a:pt x="3517862" y="30581"/>
                  </a:lnTo>
                  <a:lnTo>
                    <a:pt x="3537674" y="30581"/>
                  </a:lnTo>
                  <a:lnTo>
                    <a:pt x="3540823" y="32105"/>
                  </a:lnTo>
                  <a:lnTo>
                    <a:pt x="3542347" y="33629"/>
                  </a:lnTo>
                  <a:lnTo>
                    <a:pt x="3543871" y="36677"/>
                  </a:lnTo>
                  <a:lnTo>
                    <a:pt x="3543871" y="44297"/>
                  </a:lnTo>
                  <a:lnTo>
                    <a:pt x="3542347" y="45821"/>
                  </a:lnTo>
                  <a:lnTo>
                    <a:pt x="3542347" y="47345"/>
                  </a:lnTo>
                  <a:lnTo>
                    <a:pt x="3540823" y="47345"/>
                  </a:lnTo>
                  <a:lnTo>
                    <a:pt x="3539299" y="48869"/>
                  </a:lnTo>
                  <a:lnTo>
                    <a:pt x="3539299" y="50393"/>
                  </a:lnTo>
                  <a:lnTo>
                    <a:pt x="3537674" y="50393"/>
                  </a:lnTo>
                  <a:lnTo>
                    <a:pt x="3534626" y="51917"/>
                  </a:lnTo>
                  <a:lnTo>
                    <a:pt x="3519386" y="51917"/>
                  </a:lnTo>
                  <a:lnTo>
                    <a:pt x="3517862" y="50393"/>
                  </a:lnTo>
                  <a:lnTo>
                    <a:pt x="3517862" y="58013"/>
                  </a:lnTo>
                  <a:lnTo>
                    <a:pt x="3527006" y="58013"/>
                  </a:lnTo>
                  <a:lnTo>
                    <a:pt x="3527006" y="59537"/>
                  </a:lnTo>
                  <a:lnTo>
                    <a:pt x="3531578" y="59537"/>
                  </a:lnTo>
                  <a:lnTo>
                    <a:pt x="3534626" y="58013"/>
                  </a:lnTo>
                  <a:lnTo>
                    <a:pt x="3537674" y="58013"/>
                  </a:lnTo>
                  <a:lnTo>
                    <a:pt x="3540823" y="56489"/>
                  </a:lnTo>
                  <a:lnTo>
                    <a:pt x="3543871" y="54965"/>
                  </a:lnTo>
                  <a:lnTo>
                    <a:pt x="3546919" y="51917"/>
                  </a:lnTo>
                  <a:lnTo>
                    <a:pt x="3548443" y="50393"/>
                  </a:lnTo>
                  <a:lnTo>
                    <a:pt x="3549967" y="47345"/>
                  </a:lnTo>
                  <a:lnTo>
                    <a:pt x="3551491" y="45821"/>
                  </a:lnTo>
                  <a:lnTo>
                    <a:pt x="3551491" y="33629"/>
                  </a:lnTo>
                  <a:close/>
                </a:path>
                <a:path w="3651250" h="299719">
                  <a:moveTo>
                    <a:pt x="3603396" y="19913"/>
                  </a:moveTo>
                  <a:lnTo>
                    <a:pt x="3601872" y="16865"/>
                  </a:lnTo>
                  <a:lnTo>
                    <a:pt x="3601872" y="12192"/>
                  </a:lnTo>
                  <a:lnTo>
                    <a:pt x="3600348" y="9144"/>
                  </a:lnTo>
                  <a:lnTo>
                    <a:pt x="3598824" y="7620"/>
                  </a:lnTo>
                  <a:lnTo>
                    <a:pt x="3595776" y="4572"/>
                  </a:lnTo>
                  <a:lnTo>
                    <a:pt x="3595776" y="24485"/>
                  </a:lnTo>
                  <a:lnTo>
                    <a:pt x="3595776" y="39725"/>
                  </a:lnTo>
                  <a:lnTo>
                    <a:pt x="3594252" y="42773"/>
                  </a:lnTo>
                  <a:lnTo>
                    <a:pt x="3594252" y="44297"/>
                  </a:lnTo>
                  <a:lnTo>
                    <a:pt x="3592728" y="47345"/>
                  </a:lnTo>
                  <a:lnTo>
                    <a:pt x="3591102" y="48869"/>
                  </a:lnTo>
                  <a:lnTo>
                    <a:pt x="3589578" y="50393"/>
                  </a:lnTo>
                  <a:lnTo>
                    <a:pt x="3588054" y="50393"/>
                  </a:lnTo>
                  <a:lnTo>
                    <a:pt x="3586530" y="51917"/>
                  </a:lnTo>
                  <a:lnTo>
                    <a:pt x="3578910" y="51917"/>
                  </a:lnTo>
                  <a:lnTo>
                    <a:pt x="3575862" y="48869"/>
                  </a:lnTo>
                  <a:lnTo>
                    <a:pt x="3574338" y="48869"/>
                  </a:lnTo>
                  <a:lnTo>
                    <a:pt x="3574338" y="47345"/>
                  </a:lnTo>
                  <a:lnTo>
                    <a:pt x="3572814" y="45821"/>
                  </a:lnTo>
                  <a:lnTo>
                    <a:pt x="3572814" y="42773"/>
                  </a:lnTo>
                  <a:lnTo>
                    <a:pt x="3571290" y="41249"/>
                  </a:lnTo>
                  <a:lnTo>
                    <a:pt x="3580193" y="35153"/>
                  </a:lnTo>
                  <a:lnTo>
                    <a:pt x="3595776" y="24485"/>
                  </a:lnTo>
                  <a:lnTo>
                    <a:pt x="3595776" y="4572"/>
                  </a:lnTo>
                  <a:lnTo>
                    <a:pt x="3594252" y="3048"/>
                  </a:lnTo>
                  <a:lnTo>
                    <a:pt x="3594252" y="15341"/>
                  </a:lnTo>
                  <a:lnTo>
                    <a:pt x="3594252" y="16865"/>
                  </a:lnTo>
                  <a:lnTo>
                    <a:pt x="3569766" y="35153"/>
                  </a:lnTo>
                  <a:lnTo>
                    <a:pt x="3569766" y="22961"/>
                  </a:lnTo>
                  <a:lnTo>
                    <a:pt x="3571290" y="19913"/>
                  </a:lnTo>
                  <a:lnTo>
                    <a:pt x="3571290" y="16865"/>
                  </a:lnTo>
                  <a:lnTo>
                    <a:pt x="3572814" y="13716"/>
                  </a:lnTo>
                  <a:lnTo>
                    <a:pt x="3574338" y="12192"/>
                  </a:lnTo>
                  <a:lnTo>
                    <a:pt x="3574338" y="10668"/>
                  </a:lnTo>
                  <a:lnTo>
                    <a:pt x="3577386" y="7620"/>
                  </a:lnTo>
                  <a:lnTo>
                    <a:pt x="3588054" y="7620"/>
                  </a:lnTo>
                  <a:lnTo>
                    <a:pt x="3591102" y="10668"/>
                  </a:lnTo>
                  <a:lnTo>
                    <a:pt x="3592728" y="12192"/>
                  </a:lnTo>
                  <a:lnTo>
                    <a:pt x="3592728" y="13716"/>
                  </a:lnTo>
                  <a:lnTo>
                    <a:pt x="3594252" y="15341"/>
                  </a:lnTo>
                  <a:lnTo>
                    <a:pt x="3594252" y="3048"/>
                  </a:lnTo>
                  <a:lnTo>
                    <a:pt x="3591102" y="1524"/>
                  </a:lnTo>
                  <a:lnTo>
                    <a:pt x="3589578" y="1524"/>
                  </a:lnTo>
                  <a:lnTo>
                    <a:pt x="3586530" y="0"/>
                  </a:lnTo>
                  <a:lnTo>
                    <a:pt x="3580434" y="0"/>
                  </a:lnTo>
                  <a:lnTo>
                    <a:pt x="3571290" y="4572"/>
                  </a:lnTo>
                  <a:lnTo>
                    <a:pt x="3569766" y="6096"/>
                  </a:lnTo>
                  <a:lnTo>
                    <a:pt x="3568242" y="9144"/>
                  </a:lnTo>
                  <a:lnTo>
                    <a:pt x="3566718" y="10668"/>
                  </a:lnTo>
                  <a:lnTo>
                    <a:pt x="3565194" y="13716"/>
                  </a:lnTo>
                  <a:lnTo>
                    <a:pt x="3563670" y="18389"/>
                  </a:lnTo>
                  <a:lnTo>
                    <a:pt x="3562146" y="21437"/>
                  </a:lnTo>
                  <a:lnTo>
                    <a:pt x="3562146" y="35153"/>
                  </a:lnTo>
                  <a:lnTo>
                    <a:pt x="3563670" y="39725"/>
                  </a:lnTo>
                  <a:lnTo>
                    <a:pt x="3563670" y="42773"/>
                  </a:lnTo>
                  <a:lnTo>
                    <a:pt x="3568242" y="51917"/>
                  </a:lnTo>
                  <a:lnTo>
                    <a:pt x="3569766" y="53441"/>
                  </a:lnTo>
                  <a:lnTo>
                    <a:pt x="3571290" y="56489"/>
                  </a:lnTo>
                  <a:lnTo>
                    <a:pt x="3574338" y="56489"/>
                  </a:lnTo>
                  <a:lnTo>
                    <a:pt x="3577386" y="58013"/>
                  </a:lnTo>
                  <a:lnTo>
                    <a:pt x="3578910" y="59537"/>
                  </a:lnTo>
                  <a:lnTo>
                    <a:pt x="3586530" y="59537"/>
                  </a:lnTo>
                  <a:lnTo>
                    <a:pt x="3589578" y="58013"/>
                  </a:lnTo>
                  <a:lnTo>
                    <a:pt x="3591102" y="56489"/>
                  </a:lnTo>
                  <a:lnTo>
                    <a:pt x="3594252" y="54965"/>
                  </a:lnTo>
                  <a:lnTo>
                    <a:pt x="3597300" y="53441"/>
                  </a:lnTo>
                  <a:lnTo>
                    <a:pt x="3598062" y="51917"/>
                  </a:lnTo>
                  <a:lnTo>
                    <a:pt x="3598824" y="50393"/>
                  </a:lnTo>
                  <a:lnTo>
                    <a:pt x="3600348" y="48869"/>
                  </a:lnTo>
                  <a:lnTo>
                    <a:pt x="3601872" y="45821"/>
                  </a:lnTo>
                  <a:lnTo>
                    <a:pt x="3601872" y="41249"/>
                  </a:lnTo>
                  <a:lnTo>
                    <a:pt x="3603396" y="38201"/>
                  </a:lnTo>
                  <a:lnTo>
                    <a:pt x="3603396" y="24485"/>
                  </a:lnTo>
                  <a:lnTo>
                    <a:pt x="3603396" y="19913"/>
                  </a:lnTo>
                  <a:close/>
                </a:path>
                <a:path w="3651250" h="299719">
                  <a:moveTo>
                    <a:pt x="3650742" y="50393"/>
                  </a:moveTo>
                  <a:lnTo>
                    <a:pt x="3638550" y="50393"/>
                  </a:lnTo>
                  <a:lnTo>
                    <a:pt x="3638550" y="1536"/>
                  </a:lnTo>
                  <a:lnTo>
                    <a:pt x="3630930" y="1536"/>
                  </a:lnTo>
                  <a:lnTo>
                    <a:pt x="3614064" y="10680"/>
                  </a:lnTo>
                  <a:lnTo>
                    <a:pt x="3615588" y="16865"/>
                  </a:lnTo>
                  <a:lnTo>
                    <a:pt x="3629406" y="9156"/>
                  </a:lnTo>
                  <a:lnTo>
                    <a:pt x="3629406" y="50393"/>
                  </a:lnTo>
                  <a:lnTo>
                    <a:pt x="3615588" y="50393"/>
                  </a:lnTo>
                  <a:lnTo>
                    <a:pt x="3615588" y="58013"/>
                  </a:lnTo>
                  <a:lnTo>
                    <a:pt x="3650742" y="58013"/>
                  </a:lnTo>
                  <a:lnTo>
                    <a:pt x="3650742" y="50393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01201" y="1878139"/>
              <a:ext cx="381666" cy="7867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24556" y="1881098"/>
              <a:ext cx="3651250" cy="254635"/>
            </a:xfrm>
            <a:custGeom>
              <a:avLst/>
              <a:gdLst/>
              <a:ahLst/>
              <a:cxnLst/>
              <a:rect l="l" t="t" r="r" b="b"/>
              <a:pathLst>
                <a:path w="3651250" h="254635">
                  <a:moveTo>
                    <a:pt x="27432" y="246418"/>
                  </a:moveTo>
                  <a:lnTo>
                    <a:pt x="0" y="246418"/>
                  </a:lnTo>
                  <a:lnTo>
                    <a:pt x="0" y="254038"/>
                  </a:lnTo>
                  <a:lnTo>
                    <a:pt x="27432" y="254038"/>
                  </a:lnTo>
                  <a:lnTo>
                    <a:pt x="27432" y="246418"/>
                  </a:lnTo>
                  <a:close/>
                </a:path>
                <a:path w="3651250" h="254635">
                  <a:moveTo>
                    <a:pt x="3296501" y="48869"/>
                  </a:moveTo>
                  <a:lnTo>
                    <a:pt x="3294977" y="48869"/>
                  </a:lnTo>
                  <a:lnTo>
                    <a:pt x="3294977" y="47345"/>
                  </a:lnTo>
                  <a:lnTo>
                    <a:pt x="3293453" y="47345"/>
                  </a:lnTo>
                  <a:lnTo>
                    <a:pt x="3293453" y="45821"/>
                  </a:lnTo>
                  <a:lnTo>
                    <a:pt x="3285833" y="45821"/>
                  </a:lnTo>
                  <a:lnTo>
                    <a:pt x="3285833" y="47345"/>
                  </a:lnTo>
                  <a:lnTo>
                    <a:pt x="3284309" y="47345"/>
                  </a:lnTo>
                  <a:lnTo>
                    <a:pt x="3284309" y="48869"/>
                  </a:lnTo>
                  <a:lnTo>
                    <a:pt x="3282785" y="50393"/>
                  </a:lnTo>
                  <a:lnTo>
                    <a:pt x="3282785" y="53441"/>
                  </a:lnTo>
                  <a:lnTo>
                    <a:pt x="3284309" y="54965"/>
                  </a:lnTo>
                  <a:lnTo>
                    <a:pt x="3284309" y="56489"/>
                  </a:lnTo>
                  <a:lnTo>
                    <a:pt x="3285833" y="56489"/>
                  </a:lnTo>
                  <a:lnTo>
                    <a:pt x="3285833" y="58013"/>
                  </a:lnTo>
                  <a:lnTo>
                    <a:pt x="3293453" y="58013"/>
                  </a:lnTo>
                  <a:lnTo>
                    <a:pt x="3293453" y="56489"/>
                  </a:lnTo>
                  <a:lnTo>
                    <a:pt x="3294977" y="56489"/>
                  </a:lnTo>
                  <a:lnTo>
                    <a:pt x="3294977" y="54965"/>
                  </a:lnTo>
                  <a:lnTo>
                    <a:pt x="3296501" y="54965"/>
                  </a:lnTo>
                  <a:lnTo>
                    <a:pt x="3296501" y="48869"/>
                  </a:lnTo>
                  <a:close/>
                </a:path>
                <a:path w="3651250" h="254635">
                  <a:moveTo>
                    <a:pt x="3296501" y="16865"/>
                  </a:moveTo>
                  <a:lnTo>
                    <a:pt x="3294977" y="16865"/>
                  </a:lnTo>
                  <a:lnTo>
                    <a:pt x="3294977" y="15341"/>
                  </a:lnTo>
                  <a:lnTo>
                    <a:pt x="3293453" y="15341"/>
                  </a:lnTo>
                  <a:lnTo>
                    <a:pt x="3293453" y="13817"/>
                  </a:lnTo>
                  <a:lnTo>
                    <a:pt x="3285833" y="13817"/>
                  </a:lnTo>
                  <a:lnTo>
                    <a:pt x="3285833" y="15341"/>
                  </a:lnTo>
                  <a:lnTo>
                    <a:pt x="3284309" y="15341"/>
                  </a:lnTo>
                  <a:lnTo>
                    <a:pt x="3284309" y="16865"/>
                  </a:lnTo>
                  <a:lnTo>
                    <a:pt x="3282785" y="18389"/>
                  </a:lnTo>
                  <a:lnTo>
                    <a:pt x="3282785" y="21437"/>
                  </a:lnTo>
                  <a:lnTo>
                    <a:pt x="3284309" y="22961"/>
                  </a:lnTo>
                  <a:lnTo>
                    <a:pt x="3284309" y="24485"/>
                  </a:lnTo>
                  <a:lnTo>
                    <a:pt x="3285833" y="26009"/>
                  </a:lnTo>
                  <a:lnTo>
                    <a:pt x="3293453" y="26009"/>
                  </a:lnTo>
                  <a:lnTo>
                    <a:pt x="3294977" y="24485"/>
                  </a:lnTo>
                  <a:lnTo>
                    <a:pt x="3294977" y="22961"/>
                  </a:lnTo>
                  <a:lnTo>
                    <a:pt x="3296501" y="22961"/>
                  </a:lnTo>
                  <a:lnTo>
                    <a:pt x="3296501" y="16865"/>
                  </a:lnTo>
                  <a:close/>
                </a:path>
                <a:path w="3651250" h="254635">
                  <a:moveTo>
                    <a:pt x="3407943" y="19900"/>
                  </a:moveTo>
                  <a:lnTo>
                    <a:pt x="3406419" y="16852"/>
                  </a:lnTo>
                  <a:lnTo>
                    <a:pt x="3406419" y="12280"/>
                  </a:lnTo>
                  <a:lnTo>
                    <a:pt x="3404895" y="9232"/>
                  </a:lnTo>
                  <a:lnTo>
                    <a:pt x="3401847" y="6184"/>
                  </a:lnTo>
                  <a:lnTo>
                    <a:pt x="3400323" y="4660"/>
                  </a:lnTo>
                  <a:lnTo>
                    <a:pt x="3400323" y="24472"/>
                  </a:lnTo>
                  <a:lnTo>
                    <a:pt x="3400323" y="39712"/>
                  </a:lnTo>
                  <a:lnTo>
                    <a:pt x="3398799" y="42760"/>
                  </a:lnTo>
                  <a:lnTo>
                    <a:pt x="3398799" y="44284"/>
                  </a:lnTo>
                  <a:lnTo>
                    <a:pt x="3397275" y="45808"/>
                  </a:lnTo>
                  <a:lnTo>
                    <a:pt x="3395751" y="48856"/>
                  </a:lnTo>
                  <a:lnTo>
                    <a:pt x="3394227" y="50380"/>
                  </a:lnTo>
                  <a:lnTo>
                    <a:pt x="3392703" y="50380"/>
                  </a:lnTo>
                  <a:lnTo>
                    <a:pt x="3391179" y="51904"/>
                  </a:lnTo>
                  <a:lnTo>
                    <a:pt x="3383559" y="51904"/>
                  </a:lnTo>
                  <a:lnTo>
                    <a:pt x="3382035" y="50380"/>
                  </a:lnTo>
                  <a:lnTo>
                    <a:pt x="3380511" y="50380"/>
                  </a:lnTo>
                  <a:lnTo>
                    <a:pt x="3380511" y="48856"/>
                  </a:lnTo>
                  <a:lnTo>
                    <a:pt x="3378898" y="48856"/>
                  </a:lnTo>
                  <a:lnTo>
                    <a:pt x="3378898" y="47332"/>
                  </a:lnTo>
                  <a:lnTo>
                    <a:pt x="3377374" y="45808"/>
                  </a:lnTo>
                  <a:lnTo>
                    <a:pt x="3377374" y="44284"/>
                  </a:lnTo>
                  <a:lnTo>
                    <a:pt x="3375850" y="42760"/>
                  </a:lnTo>
                  <a:lnTo>
                    <a:pt x="3375850" y="41236"/>
                  </a:lnTo>
                  <a:lnTo>
                    <a:pt x="3384740" y="35140"/>
                  </a:lnTo>
                  <a:lnTo>
                    <a:pt x="3400323" y="24472"/>
                  </a:lnTo>
                  <a:lnTo>
                    <a:pt x="3400323" y="4660"/>
                  </a:lnTo>
                  <a:lnTo>
                    <a:pt x="3398799" y="3136"/>
                  </a:lnTo>
                  <a:lnTo>
                    <a:pt x="3398799" y="15328"/>
                  </a:lnTo>
                  <a:lnTo>
                    <a:pt x="3398799" y="16852"/>
                  </a:lnTo>
                  <a:lnTo>
                    <a:pt x="3374326" y="35140"/>
                  </a:lnTo>
                  <a:lnTo>
                    <a:pt x="3374326" y="22948"/>
                  </a:lnTo>
                  <a:lnTo>
                    <a:pt x="3375850" y="19900"/>
                  </a:lnTo>
                  <a:lnTo>
                    <a:pt x="3375850" y="16852"/>
                  </a:lnTo>
                  <a:lnTo>
                    <a:pt x="3377374" y="13804"/>
                  </a:lnTo>
                  <a:lnTo>
                    <a:pt x="3377374" y="12280"/>
                  </a:lnTo>
                  <a:lnTo>
                    <a:pt x="3378898" y="10756"/>
                  </a:lnTo>
                  <a:lnTo>
                    <a:pt x="3380511" y="9232"/>
                  </a:lnTo>
                  <a:lnTo>
                    <a:pt x="3382035" y="7708"/>
                  </a:lnTo>
                  <a:lnTo>
                    <a:pt x="3383559" y="7708"/>
                  </a:lnTo>
                  <a:lnTo>
                    <a:pt x="3385083" y="6184"/>
                  </a:lnTo>
                  <a:lnTo>
                    <a:pt x="3389655" y="6184"/>
                  </a:lnTo>
                  <a:lnTo>
                    <a:pt x="3389655" y="7708"/>
                  </a:lnTo>
                  <a:lnTo>
                    <a:pt x="3392703" y="7708"/>
                  </a:lnTo>
                  <a:lnTo>
                    <a:pt x="3397275" y="12280"/>
                  </a:lnTo>
                  <a:lnTo>
                    <a:pt x="3397275" y="13804"/>
                  </a:lnTo>
                  <a:lnTo>
                    <a:pt x="3398799" y="15328"/>
                  </a:lnTo>
                  <a:lnTo>
                    <a:pt x="3398799" y="3136"/>
                  </a:lnTo>
                  <a:lnTo>
                    <a:pt x="3395751" y="1612"/>
                  </a:lnTo>
                  <a:lnTo>
                    <a:pt x="3394227" y="88"/>
                  </a:lnTo>
                  <a:lnTo>
                    <a:pt x="3385083" y="88"/>
                  </a:lnTo>
                  <a:lnTo>
                    <a:pt x="3382035" y="1612"/>
                  </a:lnTo>
                  <a:lnTo>
                    <a:pt x="3378898" y="1612"/>
                  </a:lnTo>
                  <a:lnTo>
                    <a:pt x="3375850" y="3136"/>
                  </a:lnTo>
                  <a:lnTo>
                    <a:pt x="3374326" y="6184"/>
                  </a:lnTo>
                  <a:lnTo>
                    <a:pt x="3369754" y="10756"/>
                  </a:lnTo>
                  <a:lnTo>
                    <a:pt x="3369754" y="13804"/>
                  </a:lnTo>
                  <a:lnTo>
                    <a:pt x="3368230" y="16852"/>
                  </a:lnTo>
                  <a:lnTo>
                    <a:pt x="3366706" y="21424"/>
                  </a:lnTo>
                  <a:lnTo>
                    <a:pt x="3366706" y="38188"/>
                  </a:lnTo>
                  <a:lnTo>
                    <a:pt x="3368230" y="42760"/>
                  </a:lnTo>
                  <a:lnTo>
                    <a:pt x="3372802" y="51904"/>
                  </a:lnTo>
                  <a:lnTo>
                    <a:pt x="3375850" y="54952"/>
                  </a:lnTo>
                  <a:lnTo>
                    <a:pt x="3378898" y="56476"/>
                  </a:lnTo>
                  <a:lnTo>
                    <a:pt x="3382035" y="58000"/>
                  </a:lnTo>
                  <a:lnTo>
                    <a:pt x="3394227" y="58000"/>
                  </a:lnTo>
                  <a:lnTo>
                    <a:pt x="3395751" y="56476"/>
                  </a:lnTo>
                  <a:lnTo>
                    <a:pt x="3401847" y="53428"/>
                  </a:lnTo>
                  <a:lnTo>
                    <a:pt x="3402609" y="51904"/>
                  </a:lnTo>
                  <a:lnTo>
                    <a:pt x="3406419" y="44284"/>
                  </a:lnTo>
                  <a:lnTo>
                    <a:pt x="3406419" y="41236"/>
                  </a:lnTo>
                  <a:lnTo>
                    <a:pt x="3407943" y="38188"/>
                  </a:lnTo>
                  <a:lnTo>
                    <a:pt x="3407943" y="24472"/>
                  </a:lnTo>
                  <a:lnTo>
                    <a:pt x="3407943" y="19900"/>
                  </a:lnTo>
                  <a:close/>
                </a:path>
                <a:path w="3651250" h="254635">
                  <a:moveTo>
                    <a:pt x="3443084" y="47332"/>
                  </a:moveTo>
                  <a:lnTo>
                    <a:pt x="3441560" y="47332"/>
                  </a:lnTo>
                  <a:lnTo>
                    <a:pt x="3441560" y="45808"/>
                  </a:lnTo>
                  <a:lnTo>
                    <a:pt x="3440036" y="45808"/>
                  </a:lnTo>
                  <a:lnTo>
                    <a:pt x="3440036" y="44284"/>
                  </a:lnTo>
                  <a:lnTo>
                    <a:pt x="3432416" y="44284"/>
                  </a:lnTo>
                  <a:lnTo>
                    <a:pt x="3432416" y="45808"/>
                  </a:lnTo>
                  <a:lnTo>
                    <a:pt x="3430892" y="45808"/>
                  </a:lnTo>
                  <a:lnTo>
                    <a:pt x="3430892" y="47332"/>
                  </a:lnTo>
                  <a:lnTo>
                    <a:pt x="3429368" y="47332"/>
                  </a:lnTo>
                  <a:lnTo>
                    <a:pt x="3429368" y="54952"/>
                  </a:lnTo>
                  <a:lnTo>
                    <a:pt x="3430892" y="56476"/>
                  </a:lnTo>
                  <a:lnTo>
                    <a:pt x="3432416" y="56476"/>
                  </a:lnTo>
                  <a:lnTo>
                    <a:pt x="3432416" y="58000"/>
                  </a:lnTo>
                  <a:lnTo>
                    <a:pt x="3440036" y="58000"/>
                  </a:lnTo>
                  <a:lnTo>
                    <a:pt x="3440036" y="56476"/>
                  </a:lnTo>
                  <a:lnTo>
                    <a:pt x="3441560" y="56476"/>
                  </a:lnTo>
                  <a:lnTo>
                    <a:pt x="3443084" y="54952"/>
                  </a:lnTo>
                  <a:lnTo>
                    <a:pt x="3443084" y="47332"/>
                  </a:lnTo>
                  <a:close/>
                </a:path>
                <a:path w="3651250" h="254635">
                  <a:moveTo>
                    <a:pt x="3504146" y="50393"/>
                  </a:moveTo>
                  <a:lnTo>
                    <a:pt x="3491954" y="50393"/>
                  </a:lnTo>
                  <a:lnTo>
                    <a:pt x="3491954" y="0"/>
                  </a:lnTo>
                  <a:lnTo>
                    <a:pt x="3484334" y="0"/>
                  </a:lnTo>
                  <a:lnTo>
                    <a:pt x="3465944" y="10668"/>
                  </a:lnTo>
                  <a:lnTo>
                    <a:pt x="3468992" y="16764"/>
                  </a:lnTo>
                  <a:lnTo>
                    <a:pt x="3482810" y="9144"/>
                  </a:lnTo>
                  <a:lnTo>
                    <a:pt x="3482810" y="50393"/>
                  </a:lnTo>
                  <a:lnTo>
                    <a:pt x="3468992" y="50393"/>
                  </a:lnTo>
                  <a:lnTo>
                    <a:pt x="3468992" y="58013"/>
                  </a:lnTo>
                  <a:lnTo>
                    <a:pt x="3504146" y="58013"/>
                  </a:lnTo>
                  <a:lnTo>
                    <a:pt x="3504146" y="50393"/>
                  </a:lnTo>
                  <a:close/>
                </a:path>
                <a:path w="3651250" h="254635">
                  <a:moveTo>
                    <a:pt x="3554526" y="35153"/>
                  </a:moveTo>
                  <a:lnTo>
                    <a:pt x="3553002" y="33629"/>
                  </a:lnTo>
                  <a:lnTo>
                    <a:pt x="3553002" y="30581"/>
                  </a:lnTo>
                  <a:lnTo>
                    <a:pt x="3551478" y="29057"/>
                  </a:lnTo>
                  <a:lnTo>
                    <a:pt x="3548430" y="26009"/>
                  </a:lnTo>
                  <a:lnTo>
                    <a:pt x="3546906" y="24485"/>
                  </a:lnTo>
                  <a:lnTo>
                    <a:pt x="3546906" y="36677"/>
                  </a:lnTo>
                  <a:lnTo>
                    <a:pt x="3546906" y="42773"/>
                  </a:lnTo>
                  <a:lnTo>
                    <a:pt x="3545382" y="44297"/>
                  </a:lnTo>
                  <a:lnTo>
                    <a:pt x="3545382" y="47345"/>
                  </a:lnTo>
                  <a:lnTo>
                    <a:pt x="3542334" y="50393"/>
                  </a:lnTo>
                  <a:lnTo>
                    <a:pt x="3540810" y="50393"/>
                  </a:lnTo>
                  <a:lnTo>
                    <a:pt x="3539286" y="51917"/>
                  </a:lnTo>
                  <a:lnTo>
                    <a:pt x="3530054" y="51917"/>
                  </a:lnTo>
                  <a:lnTo>
                    <a:pt x="3528530" y="50393"/>
                  </a:lnTo>
                  <a:lnTo>
                    <a:pt x="3527006" y="50393"/>
                  </a:lnTo>
                  <a:lnTo>
                    <a:pt x="3525482" y="48869"/>
                  </a:lnTo>
                  <a:lnTo>
                    <a:pt x="3525482" y="47345"/>
                  </a:lnTo>
                  <a:lnTo>
                    <a:pt x="3523958" y="44297"/>
                  </a:lnTo>
                  <a:lnTo>
                    <a:pt x="3523958" y="42773"/>
                  </a:lnTo>
                  <a:lnTo>
                    <a:pt x="3522434" y="39725"/>
                  </a:lnTo>
                  <a:lnTo>
                    <a:pt x="3522434" y="32105"/>
                  </a:lnTo>
                  <a:lnTo>
                    <a:pt x="3523958" y="32105"/>
                  </a:lnTo>
                  <a:lnTo>
                    <a:pt x="3525482" y="30581"/>
                  </a:lnTo>
                  <a:lnTo>
                    <a:pt x="3528530" y="30581"/>
                  </a:lnTo>
                  <a:lnTo>
                    <a:pt x="3530054" y="29057"/>
                  </a:lnTo>
                  <a:lnTo>
                    <a:pt x="3540810" y="29057"/>
                  </a:lnTo>
                  <a:lnTo>
                    <a:pt x="3545382" y="33629"/>
                  </a:lnTo>
                  <a:lnTo>
                    <a:pt x="3545382" y="35153"/>
                  </a:lnTo>
                  <a:lnTo>
                    <a:pt x="3546906" y="36677"/>
                  </a:lnTo>
                  <a:lnTo>
                    <a:pt x="3546906" y="24485"/>
                  </a:lnTo>
                  <a:lnTo>
                    <a:pt x="3543858" y="24485"/>
                  </a:lnTo>
                  <a:lnTo>
                    <a:pt x="3542334" y="22961"/>
                  </a:lnTo>
                  <a:lnTo>
                    <a:pt x="3531578" y="22961"/>
                  </a:lnTo>
                  <a:lnTo>
                    <a:pt x="3528530" y="24485"/>
                  </a:lnTo>
                  <a:lnTo>
                    <a:pt x="3527006" y="24485"/>
                  </a:lnTo>
                  <a:lnTo>
                    <a:pt x="3523958" y="26009"/>
                  </a:lnTo>
                  <a:lnTo>
                    <a:pt x="3522434" y="26009"/>
                  </a:lnTo>
                  <a:lnTo>
                    <a:pt x="3522434" y="24485"/>
                  </a:lnTo>
                  <a:lnTo>
                    <a:pt x="3523958" y="21437"/>
                  </a:lnTo>
                  <a:lnTo>
                    <a:pt x="3523958" y="19913"/>
                  </a:lnTo>
                  <a:lnTo>
                    <a:pt x="3525482" y="16865"/>
                  </a:lnTo>
                  <a:lnTo>
                    <a:pt x="3525482" y="15341"/>
                  </a:lnTo>
                  <a:lnTo>
                    <a:pt x="3530054" y="10769"/>
                  </a:lnTo>
                  <a:lnTo>
                    <a:pt x="3533102" y="9245"/>
                  </a:lnTo>
                  <a:lnTo>
                    <a:pt x="3534626" y="9245"/>
                  </a:lnTo>
                  <a:lnTo>
                    <a:pt x="3537674" y="7721"/>
                  </a:lnTo>
                  <a:lnTo>
                    <a:pt x="3549954" y="7721"/>
                  </a:lnTo>
                  <a:lnTo>
                    <a:pt x="3549954" y="1625"/>
                  </a:lnTo>
                  <a:lnTo>
                    <a:pt x="3534626" y="1625"/>
                  </a:lnTo>
                  <a:lnTo>
                    <a:pt x="3528530" y="4673"/>
                  </a:lnTo>
                  <a:lnTo>
                    <a:pt x="3527006" y="6197"/>
                  </a:lnTo>
                  <a:lnTo>
                    <a:pt x="3523958" y="7721"/>
                  </a:lnTo>
                  <a:lnTo>
                    <a:pt x="3519386" y="12293"/>
                  </a:lnTo>
                  <a:lnTo>
                    <a:pt x="3517862" y="15341"/>
                  </a:lnTo>
                  <a:lnTo>
                    <a:pt x="3517862" y="16865"/>
                  </a:lnTo>
                  <a:lnTo>
                    <a:pt x="3516338" y="19913"/>
                  </a:lnTo>
                  <a:lnTo>
                    <a:pt x="3516338" y="24485"/>
                  </a:lnTo>
                  <a:lnTo>
                    <a:pt x="3514814" y="27533"/>
                  </a:lnTo>
                  <a:lnTo>
                    <a:pt x="3514814" y="41249"/>
                  </a:lnTo>
                  <a:lnTo>
                    <a:pt x="3517862" y="47345"/>
                  </a:lnTo>
                  <a:lnTo>
                    <a:pt x="3517862" y="50393"/>
                  </a:lnTo>
                  <a:lnTo>
                    <a:pt x="3519386" y="51917"/>
                  </a:lnTo>
                  <a:lnTo>
                    <a:pt x="3520910" y="54965"/>
                  </a:lnTo>
                  <a:lnTo>
                    <a:pt x="3523958" y="56489"/>
                  </a:lnTo>
                  <a:lnTo>
                    <a:pt x="3525482" y="56489"/>
                  </a:lnTo>
                  <a:lnTo>
                    <a:pt x="3528530" y="58013"/>
                  </a:lnTo>
                  <a:lnTo>
                    <a:pt x="3540810" y="58013"/>
                  </a:lnTo>
                  <a:lnTo>
                    <a:pt x="3542334" y="56489"/>
                  </a:lnTo>
                  <a:lnTo>
                    <a:pt x="3545382" y="56489"/>
                  </a:lnTo>
                  <a:lnTo>
                    <a:pt x="3549954" y="51917"/>
                  </a:lnTo>
                  <a:lnTo>
                    <a:pt x="3551478" y="48869"/>
                  </a:lnTo>
                  <a:lnTo>
                    <a:pt x="3553002" y="47345"/>
                  </a:lnTo>
                  <a:lnTo>
                    <a:pt x="3554526" y="44297"/>
                  </a:lnTo>
                  <a:lnTo>
                    <a:pt x="3554526" y="35153"/>
                  </a:lnTo>
                  <a:close/>
                </a:path>
                <a:path w="3651250" h="254635">
                  <a:moveTo>
                    <a:pt x="3603396" y="35153"/>
                  </a:moveTo>
                  <a:lnTo>
                    <a:pt x="3601872" y="33629"/>
                  </a:lnTo>
                  <a:lnTo>
                    <a:pt x="3601872" y="30581"/>
                  </a:lnTo>
                  <a:lnTo>
                    <a:pt x="3600348" y="29057"/>
                  </a:lnTo>
                  <a:lnTo>
                    <a:pt x="3597300" y="26009"/>
                  </a:lnTo>
                  <a:lnTo>
                    <a:pt x="3595776" y="24485"/>
                  </a:lnTo>
                  <a:lnTo>
                    <a:pt x="3595776" y="36677"/>
                  </a:lnTo>
                  <a:lnTo>
                    <a:pt x="3595776" y="42773"/>
                  </a:lnTo>
                  <a:lnTo>
                    <a:pt x="3594252" y="44297"/>
                  </a:lnTo>
                  <a:lnTo>
                    <a:pt x="3594252" y="47345"/>
                  </a:lnTo>
                  <a:lnTo>
                    <a:pt x="3592728" y="48869"/>
                  </a:lnTo>
                  <a:lnTo>
                    <a:pt x="3591102" y="50393"/>
                  </a:lnTo>
                  <a:lnTo>
                    <a:pt x="3589578" y="50393"/>
                  </a:lnTo>
                  <a:lnTo>
                    <a:pt x="3588054" y="51917"/>
                  </a:lnTo>
                  <a:lnTo>
                    <a:pt x="3578910" y="51917"/>
                  </a:lnTo>
                  <a:lnTo>
                    <a:pt x="3577386" y="50393"/>
                  </a:lnTo>
                  <a:lnTo>
                    <a:pt x="3575862" y="50393"/>
                  </a:lnTo>
                  <a:lnTo>
                    <a:pt x="3574338" y="48869"/>
                  </a:lnTo>
                  <a:lnTo>
                    <a:pt x="3574338" y="47345"/>
                  </a:lnTo>
                  <a:lnTo>
                    <a:pt x="3572814" y="44297"/>
                  </a:lnTo>
                  <a:lnTo>
                    <a:pt x="3572814" y="42773"/>
                  </a:lnTo>
                  <a:lnTo>
                    <a:pt x="3571290" y="39725"/>
                  </a:lnTo>
                  <a:lnTo>
                    <a:pt x="3571290" y="32105"/>
                  </a:lnTo>
                  <a:lnTo>
                    <a:pt x="3572814" y="32105"/>
                  </a:lnTo>
                  <a:lnTo>
                    <a:pt x="3574338" y="30581"/>
                  </a:lnTo>
                  <a:lnTo>
                    <a:pt x="3577386" y="30581"/>
                  </a:lnTo>
                  <a:lnTo>
                    <a:pt x="3578910" y="29057"/>
                  </a:lnTo>
                  <a:lnTo>
                    <a:pt x="3589578" y="29057"/>
                  </a:lnTo>
                  <a:lnTo>
                    <a:pt x="3591102" y="30581"/>
                  </a:lnTo>
                  <a:lnTo>
                    <a:pt x="3592728" y="32105"/>
                  </a:lnTo>
                  <a:lnTo>
                    <a:pt x="3594252" y="33629"/>
                  </a:lnTo>
                  <a:lnTo>
                    <a:pt x="3594252" y="35153"/>
                  </a:lnTo>
                  <a:lnTo>
                    <a:pt x="3595776" y="36677"/>
                  </a:lnTo>
                  <a:lnTo>
                    <a:pt x="3595776" y="24485"/>
                  </a:lnTo>
                  <a:lnTo>
                    <a:pt x="3592728" y="24485"/>
                  </a:lnTo>
                  <a:lnTo>
                    <a:pt x="3591102" y="22961"/>
                  </a:lnTo>
                  <a:lnTo>
                    <a:pt x="3580434" y="22961"/>
                  </a:lnTo>
                  <a:lnTo>
                    <a:pt x="3577386" y="24485"/>
                  </a:lnTo>
                  <a:lnTo>
                    <a:pt x="3575862" y="24485"/>
                  </a:lnTo>
                  <a:lnTo>
                    <a:pt x="3574338" y="26009"/>
                  </a:lnTo>
                  <a:lnTo>
                    <a:pt x="3571290" y="26009"/>
                  </a:lnTo>
                  <a:lnTo>
                    <a:pt x="3571290" y="24485"/>
                  </a:lnTo>
                  <a:lnTo>
                    <a:pt x="3572814" y="21437"/>
                  </a:lnTo>
                  <a:lnTo>
                    <a:pt x="3572814" y="19913"/>
                  </a:lnTo>
                  <a:lnTo>
                    <a:pt x="3574338" y="16865"/>
                  </a:lnTo>
                  <a:lnTo>
                    <a:pt x="3574338" y="15341"/>
                  </a:lnTo>
                  <a:lnTo>
                    <a:pt x="3578910" y="10769"/>
                  </a:lnTo>
                  <a:lnTo>
                    <a:pt x="3581958" y="9245"/>
                  </a:lnTo>
                  <a:lnTo>
                    <a:pt x="3583482" y="9245"/>
                  </a:lnTo>
                  <a:lnTo>
                    <a:pt x="3586530" y="7721"/>
                  </a:lnTo>
                  <a:lnTo>
                    <a:pt x="3598824" y="7721"/>
                  </a:lnTo>
                  <a:lnTo>
                    <a:pt x="3598824" y="1625"/>
                  </a:lnTo>
                  <a:lnTo>
                    <a:pt x="3583482" y="1625"/>
                  </a:lnTo>
                  <a:lnTo>
                    <a:pt x="3577386" y="4673"/>
                  </a:lnTo>
                  <a:lnTo>
                    <a:pt x="3575862" y="6197"/>
                  </a:lnTo>
                  <a:lnTo>
                    <a:pt x="3572814" y="7721"/>
                  </a:lnTo>
                  <a:lnTo>
                    <a:pt x="3568242" y="12293"/>
                  </a:lnTo>
                  <a:lnTo>
                    <a:pt x="3566718" y="15341"/>
                  </a:lnTo>
                  <a:lnTo>
                    <a:pt x="3566718" y="16865"/>
                  </a:lnTo>
                  <a:lnTo>
                    <a:pt x="3565194" y="19913"/>
                  </a:lnTo>
                  <a:lnTo>
                    <a:pt x="3565194" y="24485"/>
                  </a:lnTo>
                  <a:lnTo>
                    <a:pt x="3563670" y="27533"/>
                  </a:lnTo>
                  <a:lnTo>
                    <a:pt x="3563670" y="41249"/>
                  </a:lnTo>
                  <a:lnTo>
                    <a:pt x="3566718" y="47345"/>
                  </a:lnTo>
                  <a:lnTo>
                    <a:pt x="3566718" y="50393"/>
                  </a:lnTo>
                  <a:lnTo>
                    <a:pt x="3572814" y="56489"/>
                  </a:lnTo>
                  <a:lnTo>
                    <a:pt x="3574338" y="56489"/>
                  </a:lnTo>
                  <a:lnTo>
                    <a:pt x="3577386" y="58013"/>
                  </a:lnTo>
                  <a:lnTo>
                    <a:pt x="3589578" y="58013"/>
                  </a:lnTo>
                  <a:lnTo>
                    <a:pt x="3591102" y="56489"/>
                  </a:lnTo>
                  <a:lnTo>
                    <a:pt x="3594252" y="56489"/>
                  </a:lnTo>
                  <a:lnTo>
                    <a:pt x="3598824" y="51917"/>
                  </a:lnTo>
                  <a:lnTo>
                    <a:pt x="3600348" y="48869"/>
                  </a:lnTo>
                  <a:lnTo>
                    <a:pt x="3601872" y="47345"/>
                  </a:lnTo>
                  <a:lnTo>
                    <a:pt x="3603396" y="44297"/>
                  </a:lnTo>
                  <a:lnTo>
                    <a:pt x="3603396" y="35153"/>
                  </a:lnTo>
                  <a:close/>
                </a:path>
                <a:path w="3651250" h="254635">
                  <a:moveTo>
                    <a:pt x="3650742" y="50393"/>
                  </a:moveTo>
                  <a:lnTo>
                    <a:pt x="3623208" y="50393"/>
                  </a:lnTo>
                  <a:lnTo>
                    <a:pt x="3633876" y="41249"/>
                  </a:lnTo>
                  <a:lnTo>
                    <a:pt x="3638448" y="36677"/>
                  </a:lnTo>
                  <a:lnTo>
                    <a:pt x="3639972" y="33629"/>
                  </a:lnTo>
                  <a:lnTo>
                    <a:pt x="3644544" y="29057"/>
                  </a:lnTo>
                  <a:lnTo>
                    <a:pt x="3646170" y="26009"/>
                  </a:lnTo>
                  <a:lnTo>
                    <a:pt x="3646170" y="24485"/>
                  </a:lnTo>
                  <a:lnTo>
                    <a:pt x="3647694" y="22961"/>
                  </a:lnTo>
                  <a:lnTo>
                    <a:pt x="3647694" y="9245"/>
                  </a:lnTo>
                  <a:lnTo>
                    <a:pt x="3646170" y="7721"/>
                  </a:lnTo>
                  <a:lnTo>
                    <a:pt x="3644544" y="6197"/>
                  </a:lnTo>
                  <a:lnTo>
                    <a:pt x="3639972" y="1625"/>
                  </a:lnTo>
                  <a:lnTo>
                    <a:pt x="3638448" y="1625"/>
                  </a:lnTo>
                  <a:lnTo>
                    <a:pt x="3635400" y="101"/>
                  </a:lnTo>
                  <a:lnTo>
                    <a:pt x="3627780" y="101"/>
                  </a:lnTo>
                  <a:lnTo>
                    <a:pt x="3624732" y="1625"/>
                  </a:lnTo>
                  <a:lnTo>
                    <a:pt x="3621684" y="1625"/>
                  </a:lnTo>
                  <a:lnTo>
                    <a:pt x="3618636" y="3149"/>
                  </a:lnTo>
                  <a:lnTo>
                    <a:pt x="3614064" y="7721"/>
                  </a:lnTo>
                  <a:lnTo>
                    <a:pt x="3618636" y="12293"/>
                  </a:lnTo>
                  <a:lnTo>
                    <a:pt x="3621684" y="9245"/>
                  </a:lnTo>
                  <a:lnTo>
                    <a:pt x="3623208" y="9245"/>
                  </a:lnTo>
                  <a:lnTo>
                    <a:pt x="3626256" y="7721"/>
                  </a:lnTo>
                  <a:lnTo>
                    <a:pt x="3627780" y="6197"/>
                  </a:lnTo>
                  <a:lnTo>
                    <a:pt x="3632352" y="6197"/>
                  </a:lnTo>
                  <a:lnTo>
                    <a:pt x="3633876" y="7721"/>
                  </a:lnTo>
                  <a:lnTo>
                    <a:pt x="3635400" y="7721"/>
                  </a:lnTo>
                  <a:lnTo>
                    <a:pt x="3638448" y="10769"/>
                  </a:lnTo>
                  <a:lnTo>
                    <a:pt x="3638448" y="12293"/>
                  </a:lnTo>
                  <a:lnTo>
                    <a:pt x="3639972" y="13817"/>
                  </a:lnTo>
                  <a:lnTo>
                    <a:pt x="3639972" y="22961"/>
                  </a:lnTo>
                  <a:lnTo>
                    <a:pt x="3638448" y="24485"/>
                  </a:lnTo>
                  <a:lnTo>
                    <a:pt x="3638448" y="26009"/>
                  </a:lnTo>
                  <a:lnTo>
                    <a:pt x="3630828" y="33629"/>
                  </a:lnTo>
                  <a:lnTo>
                    <a:pt x="3629304" y="36677"/>
                  </a:lnTo>
                  <a:lnTo>
                    <a:pt x="3614064" y="50393"/>
                  </a:lnTo>
                  <a:lnTo>
                    <a:pt x="3614064" y="58013"/>
                  </a:lnTo>
                  <a:lnTo>
                    <a:pt x="3650742" y="58013"/>
                  </a:lnTo>
                  <a:lnTo>
                    <a:pt x="3650742" y="50393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17901" y="2110073"/>
              <a:ext cx="416908" cy="6257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04997" y="2093315"/>
              <a:ext cx="1017269" cy="62865"/>
            </a:xfrm>
            <a:custGeom>
              <a:avLst/>
              <a:gdLst/>
              <a:ahLst/>
              <a:cxnLst/>
              <a:rect l="l" t="t" r="r" b="b"/>
              <a:pathLst>
                <a:path w="1017270" h="62864">
                  <a:moveTo>
                    <a:pt x="41249" y="28956"/>
                  </a:moveTo>
                  <a:lnTo>
                    <a:pt x="40741" y="27432"/>
                  </a:lnTo>
                  <a:lnTo>
                    <a:pt x="39725" y="24384"/>
                  </a:lnTo>
                  <a:lnTo>
                    <a:pt x="39725" y="19812"/>
                  </a:lnTo>
                  <a:lnTo>
                    <a:pt x="35153" y="10668"/>
                  </a:lnTo>
                  <a:lnTo>
                    <a:pt x="33629" y="9144"/>
                  </a:lnTo>
                  <a:lnTo>
                    <a:pt x="33629" y="28956"/>
                  </a:lnTo>
                  <a:lnTo>
                    <a:pt x="33629" y="41148"/>
                  </a:lnTo>
                  <a:lnTo>
                    <a:pt x="32004" y="42672"/>
                  </a:lnTo>
                  <a:lnTo>
                    <a:pt x="32004" y="45720"/>
                  </a:lnTo>
                  <a:lnTo>
                    <a:pt x="30480" y="48768"/>
                  </a:lnTo>
                  <a:lnTo>
                    <a:pt x="28956" y="50292"/>
                  </a:lnTo>
                  <a:lnTo>
                    <a:pt x="28956" y="51816"/>
                  </a:lnTo>
                  <a:lnTo>
                    <a:pt x="25908" y="54864"/>
                  </a:lnTo>
                  <a:lnTo>
                    <a:pt x="24384" y="54864"/>
                  </a:lnTo>
                  <a:lnTo>
                    <a:pt x="21336" y="56388"/>
                  </a:lnTo>
                  <a:lnTo>
                    <a:pt x="16764" y="56388"/>
                  </a:lnTo>
                  <a:lnTo>
                    <a:pt x="16764" y="54864"/>
                  </a:lnTo>
                  <a:lnTo>
                    <a:pt x="15240" y="54864"/>
                  </a:lnTo>
                  <a:lnTo>
                    <a:pt x="13716" y="53340"/>
                  </a:lnTo>
                  <a:lnTo>
                    <a:pt x="12192" y="53340"/>
                  </a:lnTo>
                  <a:lnTo>
                    <a:pt x="12192" y="51816"/>
                  </a:lnTo>
                  <a:lnTo>
                    <a:pt x="10668" y="51816"/>
                  </a:lnTo>
                  <a:lnTo>
                    <a:pt x="10668" y="50292"/>
                  </a:lnTo>
                  <a:lnTo>
                    <a:pt x="9144" y="48768"/>
                  </a:lnTo>
                  <a:lnTo>
                    <a:pt x="9144" y="45720"/>
                  </a:lnTo>
                  <a:lnTo>
                    <a:pt x="18669" y="38100"/>
                  </a:lnTo>
                  <a:lnTo>
                    <a:pt x="32004" y="27432"/>
                  </a:lnTo>
                  <a:lnTo>
                    <a:pt x="33629" y="28956"/>
                  </a:lnTo>
                  <a:lnTo>
                    <a:pt x="33629" y="9144"/>
                  </a:lnTo>
                  <a:lnTo>
                    <a:pt x="32004" y="7620"/>
                  </a:lnTo>
                  <a:lnTo>
                    <a:pt x="32004" y="21336"/>
                  </a:lnTo>
                  <a:lnTo>
                    <a:pt x="7620" y="38100"/>
                  </a:lnTo>
                  <a:lnTo>
                    <a:pt x="7620" y="22860"/>
                  </a:lnTo>
                  <a:lnTo>
                    <a:pt x="9144" y="21336"/>
                  </a:lnTo>
                  <a:lnTo>
                    <a:pt x="9144" y="18288"/>
                  </a:lnTo>
                  <a:lnTo>
                    <a:pt x="10668" y="16764"/>
                  </a:lnTo>
                  <a:lnTo>
                    <a:pt x="12192" y="13716"/>
                  </a:lnTo>
                  <a:lnTo>
                    <a:pt x="13716" y="13716"/>
                  </a:lnTo>
                  <a:lnTo>
                    <a:pt x="16764" y="10668"/>
                  </a:lnTo>
                  <a:lnTo>
                    <a:pt x="24384" y="10668"/>
                  </a:lnTo>
                  <a:lnTo>
                    <a:pt x="27432" y="13716"/>
                  </a:lnTo>
                  <a:lnTo>
                    <a:pt x="28956" y="13716"/>
                  </a:lnTo>
                  <a:lnTo>
                    <a:pt x="28956" y="16764"/>
                  </a:lnTo>
                  <a:lnTo>
                    <a:pt x="30480" y="18288"/>
                  </a:lnTo>
                  <a:lnTo>
                    <a:pt x="30480" y="19812"/>
                  </a:lnTo>
                  <a:lnTo>
                    <a:pt x="32004" y="21336"/>
                  </a:lnTo>
                  <a:lnTo>
                    <a:pt x="32004" y="7620"/>
                  </a:lnTo>
                  <a:lnTo>
                    <a:pt x="25908" y="4572"/>
                  </a:lnTo>
                  <a:lnTo>
                    <a:pt x="13716" y="4572"/>
                  </a:lnTo>
                  <a:lnTo>
                    <a:pt x="10668" y="6096"/>
                  </a:lnTo>
                  <a:lnTo>
                    <a:pt x="9144" y="7620"/>
                  </a:lnTo>
                  <a:lnTo>
                    <a:pt x="6096" y="9144"/>
                  </a:lnTo>
                  <a:lnTo>
                    <a:pt x="1524" y="18288"/>
                  </a:lnTo>
                  <a:lnTo>
                    <a:pt x="1524" y="21336"/>
                  </a:lnTo>
                  <a:lnTo>
                    <a:pt x="0" y="24384"/>
                  </a:lnTo>
                  <a:lnTo>
                    <a:pt x="0" y="42672"/>
                  </a:lnTo>
                  <a:lnTo>
                    <a:pt x="1524" y="45720"/>
                  </a:lnTo>
                  <a:lnTo>
                    <a:pt x="1524" y="50292"/>
                  </a:lnTo>
                  <a:lnTo>
                    <a:pt x="3048" y="53340"/>
                  </a:lnTo>
                  <a:lnTo>
                    <a:pt x="4572" y="54864"/>
                  </a:lnTo>
                  <a:lnTo>
                    <a:pt x="6096" y="57912"/>
                  </a:lnTo>
                  <a:lnTo>
                    <a:pt x="9144" y="59524"/>
                  </a:lnTo>
                  <a:lnTo>
                    <a:pt x="10668" y="61048"/>
                  </a:lnTo>
                  <a:lnTo>
                    <a:pt x="13716" y="62572"/>
                  </a:lnTo>
                  <a:lnTo>
                    <a:pt x="25908" y="62572"/>
                  </a:lnTo>
                  <a:lnTo>
                    <a:pt x="32004" y="59524"/>
                  </a:lnTo>
                  <a:lnTo>
                    <a:pt x="33629" y="56388"/>
                  </a:lnTo>
                  <a:lnTo>
                    <a:pt x="35153" y="54864"/>
                  </a:lnTo>
                  <a:lnTo>
                    <a:pt x="39725" y="45720"/>
                  </a:lnTo>
                  <a:lnTo>
                    <a:pt x="39725" y="41148"/>
                  </a:lnTo>
                  <a:lnTo>
                    <a:pt x="41249" y="38100"/>
                  </a:lnTo>
                  <a:lnTo>
                    <a:pt x="41249" y="28956"/>
                  </a:lnTo>
                  <a:close/>
                </a:path>
                <a:path w="1017270" h="62864">
                  <a:moveTo>
                    <a:pt x="76403" y="53340"/>
                  </a:moveTo>
                  <a:lnTo>
                    <a:pt x="74879" y="51816"/>
                  </a:lnTo>
                  <a:lnTo>
                    <a:pt x="74879" y="50292"/>
                  </a:lnTo>
                  <a:lnTo>
                    <a:pt x="73355" y="50292"/>
                  </a:lnTo>
                  <a:lnTo>
                    <a:pt x="73355" y="48768"/>
                  </a:lnTo>
                  <a:lnTo>
                    <a:pt x="64109" y="48768"/>
                  </a:lnTo>
                  <a:lnTo>
                    <a:pt x="64109" y="50292"/>
                  </a:lnTo>
                  <a:lnTo>
                    <a:pt x="62585" y="50292"/>
                  </a:lnTo>
                  <a:lnTo>
                    <a:pt x="62585" y="51816"/>
                  </a:lnTo>
                  <a:lnTo>
                    <a:pt x="61061" y="53340"/>
                  </a:lnTo>
                  <a:lnTo>
                    <a:pt x="61061" y="57912"/>
                  </a:lnTo>
                  <a:lnTo>
                    <a:pt x="62585" y="57912"/>
                  </a:lnTo>
                  <a:lnTo>
                    <a:pt x="62585" y="59436"/>
                  </a:lnTo>
                  <a:lnTo>
                    <a:pt x="64109" y="60960"/>
                  </a:lnTo>
                  <a:lnTo>
                    <a:pt x="65633" y="60960"/>
                  </a:lnTo>
                  <a:lnTo>
                    <a:pt x="65633" y="62484"/>
                  </a:lnTo>
                  <a:lnTo>
                    <a:pt x="71729" y="62484"/>
                  </a:lnTo>
                  <a:lnTo>
                    <a:pt x="71729" y="60960"/>
                  </a:lnTo>
                  <a:lnTo>
                    <a:pt x="73355" y="60960"/>
                  </a:lnTo>
                  <a:lnTo>
                    <a:pt x="74879" y="59436"/>
                  </a:lnTo>
                  <a:lnTo>
                    <a:pt x="74879" y="57912"/>
                  </a:lnTo>
                  <a:lnTo>
                    <a:pt x="76403" y="57912"/>
                  </a:lnTo>
                  <a:lnTo>
                    <a:pt x="76403" y="53340"/>
                  </a:lnTo>
                  <a:close/>
                </a:path>
                <a:path w="1017270" h="62864">
                  <a:moveTo>
                    <a:pt x="137350" y="25908"/>
                  </a:moveTo>
                  <a:lnTo>
                    <a:pt x="135826" y="21336"/>
                  </a:lnTo>
                  <a:lnTo>
                    <a:pt x="135826" y="18288"/>
                  </a:lnTo>
                  <a:lnTo>
                    <a:pt x="132778" y="12192"/>
                  </a:lnTo>
                  <a:lnTo>
                    <a:pt x="131254" y="10668"/>
                  </a:lnTo>
                  <a:lnTo>
                    <a:pt x="129730" y="7620"/>
                  </a:lnTo>
                  <a:lnTo>
                    <a:pt x="129730" y="25908"/>
                  </a:lnTo>
                  <a:lnTo>
                    <a:pt x="129730" y="30480"/>
                  </a:lnTo>
                  <a:lnTo>
                    <a:pt x="128206" y="30480"/>
                  </a:lnTo>
                  <a:lnTo>
                    <a:pt x="126682" y="32004"/>
                  </a:lnTo>
                  <a:lnTo>
                    <a:pt x="123634" y="32004"/>
                  </a:lnTo>
                  <a:lnTo>
                    <a:pt x="122110" y="33528"/>
                  </a:lnTo>
                  <a:lnTo>
                    <a:pt x="111442" y="33528"/>
                  </a:lnTo>
                  <a:lnTo>
                    <a:pt x="108394" y="30480"/>
                  </a:lnTo>
                  <a:lnTo>
                    <a:pt x="106870" y="30480"/>
                  </a:lnTo>
                  <a:lnTo>
                    <a:pt x="106870" y="27432"/>
                  </a:lnTo>
                  <a:lnTo>
                    <a:pt x="105346" y="25908"/>
                  </a:lnTo>
                  <a:lnTo>
                    <a:pt x="105346" y="18288"/>
                  </a:lnTo>
                  <a:lnTo>
                    <a:pt x="106870" y="16764"/>
                  </a:lnTo>
                  <a:lnTo>
                    <a:pt x="106870" y="15240"/>
                  </a:lnTo>
                  <a:lnTo>
                    <a:pt x="108394" y="15240"/>
                  </a:lnTo>
                  <a:lnTo>
                    <a:pt x="108394" y="13716"/>
                  </a:lnTo>
                  <a:lnTo>
                    <a:pt x="109918" y="12192"/>
                  </a:lnTo>
                  <a:lnTo>
                    <a:pt x="111442" y="12192"/>
                  </a:lnTo>
                  <a:lnTo>
                    <a:pt x="112966" y="10668"/>
                  </a:lnTo>
                  <a:lnTo>
                    <a:pt x="122110" y="10668"/>
                  </a:lnTo>
                  <a:lnTo>
                    <a:pt x="125158" y="13716"/>
                  </a:lnTo>
                  <a:lnTo>
                    <a:pt x="125158" y="15240"/>
                  </a:lnTo>
                  <a:lnTo>
                    <a:pt x="128206" y="18288"/>
                  </a:lnTo>
                  <a:lnTo>
                    <a:pt x="128206" y="22860"/>
                  </a:lnTo>
                  <a:lnTo>
                    <a:pt x="129730" y="25908"/>
                  </a:lnTo>
                  <a:lnTo>
                    <a:pt x="129730" y="7620"/>
                  </a:lnTo>
                  <a:lnTo>
                    <a:pt x="128206" y="6096"/>
                  </a:lnTo>
                  <a:lnTo>
                    <a:pt x="125158" y="6096"/>
                  </a:lnTo>
                  <a:lnTo>
                    <a:pt x="122110" y="4572"/>
                  </a:lnTo>
                  <a:lnTo>
                    <a:pt x="111442" y="4572"/>
                  </a:lnTo>
                  <a:lnTo>
                    <a:pt x="109918" y="6096"/>
                  </a:lnTo>
                  <a:lnTo>
                    <a:pt x="106870" y="6096"/>
                  </a:lnTo>
                  <a:lnTo>
                    <a:pt x="103822" y="9144"/>
                  </a:lnTo>
                  <a:lnTo>
                    <a:pt x="100774" y="10668"/>
                  </a:lnTo>
                  <a:lnTo>
                    <a:pt x="100774" y="13716"/>
                  </a:lnTo>
                  <a:lnTo>
                    <a:pt x="99250" y="15240"/>
                  </a:lnTo>
                  <a:lnTo>
                    <a:pt x="97726" y="18288"/>
                  </a:lnTo>
                  <a:lnTo>
                    <a:pt x="97726" y="27432"/>
                  </a:lnTo>
                  <a:lnTo>
                    <a:pt x="99250" y="30480"/>
                  </a:lnTo>
                  <a:lnTo>
                    <a:pt x="99250" y="32004"/>
                  </a:lnTo>
                  <a:lnTo>
                    <a:pt x="105346" y="38100"/>
                  </a:lnTo>
                  <a:lnTo>
                    <a:pt x="106870" y="38100"/>
                  </a:lnTo>
                  <a:lnTo>
                    <a:pt x="109918" y="39624"/>
                  </a:lnTo>
                  <a:lnTo>
                    <a:pt x="122110" y="39624"/>
                  </a:lnTo>
                  <a:lnTo>
                    <a:pt x="125158" y="38100"/>
                  </a:lnTo>
                  <a:lnTo>
                    <a:pt x="126682" y="38100"/>
                  </a:lnTo>
                  <a:lnTo>
                    <a:pt x="129730" y="36576"/>
                  </a:lnTo>
                  <a:lnTo>
                    <a:pt x="128206" y="38100"/>
                  </a:lnTo>
                  <a:lnTo>
                    <a:pt x="128206" y="42672"/>
                  </a:lnTo>
                  <a:lnTo>
                    <a:pt x="126682" y="45720"/>
                  </a:lnTo>
                  <a:lnTo>
                    <a:pt x="126682" y="47244"/>
                  </a:lnTo>
                  <a:lnTo>
                    <a:pt x="123634" y="50292"/>
                  </a:lnTo>
                  <a:lnTo>
                    <a:pt x="120586" y="51816"/>
                  </a:lnTo>
                  <a:lnTo>
                    <a:pt x="119062" y="53340"/>
                  </a:lnTo>
                  <a:lnTo>
                    <a:pt x="116014" y="53340"/>
                  </a:lnTo>
                  <a:lnTo>
                    <a:pt x="112966" y="54864"/>
                  </a:lnTo>
                  <a:lnTo>
                    <a:pt x="100774" y="54864"/>
                  </a:lnTo>
                  <a:lnTo>
                    <a:pt x="100774" y="62585"/>
                  </a:lnTo>
                  <a:lnTo>
                    <a:pt x="111442" y="62585"/>
                  </a:lnTo>
                  <a:lnTo>
                    <a:pt x="116014" y="61061"/>
                  </a:lnTo>
                  <a:lnTo>
                    <a:pt x="119062" y="59537"/>
                  </a:lnTo>
                  <a:lnTo>
                    <a:pt x="123634" y="59537"/>
                  </a:lnTo>
                  <a:lnTo>
                    <a:pt x="126682" y="56388"/>
                  </a:lnTo>
                  <a:lnTo>
                    <a:pt x="129730" y="54864"/>
                  </a:lnTo>
                  <a:lnTo>
                    <a:pt x="131254" y="51816"/>
                  </a:lnTo>
                  <a:lnTo>
                    <a:pt x="134302" y="48768"/>
                  </a:lnTo>
                  <a:lnTo>
                    <a:pt x="134302" y="44196"/>
                  </a:lnTo>
                  <a:lnTo>
                    <a:pt x="135826" y="41148"/>
                  </a:lnTo>
                  <a:lnTo>
                    <a:pt x="136969" y="36576"/>
                  </a:lnTo>
                  <a:lnTo>
                    <a:pt x="137350" y="35052"/>
                  </a:lnTo>
                  <a:lnTo>
                    <a:pt x="137350" y="33528"/>
                  </a:lnTo>
                  <a:lnTo>
                    <a:pt x="137350" y="25908"/>
                  </a:lnTo>
                  <a:close/>
                </a:path>
                <a:path w="1017270" h="62864">
                  <a:moveTo>
                    <a:pt x="184696" y="38100"/>
                  </a:moveTo>
                  <a:lnTo>
                    <a:pt x="183172" y="35052"/>
                  </a:lnTo>
                  <a:lnTo>
                    <a:pt x="178600" y="30480"/>
                  </a:lnTo>
                  <a:lnTo>
                    <a:pt x="175552" y="28956"/>
                  </a:lnTo>
                  <a:lnTo>
                    <a:pt x="170980" y="28956"/>
                  </a:lnTo>
                  <a:lnTo>
                    <a:pt x="167932" y="27432"/>
                  </a:lnTo>
                  <a:lnTo>
                    <a:pt x="158788" y="27432"/>
                  </a:lnTo>
                  <a:lnTo>
                    <a:pt x="158788" y="12192"/>
                  </a:lnTo>
                  <a:lnTo>
                    <a:pt x="181648" y="12192"/>
                  </a:lnTo>
                  <a:lnTo>
                    <a:pt x="181648" y="4572"/>
                  </a:lnTo>
                  <a:lnTo>
                    <a:pt x="151168" y="4572"/>
                  </a:lnTo>
                  <a:lnTo>
                    <a:pt x="151168" y="33528"/>
                  </a:lnTo>
                  <a:lnTo>
                    <a:pt x="166408" y="33528"/>
                  </a:lnTo>
                  <a:lnTo>
                    <a:pt x="170980" y="35052"/>
                  </a:lnTo>
                  <a:lnTo>
                    <a:pt x="172504" y="36576"/>
                  </a:lnTo>
                  <a:lnTo>
                    <a:pt x="175552" y="38100"/>
                  </a:lnTo>
                  <a:lnTo>
                    <a:pt x="177076" y="41148"/>
                  </a:lnTo>
                  <a:lnTo>
                    <a:pt x="177076" y="45720"/>
                  </a:lnTo>
                  <a:lnTo>
                    <a:pt x="175552" y="47244"/>
                  </a:lnTo>
                  <a:lnTo>
                    <a:pt x="175552" y="50292"/>
                  </a:lnTo>
                  <a:lnTo>
                    <a:pt x="172504" y="53340"/>
                  </a:lnTo>
                  <a:lnTo>
                    <a:pt x="170980" y="53340"/>
                  </a:lnTo>
                  <a:lnTo>
                    <a:pt x="169456" y="54864"/>
                  </a:lnTo>
                  <a:lnTo>
                    <a:pt x="167932" y="54864"/>
                  </a:lnTo>
                  <a:lnTo>
                    <a:pt x="166408" y="56388"/>
                  </a:lnTo>
                  <a:lnTo>
                    <a:pt x="155740" y="56388"/>
                  </a:lnTo>
                  <a:lnTo>
                    <a:pt x="154216" y="54864"/>
                  </a:lnTo>
                  <a:lnTo>
                    <a:pt x="149644" y="54864"/>
                  </a:lnTo>
                  <a:lnTo>
                    <a:pt x="149644" y="62585"/>
                  </a:lnTo>
                  <a:lnTo>
                    <a:pt x="167932" y="62585"/>
                  </a:lnTo>
                  <a:lnTo>
                    <a:pt x="170980" y="61061"/>
                  </a:lnTo>
                  <a:lnTo>
                    <a:pt x="172504" y="59537"/>
                  </a:lnTo>
                  <a:lnTo>
                    <a:pt x="175552" y="59537"/>
                  </a:lnTo>
                  <a:lnTo>
                    <a:pt x="178600" y="57912"/>
                  </a:lnTo>
                  <a:lnTo>
                    <a:pt x="180124" y="54864"/>
                  </a:lnTo>
                  <a:lnTo>
                    <a:pt x="183172" y="51816"/>
                  </a:lnTo>
                  <a:lnTo>
                    <a:pt x="184696" y="48768"/>
                  </a:lnTo>
                  <a:lnTo>
                    <a:pt x="184696" y="44196"/>
                  </a:lnTo>
                  <a:lnTo>
                    <a:pt x="184696" y="38100"/>
                  </a:lnTo>
                  <a:close/>
                </a:path>
                <a:path w="1017270" h="62864">
                  <a:moveTo>
                    <a:pt x="233565" y="38100"/>
                  </a:moveTo>
                  <a:lnTo>
                    <a:pt x="232041" y="35052"/>
                  </a:lnTo>
                  <a:lnTo>
                    <a:pt x="227469" y="30480"/>
                  </a:lnTo>
                  <a:lnTo>
                    <a:pt x="224421" y="28956"/>
                  </a:lnTo>
                  <a:lnTo>
                    <a:pt x="219849" y="28956"/>
                  </a:lnTo>
                  <a:lnTo>
                    <a:pt x="216801" y="27432"/>
                  </a:lnTo>
                  <a:lnTo>
                    <a:pt x="207657" y="27432"/>
                  </a:lnTo>
                  <a:lnTo>
                    <a:pt x="207657" y="12192"/>
                  </a:lnTo>
                  <a:lnTo>
                    <a:pt x="230517" y="12192"/>
                  </a:lnTo>
                  <a:lnTo>
                    <a:pt x="230517" y="4572"/>
                  </a:lnTo>
                  <a:lnTo>
                    <a:pt x="200037" y="4572"/>
                  </a:lnTo>
                  <a:lnTo>
                    <a:pt x="200037" y="33528"/>
                  </a:lnTo>
                  <a:lnTo>
                    <a:pt x="215277" y="33528"/>
                  </a:lnTo>
                  <a:lnTo>
                    <a:pt x="219849" y="35052"/>
                  </a:lnTo>
                  <a:lnTo>
                    <a:pt x="221373" y="36576"/>
                  </a:lnTo>
                  <a:lnTo>
                    <a:pt x="224421" y="38100"/>
                  </a:lnTo>
                  <a:lnTo>
                    <a:pt x="225945" y="41148"/>
                  </a:lnTo>
                  <a:lnTo>
                    <a:pt x="225945" y="45720"/>
                  </a:lnTo>
                  <a:lnTo>
                    <a:pt x="224421" y="47244"/>
                  </a:lnTo>
                  <a:lnTo>
                    <a:pt x="224421" y="50292"/>
                  </a:lnTo>
                  <a:lnTo>
                    <a:pt x="221373" y="53340"/>
                  </a:lnTo>
                  <a:lnTo>
                    <a:pt x="219849" y="53340"/>
                  </a:lnTo>
                  <a:lnTo>
                    <a:pt x="218325" y="54864"/>
                  </a:lnTo>
                  <a:lnTo>
                    <a:pt x="216801" y="54864"/>
                  </a:lnTo>
                  <a:lnTo>
                    <a:pt x="215277" y="56388"/>
                  </a:lnTo>
                  <a:lnTo>
                    <a:pt x="204609" y="56388"/>
                  </a:lnTo>
                  <a:lnTo>
                    <a:pt x="203085" y="54864"/>
                  </a:lnTo>
                  <a:lnTo>
                    <a:pt x="198513" y="54864"/>
                  </a:lnTo>
                  <a:lnTo>
                    <a:pt x="198513" y="62585"/>
                  </a:lnTo>
                  <a:lnTo>
                    <a:pt x="216801" y="62585"/>
                  </a:lnTo>
                  <a:lnTo>
                    <a:pt x="222897" y="59537"/>
                  </a:lnTo>
                  <a:lnTo>
                    <a:pt x="224421" y="59537"/>
                  </a:lnTo>
                  <a:lnTo>
                    <a:pt x="227469" y="57912"/>
                  </a:lnTo>
                  <a:lnTo>
                    <a:pt x="228993" y="54864"/>
                  </a:lnTo>
                  <a:lnTo>
                    <a:pt x="232041" y="51816"/>
                  </a:lnTo>
                  <a:lnTo>
                    <a:pt x="233565" y="48768"/>
                  </a:lnTo>
                  <a:lnTo>
                    <a:pt x="233565" y="44196"/>
                  </a:lnTo>
                  <a:lnTo>
                    <a:pt x="233565" y="38100"/>
                  </a:lnTo>
                  <a:close/>
                </a:path>
                <a:path w="1017270" h="62864">
                  <a:moveTo>
                    <a:pt x="283946" y="4572"/>
                  </a:moveTo>
                  <a:lnTo>
                    <a:pt x="245846" y="4572"/>
                  </a:lnTo>
                  <a:lnTo>
                    <a:pt x="245846" y="12192"/>
                  </a:lnTo>
                  <a:lnTo>
                    <a:pt x="276326" y="12192"/>
                  </a:lnTo>
                  <a:lnTo>
                    <a:pt x="251942" y="62585"/>
                  </a:lnTo>
                  <a:lnTo>
                    <a:pt x="259562" y="62585"/>
                  </a:lnTo>
                  <a:lnTo>
                    <a:pt x="283946" y="12192"/>
                  </a:lnTo>
                  <a:lnTo>
                    <a:pt x="283946" y="4572"/>
                  </a:lnTo>
                  <a:close/>
                </a:path>
                <a:path w="1017270" h="62864">
                  <a:moveTo>
                    <a:pt x="375094" y="34201"/>
                  </a:moveTo>
                  <a:lnTo>
                    <a:pt x="347675" y="34201"/>
                  </a:lnTo>
                  <a:lnTo>
                    <a:pt x="347675" y="41821"/>
                  </a:lnTo>
                  <a:lnTo>
                    <a:pt x="375094" y="41821"/>
                  </a:lnTo>
                  <a:lnTo>
                    <a:pt x="375094" y="34201"/>
                  </a:lnTo>
                  <a:close/>
                </a:path>
                <a:path w="1017270" h="62864">
                  <a:moveTo>
                    <a:pt x="477774" y="54864"/>
                  </a:moveTo>
                  <a:lnTo>
                    <a:pt x="465582" y="54864"/>
                  </a:lnTo>
                  <a:lnTo>
                    <a:pt x="465582" y="0"/>
                  </a:lnTo>
                  <a:lnTo>
                    <a:pt x="444157" y="0"/>
                  </a:lnTo>
                  <a:lnTo>
                    <a:pt x="444157" y="6096"/>
                  </a:lnTo>
                  <a:lnTo>
                    <a:pt x="457962" y="6096"/>
                  </a:lnTo>
                  <a:lnTo>
                    <a:pt x="457962" y="54864"/>
                  </a:lnTo>
                  <a:lnTo>
                    <a:pt x="442633" y="54864"/>
                  </a:lnTo>
                  <a:lnTo>
                    <a:pt x="442633" y="62585"/>
                  </a:lnTo>
                  <a:lnTo>
                    <a:pt x="477774" y="62585"/>
                  </a:lnTo>
                  <a:lnTo>
                    <a:pt x="477774" y="54864"/>
                  </a:lnTo>
                  <a:close/>
                </a:path>
                <a:path w="1017270" h="62864">
                  <a:moveTo>
                    <a:pt x="529793" y="33528"/>
                  </a:moveTo>
                  <a:lnTo>
                    <a:pt x="526745" y="27432"/>
                  </a:lnTo>
                  <a:lnTo>
                    <a:pt x="526745" y="24384"/>
                  </a:lnTo>
                  <a:lnTo>
                    <a:pt x="523697" y="22860"/>
                  </a:lnTo>
                  <a:lnTo>
                    <a:pt x="522173" y="21336"/>
                  </a:lnTo>
                  <a:lnTo>
                    <a:pt x="522173" y="35052"/>
                  </a:lnTo>
                  <a:lnTo>
                    <a:pt x="522173" y="44196"/>
                  </a:lnTo>
                  <a:lnTo>
                    <a:pt x="520649" y="45720"/>
                  </a:lnTo>
                  <a:lnTo>
                    <a:pt x="520649" y="50292"/>
                  </a:lnTo>
                  <a:lnTo>
                    <a:pt x="517601" y="53340"/>
                  </a:lnTo>
                  <a:lnTo>
                    <a:pt x="516077" y="53340"/>
                  </a:lnTo>
                  <a:lnTo>
                    <a:pt x="513029" y="56388"/>
                  </a:lnTo>
                  <a:lnTo>
                    <a:pt x="505307" y="56388"/>
                  </a:lnTo>
                  <a:lnTo>
                    <a:pt x="503783" y="54864"/>
                  </a:lnTo>
                  <a:lnTo>
                    <a:pt x="502259" y="54864"/>
                  </a:lnTo>
                  <a:lnTo>
                    <a:pt x="499211" y="51816"/>
                  </a:lnTo>
                  <a:lnTo>
                    <a:pt x="499211" y="50292"/>
                  </a:lnTo>
                  <a:lnTo>
                    <a:pt x="497687" y="48768"/>
                  </a:lnTo>
                  <a:lnTo>
                    <a:pt x="497687" y="47244"/>
                  </a:lnTo>
                  <a:lnTo>
                    <a:pt x="496163" y="45720"/>
                  </a:lnTo>
                  <a:lnTo>
                    <a:pt x="496163" y="35052"/>
                  </a:lnTo>
                  <a:lnTo>
                    <a:pt x="497687" y="33528"/>
                  </a:lnTo>
                  <a:lnTo>
                    <a:pt x="497687" y="30480"/>
                  </a:lnTo>
                  <a:lnTo>
                    <a:pt x="503783" y="24384"/>
                  </a:lnTo>
                  <a:lnTo>
                    <a:pt x="514553" y="24384"/>
                  </a:lnTo>
                  <a:lnTo>
                    <a:pt x="516077" y="25908"/>
                  </a:lnTo>
                  <a:lnTo>
                    <a:pt x="517601" y="25908"/>
                  </a:lnTo>
                  <a:lnTo>
                    <a:pt x="519125" y="27432"/>
                  </a:lnTo>
                  <a:lnTo>
                    <a:pt x="519125" y="28956"/>
                  </a:lnTo>
                  <a:lnTo>
                    <a:pt x="520649" y="30480"/>
                  </a:lnTo>
                  <a:lnTo>
                    <a:pt x="520649" y="33528"/>
                  </a:lnTo>
                  <a:lnTo>
                    <a:pt x="522173" y="35052"/>
                  </a:lnTo>
                  <a:lnTo>
                    <a:pt x="522173" y="21336"/>
                  </a:lnTo>
                  <a:lnTo>
                    <a:pt x="520649" y="19812"/>
                  </a:lnTo>
                  <a:lnTo>
                    <a:pt x="517601" y="18288"/>
                  </a:lnTo>
                  <a:lnTo>
                    <a:pt x="516077" y="18288"/>
                  </a:lnTo>
                  <a:lnTo>
                    <a:pt x="513029" y="16764"/>
                  </a:lnTo>
                  <a:lnTo>
                    <a:pt x="506831" y="16764"/>
                  </a:lnTo>
                  <a:lnTo>
                    <a:pt x="503783" y="18288"/>
                  </a:lnTo>
                  <a:lnTo>
                    <a:pt x="500735" y="18288"/>
                  </a:lnTo>
                  <a:lnTo>
                    <a:pt x="497687" y="19812"/>
                  </a:lnTo>
                  <a:lnTo>
                    <a:pt x="496163" y="21336"/>
                  </a:lnTo>
                  <a:lnTo>
                    <a:pt x="494639" y="24384"/>
                  </a:lnTo>
                  <a:lnTo>
                    <a:pt x="491591" y="25908"/>
                  </a:lnTo>
                  <a:lnTo>
                    <a:pt x="491591" y="27432"/>
                  </a:lnTo>
                  <a:lnTo>
                    <a:pt x="488543" y="33528"/>
                  </a:lnTo>
                  <a:lnTo>
                    <a:pt x="488543" y="47244"/>
                  </a:lnTo>
                  <a:lnTo>
                    <a:pt x="490067" y="50292"/>
                  </a:lnTo>
                  <a:lnTo>
                    <a:pt x="491591" y="51816"/>
                  </a:lnTo>
                  <a:lnTo>
                    <a:pt x="491591" y="54864"/>
                  </a:lnTo>
                  <a:lnTo>
                    <a:pt x="494639" y="56388"/>
                  </a:lnTo>
                  <a:lnTo>
                    <a:pt x="496163" y="57912"/>
                  </a:lnTo>
                  <a:lnTo>
                    <a:pt x="497687" y="59524"/>
                  </a:lnTo>
                  <a:lnTo>
                    <a:pt x="500735" y="61048"/>
                  </a:lnTo>
                  <a:lnTo>
                    <a:pt x="502259" y="62572"/>
                  </a:lnTo>
                  <a:lnTo>
                    <a:pt x="514553" y="62572"/>
                  </a:lnTo>
                  <a:lnTo>
                    <a:pt x="520649" y="59524"/>
                  </a:lnTo>
                  <a:lnTo>
                    <a:pt x="522173" y="57912"/>
                  </a:lnTo>
                  <a:lnTo>
                    <a:pt x="523697" y="56388"/>
                  </a:lnTo>
                  <a:lnTo>
                    <a:pt x="525221" y="54864"/>
                  </a:lnTo>
                  <a:lnTo>
                    <a:pt x="529793" y="45720"/>
                  </a:lnTo>
                  <a:lnTo>
                    <a:pt x="529793" y="33528"/>
                  </a:lnTo>
                  <a:close/>
                </a:path>
                <a:path w="1017270" h="62864">
                  <a:moveTo>
                    <a:pt x="575602" y="48768"/>
                  </a:moveTo>
                  <a:lnTo>
                    <a:pt x="574078" y="47244"/>
                  </a:lnTo>
                  <a:lnTo>
                    <a:pt x="574078" y="44196"/>
                  </a:lnTo>
                  <a:lnTo>
                    <a:pt x="569506" y="39624"/>
                  </a:lnTo>
                  <a:lnTo>
                    <a:pt x="567982" y="39624"/>
                  </a:lnTo>
                  <a:lnTo>
                    <a:pt x="566458" y="38100"/>
                  </a:lnTo>
                  <a:lnTo>
                    <a:pt x="563321" y="38100"/>
                  </a:lnTo>
                  <a:lnTo>
                    <a:pt x="561797" y="36576"/>
                  </a:lnTo>
                  <a:lnTo>
                    <a:pt x="558749" y="36576"/>
                  </a:lnTo>
                  <a:lnTo>
                    <a:pt x="557225" y="35052"/>
                  </a:lnTo>
                  <a:lnTo>
                    <a:pt x="554177" y="35052"/>
                  </a:lnTo>
                  <a:lnTo>
                    <a:pt x="552653" y="33528"/>
                  </a:lnTo>
                  <a:lnTo>
                    <a:pt x="551129" y="33528"/>
                  </a:lnTo>
                  <a:lnTo>
                    <a:pt x="551129" y="32004"/>
                  </a:lnTo>
                  <a:lnTo>
                    <a:pt x="549605" y="32004"/>
                  </a:lnTo>
                  <a:lnTo>
                    <a:pt x="549605" y="27432"/>
                  </a:lnTo>
                  <a:lnTo>
                    <a:pt x="551129" y="25908"/>
                  </a:lnTo>
                  <a:lnTo>
                    <a:pt x="552653" y="25908"/>
                  </a:lnTo>
                  <a:lnTo>
                    <a:pt x="552653" y="24384"/>
                  </a:lnTo>
                  <a:lnTo>
                    <a:pt x="569506" y="24384"/>
                  </a:lnTo>
                  <a:lnTo>
                    <a:pt x="572554" y="25908"/>
                  </a:lnTo>
                  <a:lnTo>
                    <a:pt x="572554" y="24384"/>
                  </a:lnTo>
                  <a:lnTo>
                    <a:pt x="572554" y="18288"/>
                  </a:lnTo>
                  <a:lnTo>
                    <a:pt x="564934" y="18288"/>
                  </a:lnTo>
                  <a:lnTo>
                    <a:pt x="563321" y="16764"/>
                  </a:lnTo>
                  <a:lnTo>
                    <a:pt x="555701" y="16764"/>
                  </a:lnTo>
                  <a:lnTo>
                    <a:pt x="554177" y="18288"/>
                  </a:lnTo>
                  <a:lnTo>
                    <a:pt x="551129" y="18288"/>
                  </a:lnTo>
                  <a:lnTo>
                    <a:pt x="549605" y="19812"/>
                  </a:lnTo>
                  <a:lnTo>
                    <a:pt x="546557" y="19812"/>
                  </a:lnTo>
                  <a:lnTo>
                    <a:pt x="545033" y="21336"/>
                  </a:lnTo>
                  <a:lnTo>
                    <a:pt x="545033" y="22860"/>
                  </a:lnTo>
                  <a:lnTo>
                    <a:pt x="543509" y="24384"/>
                  </a:lnTo>
                  <a:lnTo>
                    <a:pt x="543509" y="25908"/>
                  </a:lnTo>
                  <a:lnTo>
                    <a:pt x="541985" y="27432"/>
                  </a:lnTo>
                  <a:lnTo>
                    <a:pt x="541985" y="33528"/>
                  </a:lnTo>
                  <a:lnTo>
                    <a:pt x="543509" y="35052"/>
                  </a:lnTo>
                  <a:lnTo>
                    <a:pt x="543509" y="36576"/>
                  </a:lnTo>
                  <a:lnTo>
                    <a:pt x="545033" y="36576"/>
                  </a:lnTo>
                  <a:lnTo>
                    <a:pt x="546557" y="38100"/>
                  </a:lnTo>
                  <a:lnTo>
                    <a:pt x="546557" y="39624"/>
                  </a:lnTo>
                  <a:lnTo>
                    <a:pt x="548081" y="39624"/>
                  </a:lnTo>
                  <a:lnTo>
                    <a:pt x="549605" y="41148"/>
                  </a:lnTo>
                  <a:lnTo>
                    <a:pt x="551129" y="41148"/>
                  </a:lnTo>
                  <a:lnTo>
                    <a:pt x="554177" y="42672"/>
                  </a:lnTo>
                  <a:lnTo>
                    <a:pt x="555701" y="42672"/>
                  </a:lnTo>
                  <a:lnTo>
                    <a:pt x="558749" y="44196"/>
                  </a:lnTo>
                  <a:lnTo>
                    <a:pt x="561797" y="44196"/>
                  </a:lnTo>
                  <a:lnTo>
                    <a:pt x="563321" y="45720"/>
                  </a:lnTo>
                  <a:lnTo>
                    <a:pt x="564934" y="45720"/>
                  </a:lnTo>
                  <a:lnTo>
                    <a:pt x="564934" y="47244"/>
                  </a:lnTo>
                  <a:lnTo>
                    <a:pt x="566458" y="47244"/>
                  </a:lnTo>
                  <a:lnTo>
                    <a:pt x="566458" y="48768"/>
                  </a:lnTo>
                  <a:lnTo>
                    <a:pt x="567982" y="50292"/>
                  </a:lnTo>
                  <a:lnTo>
                    <a:pt x="567982" y="51816"/>
                  </a:lnTo>
                  <a:lnTo>
                    <a:pt x="564934" y="54864"/>
                  </a:lnTo>
                  <a:lnTo>
                    <a:pt x="563321" y="56388"/>
                  </a:lnTo>
                  <a:lnTo>
                    <a:pt x="551129" y="56388"/>
                  </a:lnTo>
                  <a:lnTo>
                    <a:pt x="549605" y="54864"/>
                  </a:lnTo>
                  <a:lnTo>
                    <a:pt x="543509" y="54864"/>
                  </a:lnTo>
                  <a:lnTo>
                    <a:pt x="541985" y="53340"/>
                  </a:lnTo>
                  <a:lnTo>
                    <a:pt x="541985" y="61061"/>
                  </a:lnTo>
                  <a:lnTo>
                    <a:pt x="543509" y="61061"/>
                  </a:lnTo>
                  <a:lnTo>
                    <a:pt x="546557" y="62585"/>
                  </a:lnTo>
                  <a:lnTo>
                    <a:pt x="561797" y="62585"/>
                  </a:lnTo>
                  <a:lnTo>
                    <a:pt x="563321" y="61061"/>
                  </a:lnTo>
                  <a:lnTo>
                    <a:pt x="567982" y="61061"/>
                  </a:lnTo>
                  <a:lnTo>
                    <a:pt x="569506" y="59537"/>
                  </a:lnTo>
                  <a:lnTo>
                    <a:pt x="571030" y="57912"/>
                  </a:lnTo>
                  <a:lnTo>
                    <a:pt x="572554" y="57912"/>
                  </a:lnTo>
                  <a:lnTo>
                    <a:pt x="572554" y="56388"/>
                  </a:lnTo>
                  <a:lnTo>
                    <a:pt x="574078" y="54864"/>
                  </a:lnTo>
                  <a:lnTo>
                    <a:pt x="574078" y="53340"/>
                  </a:lnTo>
                  <a:lnTo>
                    <a:pt x="575602" y="51816"/>
                  </a:lnTo>
                  <a:lnTo>
                    <a:pt x="575602" y="48768"/>
                  </a:lnTo>
                  <a:close/>
                </a:path>
                <a:path w="1017270" h="62864">
                  <a:moveTo>
                    <a:pt x="624471" y="47244"/>
                  </a:moveTo>
                  <a:lnTo>
                    <a:pt x="622947" y="45720"/>
                  </a:lnTo>
                  <a:lnTo>
                    <a:pt x="622947" y="44196"/>
                  </a:lnTo>
                  <a:lnTo>
                    <a:pt x="618375" y="39624"/>
                  </a:lnTo>
                  <a:lnTo>
                    <a:pt x="616750" y="39624"/>
                  </a:lnTo>
                  <a:lnTo>
                    <a:pt x="615226" y="38100"/>
                  </a:lnTo>
                  <a:lnTo>
                    <a:pt x="612178" y="38100"/>
                  </a:lnTo>
                  <a:lnTo>
                    <a:pt x="610654" y="36576"/>
                  </a:lnTo>
                  <a:lnTo>
                    <a:pt x="607606" y="36576"/>
                  </a:lnTo>
                  <a:lnTo>
                    <a:pt x="606082" y="35052"/>
                  </a:lnTo>
                  <a:lnTo>
                    <a:pt x="603034" y="35052"/>
                  </a:lnTo>
                  <a:lnTo>
                    <a:pt x="601510" y="33528"/>
                  </a:lnTo>
                  <a:lnTo>
                    <a:pt x="599986" y="33528"/>
                  </a:lnTo>
                  <a:lnTo>
                    <a:pt x="599986" y="32004"/>
                  </a:lnTo>
                  <a:lnTo>
                    <a:pt x="598462" y="32004"/>
                  </a:lnTo>
                  <a:lnTo>
                    <a:pt x="598462" y="27432"/>
                  </a:lnTo>
                  <a:lnTo>
                    <a:pt x="599986" y="25908"/>
                  </a:lnTo>
                  <a:lnTo>
                    <a:pt x="601510" y="25908"/>
                  </a:lnTo>
                  <a:lnTo>
                    <a:pt x="601510" y="24384"/>
                  </a:lnTo>
                  <a:lnTo>
                    <a:pt x="618375" y="24384"/>
                  </a:lnTo>
                  <a:lnTo>
                    <a:pt x="621423" y="25908"/>
                  </a:lnTo>
                  <a:lnTo>
                    <a:pt x="621423" y="24384"/>
                  </a:lnTo>
                  <a:lnTo>
                    <a:pt x="621423" y="18288"/>
                  </a:lnTo>
                  <a:lnTo>
                    <a:pt x="615226" y="18288"/>
                  </a:lnTo>
                  <a:lnTo>
                    <a:pt x="612178" y="16764"/>
                  </a:lnTo>
                  <a:lnTo>
                    <a:pt x="606082" y="16764"/>
                  </a:lnTo>
                  <a:lnTo>
                    <a:pt x="603034" y="18288"/>
                  </a:lnTo>
                  <a:lnTo>
                    <a:pt x="599986" y="18288"/>
                  </a:lnTo>
                  <a:lnTo>
                    <a:pt x="598462" y="19812"/>
                  </a:lnTo>
                  <a:lnTo>
                    <a:pt x="595414" y="19812"/>
                  </a:lnTo>
                  <a:lnTo>
                    <a:pt x="593890" y="21336"/>
                  </a:lnTo>
                  <a:lnTo>
                    <a:pt x="593890" y="22860"/>
                  </a:lnTo>
                  <a:lnTo>
                    <a:pt x="592366" y="24384"/>
                  </a:lnTo>
                  <a:lnTo>
                    <a:pt x="592366" y="25908"/>
                  </a:lnTo>
                  <a:lnTo>
                    <a:pt x="590842" y="27432"/>
                  </a:lnTo>
                  <a:lnTo>
                    <a:pt x="590842" y="33528"/>
                  </a:lnTo>
                  <a:lnTo>
                    <a:pt x="592366" y="35052"/>
                  </a:lnTo>
                  <a:lnTo>
                    <a:pt x="592366" y="36576"/>
                  </a:lnTo>
                  <a:lnTo>
                    <a:pt x="593890" y="36576"/>
                  </a:lnTo>
                  <a:lnTo>
                    <a:pt x="595414" y="38100"/>
                  </a:lnTo>
                  <a:lnTo>
                    <a:pt x="595414" y="39624"/>
                  </a:lnTo>
                  <a:lnTo>
                    <a:pt x="596938" y="39624"/>
                  </a:lnTo>
                  <a:lnTo>
                    <a:pt x="598462" y="41148"/>
                  </a:lnTo>
                  <a:lnTo>
                    <a:pt x="601510" y="41148"/>
                  </a:lnTo>
                  <a:lnTo>
                    <a:pt x="603034" y="42672"/>
                  </a:lnTo>
                  <a:lnTo>
                    <a:pt x="604558" y="42672"/>
                  </a:lnTo>
                  <a:lnTo>
                    <a:pt x="607606" y="44196"/>
                  </a:lnTo>
                  <a:lnTo>
                    <a:pt x="610654" y="44196"/>
                  </a:lnTo>
                  <a:lnTo>
                    <a:pt x="612178" y="45720"/>
                  </a:lnTo>
                  <a:lnTo>
                    <a:pt x="613702" y="45720"/>
                  </a:lnTo>
                  <a:lnTo>
                    <a:pt x="613702" y="47244"/>
                  </a:lnTo>
                  <a:lnTo>
                    <a:pt x="615226" y="47244"/>
                  </a:lnTo>
                  <a:lnTo>
                    <a:pt x="615226" y="48768"/>
                  </a:lnTo>
                  <a:lnTo>
                    <a:pt x="616750" y="50292"/>
                  </a:lnTo>
                  <a:lnTo>
                    <a:pt x="616750" y="51816"/>
                  </a:lnTo>
                  <a:lnTo>
                    <a:pt x="612178" y="56388"/>
                  </a:lnTo>
                  <a:lnTo>
                    <a:pt x="599986" y="56388"/>
                  </a:lnTo>
                  <a:lnTo>
                    <a:pt x="598462" y="54864"/>
                  </a:lnTo>
                  <a:lnTo>
                    <a:pt x="592366" y="54864"/>
                  </a:lnTo>
                  <a:lnTo>
                    <a:pt x="590842" y="53340"/>
                  </a:lnTo>
                  <a:lnTo>
                    <a:pt x="590842" y="61061"/>
                  </a:lnTo>
                  <a:lnTo>
                    <a:pt x="592366" y="61061"/>
                  </a:lnTo>
                  <a:lnTo>
                    <a:pt x="595414" y="62585"/>
                  </a:lnTo>
                  <a:lnTo>
                    <a:pt x="610654" y="62585"/>
                  </a:lnTo>
                  <a:lnTo>
                    <a:pt x="612178" y="61061"/>
                  </a:lnTo>
                  <a:lnTo>
                    <a:pt x="616750" y="61061"/>
                  </a:lnTo>
                  <a:lnTo>
                    <a:pt x="618375" y="59537"/>
                  </a:lnTo>
                  <a:lnTo>
                    <a:pt x="619899" y="57912"/>
                  </a:lnTo>
                  <a:lnTo>
                    <a:pt x="621423" y="57912"/>
                  </a:lnTo>
                  <a:lnTo>
                    <a:pt x="621423" y="56388"/>
                  </a:lnTo>
                  <a:lnTo>
                    <a:pt x="622947" y="54864"/>
                  </a:lnTo>
                  <a:lnTo>
                    <a:pt x="622947" y="53340"/>
                  </a:lnTo>
                  <a:lnTo>
                    <a:pt x="624471" y="51816"/>
                  </a:lnTo>
                  <a:lnTo>
                    <a:pt x="624471" y="47244"/>
                  </a:lnTo>
                  <a:close/>
                </a:path>
                <a:path w="1017270" h="62864">
                  <a:moveTo>
                    <a:pt x="662559" y="53428"/>
                  </a:moveTo>
                  <a:lnTo>
                    <a:pt x="661035" y="51904"/>
                  </a:lnTo>
                  <a:lnTo>
                    <a:pt x="659511" y="50292"/>
                  </a:lnTo>
                  <a:lnTo>
                    <a:pt x="657987" y="50292"/>
                  </a:lnTo>
                  <a:lnTo>
                    <a:pt x="657987" y="48768"/>
                  </a:lnTo>
                  <a:lnTo>
                    <a:pt x="653415" y="48768"/>
                  </a:lnTo>
                  <a:lnTo>
                    <a:pt x="653415" y="50292"/>
                  </a:lnTo>
                  <a:lnTo>
                    <a:pt x="651891" y="50292"/>
                  </a:lnTo>
                  <a:lnTo>
                    <a:pt x="650367" y="51904"/>
                  </a:lnTo>
                  <a:lnTo>
                    <a:pt x="650367" y="53428"/>
                  </a:lnTo>
                  <a:lnTo>
                    <a:pt x="648843" y="54952"/>
                  </a:lnTo>
                  <a:lnTo>
                    <a:pt x="648843" y="58000"/>
                  </a:lnTo>
                  <a:lnTo>
                    <a:pt x="650367" y="58000"/>
                  </a:lnTo>
                  <a:lnTo>
                    <a:pt x="650367" y="61048"/>
                  </a:lnTo>
                  <a:lnTo>
                    <a:pt x="651891" y="61048"/>
                  </a:lnTo>
                  <a:lnTo>
                    <a:pt x="653415" y="62572"/>
                  </a:lnTo>
                  <a:lnTo>
                    <a:pt x="657987" y="62572"/>
                  </a:lnTo>
                  <a:lnTo>
                    <a:pt x="659511" y="61048"/>
                  </a:lnTo>
                  <a:lnTo>
                    <a:pt x="661035" y="61048"/>
                  </a:lnTo>
                  <a:lnTo>
                    <a:pt x="661035" y="59524"/>
                  </a:lnTo>
                  <a:lnTo>
                    <a:pt x="662559" y="58000"/>
                  </a:lnTo>
                  <a:lnTo>
                    <a:pt x="662559" y="53428"/>
                  </a:lnTo>
                  <a:close/>
                </a:path>
                <a:path w="1017270" h="62864">
                  <a:moveTo>
                    <a:pt x="662559" y="21336"/>
                  </a:moveTo>
                  <a:lnTo>
                    <a:pt x="661035" y="21336"/>
                  </a:lnTo>
                  <a:lnTo>
                    <a:pt x="661035" y="19812"/>
                  </a:lnTo>
                  <a:lnTo>
                    <a:pt x="659511" y="18288"/>
                  </a:lnTo>
                  <a:lnTo>
                    <a:pt x="657987" y="18288"/>
                  </a:lnTo>
                  <a:lnTo>
                    <a:pt x="656463" y="16764"/>
                  </a:lnTo>
                  <a:lnTo>
                    <a:pt x="654939" y="16764"/>
                  </a:lnTo>
                  <a:lnTo>
                    <a:pt x="653415" y="18288"/>
                  </a:lnTo>
                  <a:lnTo>
                    <a:pt x="651891" y="18288"/>
                  </a:lnTo>
                  <a:lnTo>
                    <a:pt x="650367" y="19812"/>
                  </a:lnTo>
                  <a:lnTo>
                    <a:pt x="650367" y="21336"/>
                  </a:lnTo>
                  <a:lnTo>
                    <a:pt x="648843" y="22860"/>
                  </a:lnTo>
                  <a:lnTo>
                    <a:pt x="648843" y="25908"/>
                  </a:lnTo>
                  <a:lnTo>
                    <a:pt x="650367" y="25908"/>
                  </a:lnTo>
                  <a:lnTo>
                    <a:pt x="650367" y="28956"/>
                  </a:lnTo>
                  <a:lnTo>
                    <a:pt x="651891" y="28956"/>
                  </a:lnTo>
                  <a:lnTo>
                    <a:pt x="651891" y="30480"/>
                  </a:lnTo>
                  <a:lnTo>
                    <a:pt x="659511" y="30480"/>
                  </a:lnTo>
                  <a:lnTo>
                    <a:pt x="659511" y="28956"/>
                  </a:lnTo>
                  <a:lnTo>
                    <a:pt x="661035" y="28956"/>
                  </a:lnTo>
                  <a:lnTo>
                    <a:pt x="661035" y="27432"/>
                  </a:lnTo>
                  <a:lnTo>
                    <a:pt x="662559" y="25908"/>
                  </a:lnTo>
                  <a:lnTo>
                    <a:pt x="662559" y="21336"/>
                  </a:lnTo>
                  <a:close/>
                </a:path>
                <a:path w="1017270" h="62864">
                  <a:moveTo>
                    <a:pt x="774001" y="24384"/>
                  </a:moveTo>
                  <a:lnTo>
                    <a:pt x="772477" y="19812"/>
                  </a:lnTo>
                  <a:lnTo>
                    <a:pt x="772477" y="16764"/>
                  </a:lnTo>
                  <a:lnTo>
                    <a:pt x="770953" y="13716"/>
                  </a:lnTo>
                  <a:lnTo>
                    <a:pt x="767905" y="10668"/>
                  </a:lnTo>
                  <a:lnTo>
                    <a:pt x="766381" y="9144"/>
                  </a:lnTo>
                  <a:lnTo>
                    <a:pt x="766381" y="27432"/>
                  </a:lnTo>
                  <a:lnTo>
                    <a:pt x="766381" y="41148"/>
                  </a:lnTo>
                  <a:lnTo>
                    <a:pt x="764857" y="42672"/>
                  </a:lnTo>
                  <a:lnTo>
                    <a:pt x="764857" y="48768"/>
                  </a:lnTo>
                  <a:lnTo>
                    <a:pt x="758761" y="54864"/>
                  </a:lnTo>
                  <a:lnTo>
                    <a:pt x="757237" y="54864"/>
                  </a:lnTo>
                  <a:lnTo>
                    <a:pt x="755713" y="56388"/>
                  </a:lnTo>
                  <a:lnTo>
                    <a:pt x="751141" y="56388"/>
                  </a:lnTo>
                  <a:lnTo>
                    <a:pt x="749617" y="54864"/>
                  </a:lnTo>
                  <a:lnTo>
                    <a:pt x="748093" y="54864"/>
                  </a:lnTo>
                  <a:lnTo>
                    <a:pt x="743521" y="50292"/>
                  </a:lnTo>
                  <a:lnTo>
                    <a:pt x="743521" y="48768"/>
                  </a:lnTo>
                  <a:lnTo>
                    <a:pt x="741997" y="47244"/>
                  </a:lnTo>
                  <a:lnTo>
                    <a:pt x="741997" y="45720"/>
                  </a:lnTo>
                  <a:lnTo>
                    <a:pt x="752157" y="38100"/>
                  </a:lnTo>
                  <a:lnTo>
                    <a:pt x="766381" y="27432"/>
                  </a:lnTo>
                  <a:lnTo>
                    <a:pt x="766381" y="9144"/>
                  </a:lnTo>
                  <a:lnTo>
                    <a:pt x="764857" y="7620"/>
                  </a:lnTo>
                  <a:lnTo>
                    <a:pt x="764857" y="19812"/>
                  </a:lnTo>
                  <a:lnTo>
                    <a:pt x="764857" y="21336"/>
                  </a:lnTo>
                  <a:lnTo>
                    <a:pt x="740473" y="38100"/>
                  </a:lnTo>
                  <a:lnTo>
                    <a:pt x="740473" y="25908"/>
                  </a:lnTo>
                  <a:lnTo>
                    <a:pt x="741997" y="22860"/>
                  </a:lnTo>
                  <a:lnTo>
                    <a:pt x="741997" y="21336"/>
                  </a:lnTo>
                  <a:lnTo>
                    <a:pt x="743521" y="18288"/>
                  </a:lnTo>
                  <a:lnTo>
                    <a:pt x="743521" y="16764"/>
                  </a:lnTo>
                  <a:lnTo>
                    <a:pt x="745045" y="13716"/>
                  </a:lnTo>
                  <a:lnTo>
                    <a:pt x="746569" y="13716"/>
                  </a:lnTo>
                  <a:lnTo>
                    <a:pt x="749617" y="10668"/>
                  </a:lnTo>
                  <a:lnTo>
                    <a:pt x="757237" y="10668"/>
                  </a:lnTo>
                  <a:lnTo>
                    <a:pt x="758761" y="12192"/>
                  </a:lnTo>
                  <a:lnTo>
                    <a:pt x="760285" y="12192"/>
                  </a:lnTo>
                  <a:lnTo>
                    <a:pt x="760285" y="13716"/>
                  </a:lnTo>
                  <a:lnTo>
                    <a:pt x="761809" y="13716"/>
                  </a:lnTo>
                  <a:lnTo>
                    <a:pt x="761809" y="15240"/>
                  </a:lnTo>
                  <a:lnTo>
                    <a:pt x="763333" y="16764"/>
                  </a:lnTo>
                  <a:lnTo>
                    <a:pt x="763333" y="18288"/>
                  </a:lnTo>
                  <a:lnTo>
                    <a:pt x="764857" y="19812"/>
                  </a:lnTo>
                  <a:lnTo>
                    <a:pt x="764857" y="7620"/>
                  </a:lnTo>
                  <a:lnTo>
                    <a:pt x="761809" y="6096"/>
                  </a:lnTo>
                  <a:lnTo>
                    <a:pt x="760285" y="4572"/>
                  </a:lnTo>
                  <a:lnTo>
                    <a:pt x="748093" y="4572"/>
                  </a:lnTo>
                  <a:lnTo>
                    <a:pt x="741997" y="7620"/>
                  </a:lnTo>
                  <a:lnTo>
                    <a:pt x="740473" y="9144"/>
                  </a:lnTo>
                  <a:lnTo>
                    <a:pt x="738949" y="12192"/>
                  </a:lnTo>
                  <a:lnTo>
                    <a:pt x="735901" y="15240"/>
                  </a:lnTo>
                  <a:lnTo>
                    <a:pt x="734377" y="18288"/>
                  </a:lnTo>
                  <a:lnTo>
                    <a:pt x="734377" y="21336"/>
                  </a:lnTo>
                  <a:lnTo>
                    <a:pt x="732853" y="24384"/>
                  </a:lnTo>
                  <a:lnTo>
                    <a:pt x="732853" y="42672"/>
                  </a:lnTo>
                  <a:lnTo>
                    <a:pt x="734377" y="45720"/>
                  </a:lnTo>
                  <a:lnTo>
                    <a:pt x="735901" y="50292"/>
                  </a:lnTo>
                  <a:lnTo>
                    <a:pt x="737425" y="53340"/>
                  </a:lnTo>
                  <a:lnTo>
                    <a:pt x="738949" y="54864"/>
                  </a:lnTo>
                  <a:lnTo>
                    <a:pt x="740473" y="57912"/>
                  </a:lnTo>
                  <a:lnTo>
                    <a:pt x="741997" y="59524"/>
                  </a:lnTo>
                  <a:lnTo>
                    <a:pt x="745045" y="61048"/>
                  </a:lnTo>
                  <a:lnTo>
                    <a:pt x="746569" y="62572"/>
                  </a:lnTo>
                  <a:lnTo>
                    <a:pt x="760285" y="62572"/>
                  </a:lnTo>
                  <a:lnTo>
                    <a:pt x="761809" y="61048"/>
                  </a:lnTo>
                  <a:lnTo>
                    <a:pt x="764857" y="59524"/>
                  </a:lnTo>
                  <a:lnTo>
                    <a:pt x="767905" y="56388"/>
                  </a:lnTo>
                  <a:lnTo>
                    <a:pt x="769429" y="54864"/>
                  </a:lnTo>
                  <a:lnTo>
                    <a:pt x="772477" y="48768"/>
                  </a:lnTo>
                  <a:lnTo>
                    <a:pt x="772477" y="45720"/>
                  </a:lnTo>
                  <a:lnTo>
                    <a:pt x="774001" y="41148"/>
                  </a:lnTo>
                  <a:lnTo>
                    <a:pt x="774001" y="27432"/>
                  </a:lnTo>
                  <a:lnTo>
                    <a:pt x="774001" y="24384"/>
                  </a:lnTo>
                  <a:close/>
                </a:path>
                <a:path w="1017270" h="62864">
                  <a:moveTo>
                    <a:pt x="809155" y="51816"/>
                  </a:moveTo>
                  <a:lnTo>
                    <a:pt x="807631" y="51816"/>
                  </a:lnTo>
                  <a:lnTo>
                    <a:pt x="807631" y="50292"/>
                  </a:lnTo>
                  <a:lnTo>
                    <a:pt x="806107" y="48768"/>
                  </a:lnTo>
                  <a:lnTo>
                    <a:pt x="796963" y="48768"/>
                  </a:lnTo>
                  <a:lnTo>
                    <a:pt x="796963" y="50292"/>
                  </a:lnTo>
                  <a:lnTo>
                    <a:pt x="795439" y="51816"/>
                  </a:lnTo>
                  <a:lnTo>
                    <a:pt x="795439" y="59524"/>
                  </a:lnTo>
                  <a:lnTo>
                    <a:pt x="796963" y="59524"/>
                  </a:lnTo>
                  <a:lnTo>
                    <a:pt x="796963" y="61048"/>
                  </a:lnTo>
                  <a:lnTo>
                    <a:pt x="798487" y="61048"/>
                  </a:lnTo>
                  <a:lnTo>
                    <a:pt x="800011" y="62572"/>
                  </a:lnTo>
                  <a:lnTo>
                    <a:pt x="804583" y="62572"/>
                  </a:lnTo>
                  <a:lnTo>
                    <a:pt x="806107" y="61048"/>
                  </a:lnTo>
                  <a:lnTo>
                    <a:pt x="807631" y="61048"/>
                  </a:lnTo>
                  <a:lnTo>
                    <a:pt x="807631" y="59524"/>
                  </a:lnTo>
                  <a:lnTo>
                    <a:pt x="809155" y="57912"/>
                  </a:lnTo>
                  <a:lnTo>
                    <a:pt x="809155" y="51816"/>
                  </a:lnTo>
                  <a:close/>
                </a:path>
                <a:path w="1017270" h="62864">
                  <a:moveTo>
                    <a:pt x="870204" y="54952"/>
                  </a:moveTo>
                  <a:lnTo>
                    <a:pt x="858012" y="54952"/>
                  </a:lnTo>
                  <a:lnTo>
                    <a:pt x="858012" y="4572"/>
                  </a:lnTo>
                  <a:lnTo>
                    <a:pt x="851827" y="4572"/>
                  </a:lnTo>
                  <a:lnTo>
                    <a:pt x="833539" y="13716"/>
                  </a:lnTo>
                  <a:lnTo>
                    <a:pt x="836587" y="21336"/>
                  </a:lnTo>
                  <a:lnTo>
                    <a:pt x="848779" y="13716"/>
                  </a:lnTo>
                  <a:lnTo>
                    <a:pt x="848779" y="54952"/>
                  </a:lnTo>
                  <a:lnTo>
                    <a:pt x="835063" y="54952"/>
                  </a:lnTo>
                  <a:lnTo>
                    <a:pt x="835063" y="62572"/>
                  </a:lnTo>
                  <a:lnTo>
                    <a:pt x="870204" y="62572"/>
                  </a:lnTo>
                  <a:lnTo>
                    <a:pt x="870204" y="54952"/>
                  </a:lnTo>
                  <a:close/>
                </a:path>
                <a:path w="1017270" h="62864">
                  <a:moveTo>
                    <a:pt x="919073" y="54952"/>
                  </a:moveTo>
                  <a:lnTo>
                    <a:pt x="891552" y="54952"/>
                  </a:lnTo>
                  <a:lnTo>
                    <a:pt x="902220" y="44196"/>
                  </a:lnTo>
                  <a:lnTo>
                    <a:pt x="905268" y="42672"/>
                  </a:lnTo>
                  <a:lnTo>
                    <a:pt x="906792" y="39624"/>
                  </a:lnTo>
                  <a:lnTo>
                    <a:pt x="909840" y="36576"/>
                  </a:lnTo>
                  <a:lnTo>
                    <a:pt x="911364" y="33528"/>
                  </a:lnTo>
                  <a:lnTo>
                    <a:pt x="914412" y="30480"/>
                  </a:lnTo>
                  <a:lnTo>
                    <a:pt x="914412" y="28956"/>
                  </a:lnTo>
                  <a:lnTo>
                    <a:pt x="915936" y="27432"/>
                  </a:lnTo>
                  <a:lnTo>
                    <a:pt x="915936" y="13716"/>
                  </a:lnTo>
                  <a:lnTo>
                    <a:pt x="912888" y="10668"/>
                  </a:lnTo>
                  <a:lnTo>
                    <a:pt x="908316" y="6096"/>
                  </a:lnTo>
                  <a:lnTo>
                    <a:pt x="906792" y="6096"/>
                  </a:lnTo>
                  <a:lnTo>
                    <a:pt x="903744" y="4572"/>
                  </a:lnTo>
                  <a:lnTo>
                    <a:pt x="893076" y="4572"/>
                  </a:lnTo>
                  <a:lnTo>
                    <a:pt x="883932" y="9144"/>
                  </a:lnTo>
                  <a:lnTo>
                    <a:pt x="882408" y="12192"/>
                  </a:lnTo>
                  <a:lnTo>
                    <a:pt x="886980" y="16764"/>
                  </a:lnTo>
                  <a:lnTo>
                    <a:pt x="891552" y="12192"/>
                  </a:lnTo>
                  <a:lnTo>
                    <a:pt x="894600" y="10668"/>
                  </a:lnTo>
                  <a:lnTo>
                    <a:pt x="902220" y="10668"/>
                  </a:lnTo>
                  <a:lnTo>
                    <a:pt x="906792" y="15240"/>
                  </a:lnTo>
                  <a:lnTo>
                    <a:pt x="906792" y="16764"/>
                  </a:lnTo>
                  <a:lnTo>
                    <a:pt x="908316" y="16764"/>
                  </a:lnTo>
                  <a:lnTo>
                    <a:pt x="908316" y="25908"/>
                  </a:lnTo>
                  <a:lnTo>
                    <a:pt x="906792" y="27432"/>
                  </a:lnTo>
                  <a:lnTo>
                    <a:pt x="906792" y="28956"/>
                  </a:lnTo>
                  <a:lnTo>
                    <a:pt x="902220" y="33528"/>
                  </a:lnTo>
                  <a:lnTo>
                    <a:pt x="900696" y="36576"/>
                  </a:lnTo>
                  <a:lnTo>
                    <a:pt x="899172" y="38100"/>
                  </a:lnTo>
                  <a:lnTo>
                    <a:pt x="896124" y="39624"/>
                  </a:lnTo>
                  <a:lnTo>
                    <a:pt x="882408" y="54952"/>
                  </a:lnTo>
                  <a:lnTo>
                    <a:pt x="882408" y="62572"/>
                  </a:lnTo>
                  <a:lnTo>
                    <a:pt x="919073" y="62572"/>
                  </a:lnTo>
                  <a:lnTo>
                    <a:pt x="919073" y="54952"/>
                  </a:lnTo>
                  <a:close/>
                </a:path>
                <a:path w="1017270" h="62864">
                  <a:moveTo>
                    <a:pt x="970991" y="42672"/>
                  </a:moveTo>
                  <a:lnTo>
                    <a:pt x="961847" y="42672"/>
                  </a:lnTo>
                  <a:lnTo>
                    <a:pt x="961847" y="12192"/>
                  </a:lnTo>
                  <a:lnTo>
                    <a:pt x="961847" y="4572"/>
                  </a:lnTo>
                  <a:lnTo>
                    <a:pt x="954227" y="4572"/>
                  </a:lnTo>
                  <a:lnTo>
                    <a:pt x="954227" y="12192"/>
                  </a:lnTo>
                  <a:lnTo>
                    <a:pt x="954227" y="42672"/>
                  </a:lnTo>
                  <a:lnTo>
                    <a:pt x="934313" y="42672"/>
                  </a:lnTo>
                  <a:lnTo>
                    <a:pt x="954227" y="12192"/>
                  </a:lnTo>
                  <a:lnTo>
                    <a:pt x="954227" y="4572"/>
                  </a:lnTo>
                  <a:lnTo>
                    <a:pt x="951179" y="4572"/>
                  </a:lnTo>
                  <a:lnTo>
                    <a:pt x="926693" y="42672"/>
                  </a:lnTo>
                  <a:lnTo>
                    <a:pt x="926693" y="48768"/>
                  </a:lnTo>
                  <a:lnTo>
                    <a:pt x="954227" y="48768"/>
                  </a:lnTo>
                  <a:lnTo>
                    <a:pt x="954227" y="62572"/>
                  </a:lnTo>
                  <a:lnTo>
                    <a:pt x="961847" y="62572"/>
                  </a:lnTo>
                  <a:lnTo>
                    <a:pt x="961847" y="48768"/>
                  </a:lnTo>
                  <a:lnTo>
                    <a:pt x="970991" y="48768"/>
                  </a:lnTo>
                  <a:lnTo>
                    <a:pt x="970991" y="42672"/>
                  </a:lnTo>
                  <a:close/>
                </a:path>
                <a:path w="1017270" h="62864">
                  <a:moveTo>
                    <a:pt x="1016800" y="4572"/>
                  </a:moveTo>
                  <a:lnTo>
                    <a:pt x="978611" y="4572"/>
                  </a:lnTo>
                  <a:lnTo>
                    <a:pt x="978611" y="12192"/>
                  </a:lnTo>
                  <a:lnTo>
                    <a:pt x="1009180" y="12192"/>
                  </a:lnTo>
                  <a:lnTo>
                    <a:pt x="984707" y="62585"/>
                  </a:lnTo>
                  <a:lnTo>
                    <a:pt x="993940" y="62585"/>
                  </a:lnTo>
                  <a:lnTo>
                    <a:pt x="1016800" y="12192"/>
                  </a:lnTo>
                  <a:lnTo>
                    <a:pt x="1016800" y="457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87240" y="2093309"/>
              <a:ext cx="703992" cy="8143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8792" y="1101280"/>
              <a:ext cx="1900809" cy="217779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363045" y="2097887"/>
              <a:ext cx="376555" cy="58419"/>
            </a:xfrm>
            <a:custGeom>
              <a:avLst/>
              <a:gdLst/>
              <a:ahLst/>
              <a:cxnLst/>
              <a:rect l="l" t="t" r="r" b="b"/>
              <a:pathLst>
                <a:path w="376554" h="58419">
                  <a:moveTo>
                    <a:pt x="41249" y="24384"/>
                  </a:moveTo>
                  <a:lnTo>
                    <a:pt x="40741" y="22860"/>
                  </a:lnTo>
                  <a:lnTo>
                    <a:pt x="39725" y="19812"/>
                  </a:lnTo>
                  <a:lnTo>
                    <a:pt x="39725" y="15240"/>
                  </a:lnTo>
                  <a:lnTo>
                    <a:pt x="35153" y="6096"/>
                  </a:lnTo>
                  <a:lnTo>
                    <a:pt x="33629" y="4572"/>
                  </a:lnTo>
                  <a:lnTo>
                    <a:pt x="33629" y="25908"/>
                  </a:lnTo>
                  <a:lnTo>
                    <a:pt x="33629" y="32004"/>
                  </a:lnTo>
                  <a:lnTo>
                    <a:pt x="32105" y="36576"/>
                  </a:lnTo>
                  <a:lnTo>
                    <a:pt x="32105" y="41148"/>
                  </a:lnTo>
                  <a:lnTo>
                    <a:pt x="30581" y="44284"/>
                  </a:lnTo>
                  <a:lnTo>
                    <a:pt x="29057" y="45808"/>
                  </a:lnTo>
                  <a:lnTo>
                    <a:pt x="29057" y="47332"/>
                  </a:lnTo>
                  <a:lnTo>
                    <a:pt x="26009" y="50380"/>
                  </a:lnTo>
                  <a:lnTo>
                    <a:pt x="24485" y="50380"/>
                  </a:lnTo>
                  <a:lnTo>
                    <a:pt x="21437" y="51904"/>
                  </a:lnTo>
                  <a:lnTo>
                    <a:pt x="16865" y="51904"/>
                  </a:lnTo>
                  <a:lnTo>
                    <a:pt x="13817" y="48856"/>
                  </a:lnTo>
                  <a:lnTo>
                    <a:pt x="12293" y="48856"/>
                  </a:lnTo>
                  <a:lnTo>
                    <a:pt x="12293" y="47332"/>
                  </a:lnTo>
                  <a:lnTo>
                    <a:pt x="10769" y="47332"/>
                  </a:lnTo>
                  <a:lnTo>
                    <a:pt x="10769" y="45808"/>
                  </a:lnTo>
                  <a:lnTo>
                    <a:pt x="9245" y="44284"/>
                  </a:lnTo>
                  <a:lnTo>
                    <a:pt x="9245" y="41148"/>
                  </a:lnTo>
                  <a:lnTo>
                    <a:pt x="18770" y="33528"/>
                  </a:lnTo>
                  <a:lnTo>
                    <a:pt x="32105" y="22860"/>
                  </a:lnTo>
                  <a:lnTo>
                    <a:pt x="32105" y="25908"/>
                  </a:lnTo>
                  <a:lnTo>
                    <a:pt x="33629" y="25908"/>
                  </a:lnTo>
                  <a:lnTo>
                    <a:pt x="33629" y="4572"/>
                  </a:lnTo>
                  <a:lnTo>
                    <a:pt x="30581" y="3048"/>
                  </a:lnTo>
                  <a:lnTo>
                    <a:pt x="30581" y="13716"/>
                  </a:lnTo>
                  <a:lnTo>
                    <a:pt x="30581" y="16764"/>
                  </a:lnTo>
                  <a:lnTo>
                    <a:pt x="7721" y="33528"/>
                  </a:lnTo>
                  <a:lnTo>
                    <a:pt x="7721" y="18288"/>
                  </a:lnTo>
                  <a:lnTo>
                    <a:pt x="9245" y="16764"/>
                  </a:lnTo>
                  <a:lnTo>
                    <a:pt x="9245" y="13716"/>
                  </a:lnTo>
                  <a:lnTo>
                    <a:pt x="10769" y="12192"/>
                  </a:lnTo>
                  <a:lnTo>
                    <a:pt x="12293" y="9144"/>
                  </a:lnTo>
                  <a:lnTo>
                    <a:pt x="13817" y="9144"/>
                  </a:lnTo>
                  <a:lnTo>
                    <a:pt x="16865" y="6096"/>
                  </a:lnTo>
                  <a:lnTo>
                    <a:pt x="24485" y="6096"/>
                  </a:lnTo>
                  <a:lnTo>
                    <a:pt x="29057" y="10668"/>
                  </a:lnTo>
                  <a:lnTo>
                    <a:pt x="29057" y="12192"/>
                  </a:lnTo>
                  <a:lnTo>
                    <a:pt x="30581" y="13716"/>
                  </a:lnTo>
                  <a:lnTo>
                    <a:pt x="30581" y="3048"/>
                  </a:lnTo>
                  <a:lnTo>
                    <a:pt x="29057" y="1524"/>
                  </a:lnTo>
                  <a:lnTo>
                    <a:pt x="26009" y="0"/>
                  </a:lnTo>
                  <a:lnTo>
                    <a:pt x="13817" y="0"/>
                  </a:lnTo>
                  <a:lnTo>
                    <a:pt x="10769" y="1524"/>
                  </a:lnTo>
                  <a:lnTo>
                    <a:pt x="9245" y="3048"/>
                  </a:lnTo>
                  <a:lnTo>
                    <a:pt x="6197" y="4572"/>
                  </a:lnTo>
                  <a:lnTo>
                    <a:pt x="4673" y="7620"/>
                  </a:lnTo>
                  <a:lnTo>
                    <a:pt x="3048" y="10668"/>
                  </a:lnTo>
                  <a:lnTo>
                    <a:pt x="0" y="16764"/>
                  </a:lnTo>
                  <a:lnTo>
                    <a:pt x="0" y="38100"/>
                  </a:lnTo>
                  <a:lnTo>
                    <a:pt x="1524" y="41148"/>
                  </a:lnTo>
                  <a:lnTo>
                    <a:pt x="1524" y="45808"/>
                  </a:lnTo>
                  <a:lnTo>
                    <a:pt x="3048" y="48856"/>
                  </a:lnTo>
                  <a:lnTo>
                    <a:pt x="4673" y="50380"/>
                  </a:lnTo>
                  <a:lnTo>
                    <a:pt x="6197" y="53428"/>
                  </a:lnTo>
                  <a:lnTo>
                    <a:pt x="9245" y="54952"/>
                  </a:lnTo>
                  <a:lnTo>
                    <a:pt x="10769" y="56476"/>
                  </a:lnTo>
                  <a:lnTo>
                    <a:pt x="13817" y="58000"/>
                  </a:lnTo>
                  <a:lnTo>
                    <a:pt x="26009" y="58000"/>
                  </a:lnTo>
                  <a:lnTo>
                    <a:pt x="32105" y="54952"/>
                  </a:lnTo>
                  <a:lnTo>
                    <a:pt x="33629" y="51904"/>
                  </a:lnTo>
                  <a:lnTo>
                    <a:pt x="35153" y="50380"/>
                  </a:lnTo>
                  <a:lnTo>
                    <a:pt x="38201" y="44284"/>
                  </a:lnTo>
                  <a:lnTo>
                    <a:pt x="39725" y="41148"/>
                  </a:lnTo>
                  <a:lnTo>
                    <a:pt x="39725" y="36576"/>
                  </a:lnTo>
                  <a:lnTo>
                    <a:pt x="41249" y="33528"/>
                  </a:lnTo>
                  <a:lnTo>
                    <a:pt x="41249" y="24384"/>
                  </a:lnTo>
                  <a:close/>
                </a:path>
                <a:path w="376554" h="58419">
                  <a:moveTo>
                    <a:pt x="76390" y="48768"/>
                  </a:moveTo>
                  <a:lnTo>
                    <a:pt x="74866" y="47244"/>
                  </a:lnTo>
                  <a:lnTo>
                    <a:pt x="74866" y="45720"/>
                  </a:lnTo>
                  <a:lnTo>
                    <a:pt x="73342" y="45720"/>
                  </a:lnTo>
                  <a:lnTo>
                    <a:pt x="73342" y="44196"/>
                  </a:lnTo>
                  <a:lnTo>
                    <a:pt x="64109" y="44196"/>
                  </a:lnTo>
                  <a:lnTo>
                    <a:pt x="64109" y="45720"/>
                  </a:lnTo>
                  <a:lnTo>
                    <a:pt x="62585" y="45720"/>
                  </a:lnTo>
                  <a:lnTo>
                    <a:pt x="62585" y="47244"/>
                  </a:lnTo>
                  <a:lnTo>
                    <a:pt x="61061" y="48768"/>
                  </a:lnTo>
                  <a:lnTo>
                    <a:pt x="61061" y="53340"/>
                  </a:lnTo>
                  <a:lnTo>
                    <a:pt x="62585" y="53340"/>
                  </a:lnTo>
                  <a:lnTo>
                    <a:pt x="62585" y="54864"/>
                  </a:lnTo>
                  <a:lnTo>
                    <a:pt x="64109" y="56388"/>
                  </a:lnTo>
                  <a:lnTo>
                    <a:pt x="65633" y="56388"/>
                  </a:lnTo>
                  <a:lnTo>
                    <a:pt x="65633" y="57912"/>
                  </a:lnTo>
                  <a:lnTo>
                    <a:pt x="71729" y="57912"/>
                  </a:lnTo>
                  <a:lnTo>
                    <a:pt x="71729" y="56388"/>
                  </a:lnTo>
                  <a:lnTo>
                    <a:pt x="73342" y="56388"/>
                  </a:lnTo>
                  <a:lnTo>
                    <a:pt x="74866" y="54864"/>
                  </a:lnTo>
                  <a:lnTo>
                    <a:pt x="74866" y="53340"/>
                  </a:lnTo>
                  <a:lnTo>
                    <a:pt x="76390" y="53340"/>
                  </a:lnTo>
                  <a:lnTo>
                    <a:pt x="76390" y="48768"/>
                  </a:lnTo>
                  <a:close/>
                </a:path>
                <a:path w="376554" h="58419">
                  <a:moveTo>
                    <a:pt x="137350" y="21336"/>
                  </a:moveTo>
                  <a:lnTo>
                    <a:pt x="135826" y="16764"/>
                  </a:lnTo>
                  <a:lnTo>
                    <a:pt x="135826" y="13716"/>
                  </a:lnTo>
                  <a:lnTo>
                    <a:pt x="132778" y="7620"/>
                  </a:lnTo>
                  <a:lnTo>
                    <a:pt x="131254" y="6096"/>
                  </a:lnTo>
                  <a:lnTo>
                    <a:pt x="129730" y="3048"/>
                  </a:lnTo>
                  <a:lnTo>
                    <a:pt x="129730" y="21336"/>
                  </a:lnTo>
                  <a:lnTo>
                    <a:pt x="129730" y="25908"/>
                  </a:lnTo>
                  <a:lnTo>
                    <a:pt x="126682" y="25908"/>
                  </a:lnTo>
                  <a:lnTo>
                    <a:pt x="126682" y="27432"/>
                  </a:lnTo>
                  <a:lnTo>
                    <a:pt x="123634" y="27432"/>
                  </a:lnTo>
                  <a:lnTo>
                    <a:pt x="122110" y="28956"/>
                  </a:lnTo>
                  <a:lnTo>
                    <a:pt x="111442" y="28956"/>
                  </a:lnTo>
                  <a:lnTo>
                    <a:pt x="109918" y="27432"/>
                  </a:lnTo>
                  <a:lnTo>
                    <a:pt x="108394" y="27432"/>
                  </a:lnTo>
                  <a:lnTo>
                    <a:pt x="108394" y="25908"/>
                  </a:lnTo>
                  <a:lnTo>
                    <a:pt x="106870" y="25908"/>
                  </a:lnTo>
                  <a:lnTo>
                    <a:pt x="106870" y="22860"/>
                  </a:lnTo>
                  <a:lnTo>
                    <a:pt x="105346" y="21336"/>
                  </a:lnTo>
                  <a:lnTo>
                    <a:pt x="105346" y="13716"/>
                  </a:lnTo>
                  <a:lnTo>
                    <a:pt x="106870" y="12192"/>
                  </a:lnTo>
                  <a:lnTo>
                    <a:pt x="106870" y="10668"/>
                  </a:lnTo>
                  <a:lnTo>
                    <a:pt x="108394" y="10668"/>
                  </a:lnTo>
                  <a:lnTo>
                    <a:pt x="108394" y="9144"/>
                  </a:lnTo>
                  <a:lnTo>
                    <a:pt x="109918" y="7620"/>
                  </a:lnTo>
                  <a:lnTo>
                    <a:pt x="111442" y="7620"/>
                  </a:lnTo>
                  <a:lnTo>
                    <a:pt x="112966" y="6096"/>
                  </a:lnTo>
                  <a:lnTo>
                    <a:pt x="122110" y="6096"/>
                  </a:lnTo>
                  <a:lnTo>
                    <a:pt x="125158" y="9144"/>
                  </a:lnTo>
                  <a:lnTo>
                    <a:pt x="125158" y="10668"/>
                  </a:lnTo>
                  <a:lnTo>
                    <a:pt x="128206" y="13716"/>
                  </a:lnTo>
                  <a:lnTo>
                    <a:pt x="128206" y="18288"/>
                  </a:lnTo>
                  <a:lnTo>
                    <a:pt x="129730" y="21336"/>
                  </a:lnTo>
                  <a:lnTo>
                    <a:pt x="129730" y="3048"/>
                  </a:lnTo>
                  <a:lnTo>
                    <a:pt x="128206" y="1524"/>
                  </a:lnTo>
                  <a:lnTo>
                    <a:pt x="125158" y="1524"/>
                  </a:lnTo>
                  <a:lnTo>
                    <a:pt x="122110" y="0"/>
                  </a:lnTo>
                  <a:lnTo>
                    <a:pt x="111442" y="0"/>
                  </a:lnTo>
                  <a:lnTo>
                    <a:pt x="109918" y="1524"/>
                  </a:lnTo>
                  <a:lnTo>
                    <a:pt x="106870" y="1524"/>
                  </a:lnTo>
                  <a:lnTo>
                    <a:pt x="103822" y="4572"/>
                  </a:lnTo>
                  <a:lnTo>
                    <a:pt x="100774" y="6096"/>
                  </a:lnTo>
                  <a:lnTo>
                    <a:pt x="100774" y="9144"/>
                  </a:lnTo>
                  <a:lnTo>
                    <a:pt x="99250" y="10668"/>
                  </a:lnTo>
                  <a:lnTo>
                    <a:pt x="97726" y="13716"/>
                  </a:lnTo>
                  <a:lnTo>
                    <a:pt x="97726" y="22860"/>
                  </a:lnTo>
                  <a:lnTo>
                    <a:pt x="99250" y="25908"/>
                  </a:lnTo>
                  <a:lnTo>
                    <a:pt x="99250" y="27432"/>
                  </a:lnTo>
                  <a:lnTo>
                    <a:pt x="105346" y="33528"/>
                  </a:lnTo>
                  <a:lnTo>
                    <a:pt x="106870" y="33528"/>
                  </a:lnTo>
                  <a:lnTo>
                    <a:pt x="109918" y="35052"/>
                  </a:lnTo>
                  <a:lnTo>
                    <a:pt x="122110" y="35052"/>
                  </a:lnTo>
                  <a:lnTo>
                    <a:pt x="125158" y="33528"/>
                  </a:lnTo>
                  <a:lnTo>
                    <a:pt x="126682" y="33528"/>
                  </a:lnTo>
                  <a:lnTo>
                    <a:pt x="129730" y="32004"/>
                  </a:lnTo>
                  <a:lnTo>
                    <a:pt x="128206" y="33528"/>
                  </a:lnTo>
                  <a:lnTo>
                    <a:pt x="128206" y="38100"/>
                  </a:lnTo>
                  <a:lnTo>
                    <a:pt x="126682" y="41148"/>
                  </a:lnTo>
                  <a:lnTo>
                    <a:pt x="126682" y="42672"/>
                  </a:lnTo>
                  <a:lnTo>
                    <a:pt x="123634" y="45720"/>
                  </a:lnTo>
                  <a:lnTo>
                    <a:pt x="120586" y="47244"/>
                  </a:lnTo>
                  <a:lnTo>
                    <a:pt x="119062" y="48768"/>
                  </a:lnTo>
                  <a:lnTo>
                    <a:pt x="116014" y="48768"/>
                  </a:lnTo>
                  <a:lnTo>
                    <a:pt x="112966" y="50292"/>
                  </a:lnTo>
                  <a:lnTo>
                    <a:pt x="100774" y="50292"/>
                  </a:lnTo>
                  <a:lnTo>
                    <a:pt x="100774" y="58013"/>
                  </a:lnTo>
                  <a:lnTo>
                    <a:pt x="111442" y="58013"/>
                  </a:lnTo>
                  <a:lnTo>
                    <a:pt x="116014" y="56489"/>
                  </a:lnTo>
                  <a:lnTo>
                    <a:pt x="119062" y="54965"/>
                  </a:lnTo>
                  <a:lnTo>
                    <a:pt x="123634" y="54965"/>
                  </a:lnTo>
                  <a:lnTo>
                    <a:pt x="126682" y="51816"/>
                  </a:lnTo>
                  <a:lnTo>
                    <a:pt x="131254" y="47244"/>
                  </a:lnTo>
                  <a:lnTo>
                    <a:pt x="132778" y="44196"/>
                  </a:lnTo>
                  <a:lnTo>
                    <a:pt x="134302" y="39624"/>
                  </a:lnTo>
                  <a:lnTo>
                    <a:pt x="135826" y="36576"/>
                  </a:lnTo>
                  <a:lnTo>
                    <a:pt x="136969" y="32004"/>
                  </a:lnTo>
                  <a:lnTo>
                    <a:pt x="137350" y="30480"/>
                  </a:lnTo>
                  <a:lnTo>
                    <a:pt x="137350" y="28956"/>
                  </a:lnTo>
                  <a:lnTo>
                    <a:pt x="137350" y="21336"/>
                  </a:lnTo>
                  <a:close/>
                </a:path>
                <a:path w="376554" h="58419">
                  <a:moveTo>
                    <a:pt x="184696" y="33528"/>
                  </a:moveTo>
                  <a:lnTo>
                    <a:pt x="183172" y="30480"/>
                  </a:lnTo>
                  <a:lnTo>
                    <a:pt x="178600" y="25908"/>
                  </a:lnTo>
                  <a:lnTo>
                    <a:pt x="175552" y="24384"/>
                  </a:lnTo>
                  <a:lnTo>
                    <a:pt x="170980" y="24384"/>
                  </a:lnTo>
                  <a:lnTo>
                    <a:pt x="167932" y="22860"/>
                  </a:lnTo>
                  <a:lnTo>
                    <a:pt x="158788" y="22860"/>
                  </a:lnTo>
                  <a:lnTo>
                    <a:pt x="158788" y="7620"/>
                  </a:lnTo>
                  <a:lnTo>
                    <a:pt x="181648" y="7620"/>
                  </a:lnTo>
                  <a:lnTo>
                    <a:pt x="181648" y="0"/>
                  </a:lnTo>
                  <a:lnTo>
                    <a:pt x="151168" y="0"/>
                  </a:lnTo>
                  <a:lnTo>
                    <a:pt x="151168" y="28956"/>
                  </a:lnTo>
                  <a:lnTo>
                    <a:pt x="166408" y="28956"/>
                  </a:lnTo>
                  <a:lnTo>
                    <a:pt x="175552" y="33528"/>
                  </a:lnTo>
                  <a:lnTo>
                    <a:pt x="177076" y="36576"/>
                  </a:lnTo>
                  <a:lnTo>
                    <a:pt x="177076" y="41148"/>
                  </a:lnTo>
                  <a:lnTo>
                    <a:pt x="175552" y="42672"/>
                  </a:lnTo>
                  <a:lnTo>
                    <a:pt x="175552" y="44196"/>
                  </a:lnTo>
                  <a:lnTo>
                    <a:pt x="174028" y="45720"/>
                  </a:lnTo>
                  <a:lnTo>
                    <a:pt x="174028" y="47244"/>
                  </a:lnTo>
                  <a:lnTo>
                    <a:pt x="172504" y="48768"/>
                  </a:lnTo>
                  <a:lnTo>
                    <a:pt x="170980" y="48768"/>
                  </a:lnTo>
                  <a:lnTo>
                    <a:pt x="169456" y="50292"/>
                  </a:lnTo>
                  <a:lnTo>
                    <a:pt x="167932" y="50292"/>
                  </a:lnTo>
                  <a:lnTo>
                    <a:pt x="166408" y="51816"/>
                  </a:lnTo>
                  <a:lnTo>
                    <a:pt x="155740" y="51816"/>
                  </a:lnTo>
                  <a:lnTo>
                    <a:pt x="152692" y="50292"/>
                  </a:lnTo>
                  <a:lnTo>
                    <a:pt x="149644" y="50292"/>
                  </a:lnTo>
                  <a:lnTo>
                    <a:pt x="149644" y="58013"/>
                  </a:lnTo>
                  <a:lnTo>
                    <a:pt x="167932" y="58013"/>
                  </a:lnTo>
                  <a:lnTo>
                    <a:pt x="170980" y="56489"/>
                  </a:lnTo>
                  <a:lnTo>
                    <a:pt x="172504" y="54965"/>
                  </a:lnTo>
                  <a:lnTo>
                    <a:pt x="175552" y="54965"/>
                  </a:lnTo>
                  <a:lnTo>
                    <a:pt x="183172" y="47244"/>
                  </a:lnTo>
                  <a:lnTo>
                    <a:pt x="184696" y="44196"/>
                  </a:lnTo>
                  <a:lnTo>
                    <a:pt x="184696" y="39624"/>
                  </a:lnTo>
                  <a:lnTo>
                    <a:pt x="184696" y="33528"/>
                  </a:lnTo>
                  <a:close/>
                </a:path>
                <a:path w="376554" h="58419">
                  <a:moveTo>
                    <a:pt x="233553" y="35052"/>
                  </a:moveTo>
                  <a:lnTo>
                    <a:pt x="230505" y="32004"/>
                  </a:lnTo>
                  <a:lnTo>
                    <a:pt x="230505" y="30480"/>
                  </a:lnTo>
                  <a:lnTo>
                    <a:pt x="228981" y="30480"/>
                  </a:lnTo>
                  <a:lnTo>
                    <a:pt x="227457" y="28956"/>
                  </a:lnTo>
                  <a:lnTo>
                    <a:pt x="225933" y="28956"/>
                  </a:lnTo>
                  <a:lnTo>
                    <a:pt x="224409" y="27432"/>
                  </a:lnTo>
                  <a:lnTo>
                    <a:pt x="221361" y="27432"/>
                  </a:lnTo>
                  <a:lnTo>
                    <a:pt x="227457" y="24384"/>
                  </a:lnTo>
                  <a:lnTo>
                    <a:pt x="228981" y="21336"/>
                  </a:lnTo>
                  <a:lnTo>
                    <a:pt x="230505" y="19812"/>
                  </a:lnTo>
                  <a:lnTo>
                    <a:pt x="230505" y="7620"/>
                  </a:lnTo>
                  <a:lnTo>
                    <a:pt x="228981" y="6096"/>
                  </a:lnTo>
                  <a:lnTo>
                    <a:pt x="224409" y="1524"/>
                  </a:lnTo>
                  <a:lnTo>
                    <a:pt x="222885" y="1524"/>
                  </a:lnTo>
                  <a:lnTo>
                    <a:pt x="221361" y="0"/>
                  </a:lnTo>
                  <a:lnTo>
                    <a:pt x="204597" y="0"/>
                  </a:lnTo>
                  <a:lnTo>
                    <a:pt x="203073" y="1524"/>
                  </a:lnTo>
                  <a:lnTo>
                    <a:pt x="200025" y="1524"/>
                  </a:lnTo>
                  <a:lnTo>
                    <a:pt x="200025" y="9144"/>
                  </a:lnTo>
                  <a:lnTo>
                    <a:pt x="201549" y="7620"/>
                  </a:lnTo>
                  <a:lnTo>
                    <a:pt x="204597" y="7620"/>
                  </a:lnTo>
                  <a:lnTo>
                    <a:pt x="206121" y="6096"/>
                  </a:lnTo>
                  <a:lnTo>
                    <a:pt x="215265" y="6096"/>
                  </a:lnTo>
                  <a:lnTo>
                    <a:pt x="218313" y="7620"/>
                  </a:lnTo>
                  <a:lnTo>
                    <a:pt x="219837" y="7620"/>
                  </a:lnTo>
                  <a:lnTo>
                    <a:pt x="222885" y="9144"/>
                  </a:lnTo>
                  <a:lnTo>
                    <a:pt x="222885" y="19812"/>
                  </a:lnTo>
                  <a:lnTo>
                    <a:pt x="221361" y="19812"/>
                  </a:lnTo>
                  <a:lnTo>
                    <a:pt x="221361" y="21336"/>
                  </a:lnTo>
                  <a:lnTo>
                    <a:pt x="218313" y="24384"/>
                  </a:lnTo>
                  <a:lnTo>
                    <a:pt x="204597" y="24384"/>
                  </a:lnTo>
                  <a:lnTo>
                    <a:pt x="204597" y="30480"/>
                  </a:lnTo>
                  <a:lnTo>
                    <a:pt x="215265" y="30480"/>
                  </a:lnTo>
                  <a:lnTo>
                    <a:pt x="216789" y="32004"/>
                  </a:lnTo>
                  <a:lnTo>
                    <a:pt x="221361" y="32004"/>
                  </a:lnTo>
                  <a:lnTo>
                    <a:pt x="221361" y="33528"/>
                  </a:lnTo>
                  <a:lnTo>
                    <a:pt x="222885" y="33528"/>
                  </a:lnTo>
                  <a:lnTo>
                    <a:pt x="224409" y="35052"/>
                  </a:lnTo>
                  <a:lnTo>
                    <a:pt x="224409" y="36576"/>
                  </a:lnTo>
                  <a:lnTo>
                    <a:pt x="225933" y="38100"/>
                  </a:lnTo>
                  <a:lnTo>
                    <a:pt x="225933" y="44196"/>
                  </a:lnTo>
                  <a:lnTo>
                    <a:pt x="224409" y="44196"/>
                  </a:lnTo>
                  <a:lnTo>
                    <a:pt x="224409" y="45720"/>
                  </a:lnTo>
                  <a:lnTo>
                    <a:pt x="222885" y="47244"/>
                  </a:lnTo>
                  <a:lnTo>
                    <a:pt x="222885" y="48768"/>
                  </a:lnTo>
                  <a:lnTo>
                    <a:pt x="221361" y="48768"/>
                  </a:lnTo>
                  <a:lnTo>
                    <a:pt x="219837" y="50292"/>
                  </a:lnTo>
                  <a:lnTo>
                    <a:pt x="216789" y="50292"/>
                  </a:lnTo>
                  <a:lnTo>
                    <a:pt x="215265" y="51816"/>
                  </a:lnTo>
                  <a:lnTo>
                    <a:pt x="204597" y="51816"/>
                  </a:lnTo>
                  <a:lnTo>
                    <a:pt x="201549" y="50292"/>
                  </a:lnTo>
                  <a:lnTo>
                    <a:pt x="198501" y="50292"/>
                  </a:lnTo>
                  <a:lnTo>
                    <a:pt x="198501" y="58013"/>
                  </a:lnTo>
                  <a:lnTo>
                    <a:pt x="216789" y="58013"/>
                  </a:lnTo>
                  <a:lnTo>
                    <a:pt x="222885" y="54965"/>
                  </a:lnTo>
                  <a:lnTo>
                    <a:pt x="225933" y="54965"/>
                  </a:lnTo>
                  <a:lnTo>
                    <a:pt x="227457" y="53340"/>
                  </a:lnTo>
                  <a:lnTo>
                    <a:pt x="228981" y="51816"/>
                  </a:lnTo>
                  <a:lnTo>
                    <a:pt x="232029" y="48768"/>
                  </a:lnTo>
                  <a:lnTo>
                    <a:pt x="232029" y="47244"/>
                  </a:lnTo>
                  <a:lnTo>
                    <a:pt x="233553" y="44196"/>
                  </a:lnTo>
                  <a:lnTo>
                    <a:pt x="233553" y="35052"/>
                  </a:lnTo>
                  <a:close/>
                </a:path>
                <a:path w="376554" h="58419">
                  <a:moveTo>
                    <a:pt x="283933" y="50292"/>
                  </a:moveTo>
                  <a:lnTo>
                    <a:pt x="256501" y="50292"/>
                  </a:lnTo>
                  <a:lnTo>
                    <a:pt x="274789" y="32004"/>
                  </a:lnTo>
                  <a:lnTo>
                    <a:pt x="276313" y="28956"/>
                  </a:lnTo>
                  <a:lnTo>
                    <a:pt x="277837" y="27432"/>
                  </a:lnTo>
                  <a:lnTo>
                    <a:pt x="277837" y="25908"/>
                  </a:lnTo>
                  <a:lnTo>
                    <a:pt x="279361" y="24384"/>
                  </a:lnTo>
                  <a:lnTo>
                    <a:pt x="279361" y="22860"/>
                  </a:lnTo>
                  <a:lnTo>
                    <a:pt x="280885" y="19812"/>
                  </a:lnTo>
                  <a:lnTo>
                    <a:pt x="280885" y="10668"/>
                  </a:lnTo>
                  <a:lnTo>
                    <a:pt x="279361" y="9144"/>
                  </a:lnTo>
                  <a:lnTo>
                    <a:pt x="279361" y="7620"/>
                  </a:lnTo>
                  <a:lnTo>
                    <a:pt x="277837" y="6096"/>
                  </a:lnTo>
                  <a:lnTo>
                    <a:pt x="273265" y="1524"/>
                  </a:lnTo>
                  <a:lnTo>
                    <a:pt x="270217" y="1524"/>
                  </a:lnTo>
                  <a:lnTo>
                    <a:pt x="268693" y="0"/>
                  </a:lnTo>
                  <a:lnTo>
                    <a:pt x="256501" y="0"/>
                  </a:lnTo>
                  <a:lnTo>
                    <a:pt x="253453" y="1524"/>
                  </a:lnTo>
                  <a:lnTo>
                    <a:pt x="251929" y="3048"/>
                  </a:lnTo>
                  <a:lnTo>
                    <a:pt x="248793" y="4572"/>
                  </a:lnTo>
                  <a:lnTo>
                    <a:pt x="247269" y="7620"/>
                  </a:lnTo>
                  <a:lnTo>
                    <a:pt x="250405" y="12192"/>
                  </a:lnTo>
                  <a:lnTo>
                    <a:pt x="251929" y="10668"/>
                  </a:lnTo>
                  <a:lnTo>
                    <a:pt x="254977" y="9144"/>
                  </a:lnTo>
                  <a:lnTo>
                    <a:pt x="258025" y="6096"/>
                  </a:lnTo>
                  <a:lnTo>
                    <a:pt x="265645" y="6096"/>
                  </a:lnTo>
                  <a:lnTo>
                    <a:pt x="267169" y="7620"/>
                  </a:lnTo>
                  <a:lnTo>
                    <a:pt x="268693" y="7620"/>
                  </a:lnTo>
                  <a:lnTo>
                    <a:pt x="271741" y="10668"/>
                  </a:lnTo>
                  <a:lnTo>
                    <a:pt x="271741" y="13716"/>
                  </a:lnTo>
                  <a:lnTo>
                    <a:pt x="273265" y="15240"/>
                  </a:lnTo>
                  <a:lnTo>
                    <a:pt x="273265" y="19812"/>
                  </a:lnTo>
                  <a:lnTo>
                    <a:pt x="271741" y="21336"/>
                  </a:lnTo>
                  <a:lnTo>
                    <a:pt x="271741" y="22860"/>
                  </a:lnTo>
                  <a:lnTo>
                    <a:pt x="270217" y="24384"/>
                  </a:lnTo>
                  <a:lnTo>
                    <a:pt x="270217" y="25908"/>
                  </a:lnTo>
                  <a:lnTo>
                    <a:pt x="267169" y="28956"/>
                  </a:lnTo>
                  <a:lnTo>
                    <a:pt x="265645" y="32004"/>
                  </a:lnTo>
                  <a:lnTo>
                    <a:pt x="264121" y="33528"/>
                  </a:lnTo>
                  <a:lnTo>
                    <a:pt x="261073" y="35052"/>
                  </a:lnTo>
                  <a:lnTo>
                    <a:pt x="245745" y="50292"/>
                  </a:lnTo>
                  <a:lnTo>
                    <a:pt x="245745" y="58000"/>
                  </a:lnTo>
                  <a:lnTo>
                    <a:pt x="283933" y="58000"/>
                  </a:lnTo>
                  <a:lnTo>
                    <a:pt x="283933" y="50292"/>
                  </a:lnTo>
                  <a:close/>
                </a:path>
                <a:path w="376554" h="58419">
                  <a:moveTo>
                    <a:pt x="376326" y="29629"/>
                  </a:moveTo>
                  <a:lnTo>
                    <a:pt x="347383" y="29629"/>
                  </a:lnTo>
                  <a:lnTo>
                    <a:pt x="347383" y="37249"/>
                  </a:lnTo>
                  <a:lnTo>
                    <a:pt x="376326" y="37249"/>
                  </a:lnTo>
                  <a:lnTo>
                    <a:pt x="376326" y="29629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01201" y="2093309"/>
              <a:ext cx="381666" cy="8143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973324" y="2097785"/>
              <a:ext cx="3605529" cy="260350"/>
            </a:xfrm>
            <a:custGeom>
              <a:avLst/>
              <a:gdLst/>
              <a:ahLst/>
              <a:cxnLst/>
              <a:rect l="l" t="t" r="r" b="b"/>
              <a:pathLst>
                <a:path w="3605529" h="260350">
                  <a:moveTo>
                    <a:pt x="27432" y="252234"/>
                  </a:moveTo>
                  <a:lnTo>
                    <a:pt x="0" y="252234"/>
                  </a:lnTo>
                  <a:lnTo>
                    <a:pt x="0" y="259854"/>
                  </a:lnTo>
                  <a:lnTo>
                    <a:pt x="27432" y="259854"/>
                  </a:lnTo>
                  <a:lnTo>
                    <a:pt x="27432" y="252234"/>
                  </a:lnTo>
                  <a:close/>
                </a:path>
                <a:path w="3605529" h="260350">
                  <a:moveTo>
                    <a:pt x="3247733" y="48958"/>
                  </a:moveTo>
                  <a:lnTo>
                    <a:pt x="3246209" y="47434"/>
                  </a:lnTo>
                  <a:lnTo>
                    <a:pt x="3244685" y="45821"/>
                  </a:lnTo>
                  <a:lnTo>
                    <a:pt x="3243161" y="45821"/>
                  </a:lnTo>
                  <a:lnTo>
                    <a:pt x="3243161" y="44297"/>
                  </a:lnTo>
                  <a:lnTo>
                    <a:pt x="3238589" y="44297"/>
                  </a:lnTo>
                  <a:lnTo>
                    <a:pt x="3238589" y="45821"/>
                  </a:lnTo>
                  <a:lnTo>
                    <a:pt x="3237065" y="45821"/>
                  </a:lnTo>
                  <a:lnTo>
                    <a:pt x="3235541" y="47434"/>
                  </a:lnTo>
                  <a:lnTo>
                    <a:pt x="3235541" y="48958"/>
                  </a:lnTo>
                  <a:lnTo>
                    <a:pt x="3234017" y="50482"/>
                  </a:lnTo>
                  <a:lnTo>
                    <a:pt x="3234017" y="53530"/>
                  </a:lnTo>
                  <a:lnTo>
                    <a:pt x="3235541" y="53530"/>
                  </a:lnTo>
                  <a:lnTo>
                    <a:pt x="3235541" y="56578"/>
                  </a:lnTo>
                  <a:lnTo>
                    <a:pt x="3237065" y="56578"/>
                  </a:lnTo>
                  <a:lnTo>
                    <a:pt x="3238589" y="58102"/>
                  </a:lnTo>
                  <a:lnTo>
                    <a:pt x="3243161" y="58102"/>
                  </a:lnTo>
                  <a:lnTo>
                    <a:pt x="3244685" y="56578"/>
                  </a:lnTo>
                  <a:lnTo>
                    <a:pt x="3246209" y="56578"/>
                  </a:lnTo>
                  <a:lnTo>
                    <a:pt x="3246209" y="55054"/>
                  </a:lnTo>
                  <a:lnTo>
                    <a:pt x="3247733" y="53530"/>
                  </a:lnTo>
                  <a:lnTo>
                    <a:pt x="3247733" y="48958"/>
                  </a:lnTo>
                  <a:close/>
                </a:path>
                <a:path w="3605529" h="260350">
                  <a:moveTo>
                    <a:pt x="3247733" y="16865"/>
                  </a:moveTo>
                  <a:lnTo>
                    <a:pt x="3246209" y="16865"/>
                  </a:lnTo>
                  <a:lnTo>
                    <a:pt x="3246209" y="15341"/>
                  </a:lnTo>
                  <a:lnTo>
                    <a:pt x="3244685" y="13817"/>
                  </a:lnTo>
                  <a:lnTo>
                    <a:pt x="3243161" y="13817"/>
                  </a:lnTo>
                  <a:lnTo>
                    <a:pt x="3241637" y="12293"/>
                  </a:lnTo>
                  <a:lnTo>
                    <a:pt x="3240113" y="12293"/>
                  </a:lnTo>
                  <a:lnTo>
                    <a:pt x="3238589" y="13817"/>
                  </a:lnTo>
                  <a:lnTo>
                    <a:pt x="3237065" y="13817"/>
                  </a:lnTo>
                  <a:lnTo>
                    <a:pt x="3235541" y="15341"/>
                  </a:lnTo>
                  <a:lnTo>
                    <a:pt x="3235541" y="16865"/>
                  </a:lnTo>
                  <a:lnTo>
                    <a:pt x="3234017" y="18389"/>
                  </a:lnTo>
                  <a:lnTo>
                    <a:pt x="3234017" y="21437"/>
                  </a:lnTo>
                  <a:lnTo>
                    <a:pt x="3235541" y="21437"/>
                  </a:lnTo>
                  <a:lnTo>
                    <a:pt x="3235541" y="24485"/>
                  </a:lnTo>
                  <a:lnTo>
                    <a:pt x="3237065" y="24485"/>
                  </a:lnTo>
                  <a:lnTo>
                    <a:pt x="3237065" y="26009"/>
                  </a:lnTo>
                  <a:lnTo>
                    <a:pt x="3244685" y="26009"/>
                  </a:lnTo>
                  <a:lnTo>
                    <a:pt x="3244685" y="24485"/>
                  </a:lnTo>
                  <a:lnTo>
                    <a:pt x="3246209" y="24485"/>
                  </a:lnTo>
                  <a:lnTo>
                    <a:pt x="3246209" y="22961"/>
                  </a:lnTo>
                  <a:lnTo>
                    <a:pt x="3247733" y="21437"/>
                  </a:lnTo>
                  <a:lnTo>
                    <a:pt x="3247733" y="16865"/>
                  </a:lnTo>
                  <a:close/>
                </a:path>
                <a:path w="3605529" h="260350">
                  <a:moveTo>
                    <a:pt x="3359175" y="19812"/>
                  </a:moveTo>
                  <a:lnTo>
                    <a:pt x="3357651" y="15240"/>
                  </a:lnTo>
                  <a:lnTo>
                    <a:pt x="3357651" y="12192"/>
                  </a:lnTo>
                  <a:lnTo>
                    <a:pt x="3354603" y="6096"/>
                  </a:lnTo>
                  <a:lnTo>
                    <a:pt x="3351555" y="4572"/>
                  </a:lnTo>
                  <a:lnTo>
                    <a:pt x="3351555" y="22961"/>
                  </a:lnTo>
                  <a:lnTo>
                    <a:pt x="3351555" y="38201"/>
                  </a:lnTo>
                  <a:lnTo>
                    <a:pt x="3350031" y="41249"/>
                  </a:lnTo>
                  <a:lnTo>
                    <a:pt x="3350031" y="44297"/>
                  </a:lnTo>
                  <a:lnTo>
                    <a:pt x="3343935" y="50393"/>
                  </a:lnTo>
                  <a:lnTo>
                    <a:pt x="3342411" y="50393"/>
                  </a:lnTo>
                  <a:lnTo>
                    <a:pt x="3340887" y="51917"/>
                  </a:lnTo>
                  <a:lnTo>
                    <a:pt x="3336315" y="51917"/>
                  </a:lnTo>
                  <a:lnTo>
                    <a:pt x="3334791" y="50393"/>
                  </a:lnTo>
                  <a:lnTo>
                    <a:pt x="3333267" y="50393"/>
                  </a:lnTo>
                  <a:lnTo>
                    <a:pt x="3331654" y="48869"/>
                  </a:lnTo>
                  <a:lnTo>
                    <a:pt x="3328606" y="45821"/>
                  </a:lnTo>
                  <a:lnTo>
                    <a:pt x="3328606" y="44297"/>
                  </a:lnTo>
                  <a:lnTo>
                    <a:pt x="3327082" y="42773"/>
                  </a:lnTo>
                  <a:lnTo>
                    <a:pt x="3327082" y="41249"/>
                  </a:lnTo>
                  <a:lnTo>
                    <a:pt x="3337280" y="33629"/>
                  </a:lnTo>
                  <a:lnTo>
                    <a:pt x="3351555" y="22961"/>
                  </a:lnTo>
                  <a:lnTo>
                    <a:pt x="3351555" y="4572"/>
                  </a:lnTo>
                  <a:lnTo>
                    <a:pt x="3350031" y="3048"/>
                  </a:lnTo>
                  <a:lnTo>
                    <a:pt x="3350031" y="15240"/>
                  </a:lnTo>
                  <a:lnTo>
                    <a:pt x="3350031" y="16764"/>
                  </a:lnTo>
                  <a:lnTo>
                    <a:pt x="3325558" y="33629"/>
                  </a:lnTo>
                  <a:lnTo>
                    <a:pt x="3325558" y="21437"/>
                  </a:lnTo>
                  <a:lnTo>
                    <a:pt x="3327082" y="18288"/>
                  </a:lnTo>
                  <a:lnTo>
                    <a:pt x="3327082" y="16764"/>
                  </a:lnTo>
                  <a:lnTo>
                    <a:pt x="3328606" y="13716"/>
                  </a:lnTo>
                  <a:lnTo>
                    <a:pt x="3328606" y="12192"/>
                  </a:lnTo>
                  <a:lnTo>
                    <a:pt x="3330130" y="9144"/>
                  </a:lnTo>
                  <a:lnTo>
                    <a:pt x="3331654" y="9144"/>
                  </a:lnTo>
                  <a:lnTo>
                    <a:pt x="3333267" y="7620"/>
                  </a:lnTo>
                  <a:lnTo>
                    <a:pt x="3334791" y="6096"/>
                  </a:lnTo>
                  <a:lnTo>
                    <a:pt x="3342411" y="6096"/>
                  </a:lnTo>
                  <a:lnTo>
                    <a:pt x="3343935" y="7620"/>
                  </a:lnTo>
                  <a:lnTo>
                    <a:pt x="3345459" y="7620"/>
                  </a:lnTo>
                  <a:lnTo>
                    <a:pt x="3345459" y="9144"/>
                  </a:lnTo>
                  <a:lnTo>
                    <a:pt x="3346983" y="9144"/>
                  </a:lnTo>
                  <a:lnTo>
                    <a:pt x="3346983" y="10668"/>
                  </a:lnTo>
                  <a:lnTo>
                    <a:pt x="3348507" y="12192"/>
                  </a:lnTo>
                  <a:lnTo>
                    <a:pt x="3348507" y="13716"/>
                  </a:lnTo>
                  <a:lnTo>
                    <a:pt x="3350031" y="15240"/>
                  </a:lnTo>
                  <a:lnTo>
                    <a:pt x="3350031" y="3048"/>
                  </a:lnTo>
                  <a:lnTo>
                    <a:pt x="3346983" y="1524"/>
                  </a:lnTo>
                  <a:lnTo>
                    <a:pt x="3345459" y="0"/>
                  </a:lnTo>
                  <a:lnTo>
                    <a:pt x="3333267" y="0"/>
                  </a:lnTo>
                  <a:lnTo>
                    <a:pt x="3330130" y="1524"/>
                  </a:lnTo>
                  <a:lnTo>
                    <a:pt x="3327082" y="3048"/>
                  </a:lnTo>
                  <a:lnTo>
                    <a:pt x="3325558" y="4572"/>
                  </a:lnTo>
                  <a:lnTo>
                    <a:pt x="3324034" y="7620"/>
                  </a:lnTo>
                  <a:lnTo>
                    <a:pt x="3320986" y="10668"/>
                  </a:lnTo>
                  <a:lnTo>
                    <a:pt x="3320986" y="13716"/>
                  </a:lnTo>
                  <a:lnTo>
                    <a:pt x="3317938" y="19812"/>
                  </a:lnTo>
                  <a:lnTo>
                    <a:pt x="3317938" y="38201"/>
                  </a:lnTo>
                  <a:lnTo>
                    <a:pt x="3319462" y="41249"/>
                  </a:lnTo>
                  <a:lnTo>
                    <a:pt x="3320986" y="45821"/>
                  </a:lnTo>
                  <a:lnTo>
                    <a:pt x="3322510" y="48869"/>
                  </a:lnTo>
                  <a:lnTo>
                    <a:pt x="3324034" y="50393"/>
                  </a:lnTo>
                  <a:lnTo>
                    <a:pt x="3325558" y="53441"/>
                  </a:lnTo>
                  <a:lnTo>
                    <a:pt x="3327082" y="54965"/>
                  </a:lnTo>
                  <a:lnTo>
                    <a:pt x="3330130" y="56489"/>
                  </a:lnTo>
                  <a:lnTo>
                    <a:pt x="3333267" y="58013"/>
                  </a:lnTo>
                  <a:lnTo>
                    <a:pt x="3345459" y="58013"/>
                  </a:lnTo>
                  <a:lnTo>
                    <a:pt x="3346983" y="56489"/>
                  </a:lnTo>
                  <a:lnTo>
                    <a:pt x="3350031" y="54965"/>
                  </a:lnTo>
                  <a:lnTo>
                    <a:pt x="3353079" y="51917"/>
                  </a:lnTo>
                  <a:lnTo>
                    <a:pt x="3354603" y="50393"/>
                  </a:lnTo>
                  <a:lnTo>
                    <a:pt x="3357651" y="44297"/>
                  </a:lnTo>
                  <a:lnTo>
                    <a:pt x="3357651" y="41249"/>
                  </a:lnTo>
                  <a:lnTo>
                    <a:pt x="3359175" y="36677"/>
                  </a:lnTo>
                  <a:lnTo>
                    <a:pt x="3359175" y="22961"/>
                  </a:lnTo>
                  <a:lnTo>
                    <a:pt x="3359175" y="19812"/>
                  </a:lnTo>
                  <a:close/>
                </a:path>
                <a:path w="3605529" h="260350">
                  <a:moveTo>
                    <a:pt x="3394316" y="47345"/>
                  </a:moveTo>
                  <a:lnTo>
                    <a:pt x="3391268" y="44297"/>
                  </a:lnTo>
                  <a:lnTo>
                    <a:pt x="3383648" y="44297"/>
                  </a:lnTo>
                  <a:lnTo>
                    <a:pt x="3380600" y="47345"/>
                  </a:lnTo>
                  <a:lnTo>
                    <a:pt x="3380600" y="54965"/>
                  </a:lnTo>
                  <a:lnTo>
                    <a:pt x="3382124" y="54965"/>
                  </a:lnTo>
                  <a:lnTo>
                    <a:pt x="3382124" y="56489"/>
                  </a:lnTo>
                  <a:lnTo>
                    <a:pt x="3383648" y="56489"/>
                  </a:lnTo>
                  <a:lnTo>
                    <a:pt x="3385172" y="58013"/>
                  </a:lnTo>
                  <a:lnTo>
                    <a:pt x="3389744" y="58013"/>
                  </a:lnTo>
                  <a:lnTo>
                    <a:pt x="3391268" y="56489"/>
                  </a:lnTo>
                  <a:lnTo>
                    <a:pt x="3392792" y="56489"/>
                  </a:lnTo>
                  <a:lnTo>
                    <a:pt x="3392792" y="54965"/>
                  </a:lnTo>
                  <a:lnTo>
                    <a:pt x="3394316" y="54965"/>
                  </a:lnTo>
                  <a:lnTo>
                    <a:pt x="3394316" y="47345"/>
                  </a:lnTo>
                  <a:close/>
                </a:path>
                <a:path w="3605529" h="260350">
                  <a:moveTo>
                    <a:pt x="3455378" y="50482"/>
                  </a:moveTo>
                  <a:lnTo>
                    <a:pt x="3427844" y="50482"/>
                  </a:lnTo>
                  <a:lnTo>
                    <a:pt x="3438512" y="39725"/>
                  </a:lnTo>
                  <a:lnTo>
                    <a:pt x="3441560" y="38201"/>
                  </a:lnTo>
                  <a:lnTo>
                    <a:pt x="3443084" y="35153"/>
                  </a:lnTo>
                  <a:lnTo>
                    <a:pt x="3446132" y="32105"/>
                  </a:lnTo>
                  <a:lnTo>
                    <a:pt x="3447656" y="29057"/>
                  </a:lnTo>
                  <a:lnTo>
                    <a:pt x="3450704" y="26009"/>
                  </a:lnTo>
                  <a:lnTo>
                    <a:pt x="3450704" y="24485"/>
                  </a:lnTo>
                  <a:lnTo>
                    <a:pt x="3452228" y="22961"/>
                  </a:lnTo>
                  <a:lnTo>
                    <a:pt x="3452228" y="9245"/>
                  </a:lnTo>
                  <a:lnTo>
                    <a:pt x="3449180" y="6197"/>
                  </a:lnTo>
                  <a:lnTo>
                    <a:pt x="3444608" y="1625"/>
                  </a:lnTo>
                  <a:lnTo>
                    <a:pt x="3443084" y="1625"/>
                  </a:lnTo>
                  <a:lnTo>
                    <a:pt x="3440036" y="101"/>
                  </a:lnTo>
                  <a:lnTo>
                    <a:pt x="3429368" y="101"/>
                  </a:lnTo>
                  <a:lnTo>
                    <a:pt x="3420224" y="4673"/>
                  </a:lnTo>
                  <a:lnTo>
                    <a:pt x="3418700" y="7721"/>
                  </a:lnTo>
                  <a:lnTo>
                    <a:pt x="3423272" y="12293"/>
                  </a:lnTo>
                  <a:lnTo>
                    <a:pt x="3427844" y="7721"/>
                  </a:lnTo>
                  <a:lnTo>
                    <a:pt x="3430892" y="6197"/>
                  </a:lnTo>
                  <a:lnTo>
                    <a:pt x="3438512" y="6197"/>
                  </a:lnTo>
                  <a:lnTo>
                    <a:pt x="3443084" y="10769"/>
                  </a:lnTo>
                  <a:lnTo>
                    <a:pt x="3443084" y="12293"/>
                  </a:lnTo>
                  <a:lnTo>
                    <a:pt x="3444608" y="12293"/>
                  </a:lnTo>
                  <a:lnTo>
                    <a:pt x="3444608" y="21437"/>
                  </a:lnTo>
                  <a:lnTo>
                    <a:pt x="3443084" y="22961"/>
                  </a:lnTo>
                  <a:lnTo>
                    <a:pt x="3443084" y="24485"/>
                  </a:lnTo>
                  <a:lnTo>
                    <a:pt x="3438512" y="29057"/>
                  </a:lnTo>
                  <a:lnTo>
                    <a:pt x="3436988" y="32105"/>
                  </a:lnTo>
                  <a:lnTo>
                    <a:pt x="3435464" y="33629"/>
                  </a:lnTo>
                  <a:lnTo>
                    <a:pt x="3432416" y="35153"/>
                  </a:lnTo>
                  <a:lnTo>
                    <a:pt x="3418700" y="50482"/>
                  </a:lnTo>
                  <a:lnTo>
                    <a:pt x="3418700" y="58102"/>
                  </a:lnTo>
                  <a:lnTo>
                    <a:pt x="3455378" y="58102"/>
                  </a:lnTo>
                  <a:lnTo>
                    <a:pt x="3455378" y="50482"/>
                  </a:lnTo>
                  <a:close/>
                </a:path>
                <a:path w="3605529" h="260350">
                  <a:moveTo>
                    <a:pt x="3505758" y="19913"/>
                  </a:moveTo>
                  <a:lnTo>
                    <a:pt x="3504234" y="15341"/>
                  </a:lnTo>
                  <a:lnTo>
                    <a:pt x="3504234" y="12293"/>
                  </a:lnTo>
                  <a:lnTo>
                    <a:pt x="3501186" y="6197"/>
                  </a:lnTo>
                  <a:lnTo>
                    <a:pt x="3498138" y="4673"/>
                  </a:lnTo>
                  <a:lnTo>
                    <a:pt x="3498138" y="22961"/>
                  </a:lnTo>
                  <a:lnTo>
                    <a:pt x="3498138" y="38201"/>
                  </a:lnTo>
                  <a:lnTo>
                    <a:pt x="3496614" y="41249"/>
                  </a:lnTo>
                  <a:lnTo>
                    <a:pt x="3496614" y="44297"/>
                  </a:lnTo>
                  <a:lnTo>
                    <a:pt x="3490518" y="50393"/>
                  </a:lnTo>
                  <a:lnTo>
                    <a:pt x="3488906" y="50393"/>
                  </a:lnTo>
                  <a:lnTo>
                    <a:pt x="3487382" y="51917"/>
                  </a:lnTo>
                  <a:lnTo>
                    <a:pt x="3482810" y="51917"/>
                  </a:lnTo>
                  <a:lnTo>
                    <a:pt x="3481286" y="50393"/>
                  </a:lnTo>
                  <a:lnTo>
                    <a:pt x="3479762" y="50393"/>
                  </a:lnTo>
                  <a:lnTo>
                    <a:pt x="3479762" y="48869"/>
                  </a:lnTo>
                  <a:lnTo>
                    <a:pt x="3478238" y="48869"/>
                  </a:lnTo>
                  <a:lnTo>
                    <a:pt x="3475190" y="45821"/>
                  </a:lnTo>
                  <a:lnTo>
                    <a:pt x="3475190" y="42773"/>
                  </a:lnTo>
                  <a:lnTo>
                    <a:pt x="3473666" y="41249"/>
                  </a:lnTo>
                  <a:lnTo>
                    <a:pt x="3483864" y="33629"/>
                  </a:lnTo>
                  <a:lnTo>
                    <a:pt x="3498138" y="22961"/>
                  </a:lnTo>
                  <a:lnTo>
                    <a:pt x="3498138" y="4673"/>
                  </a:lnTo>
                  <a:lnTo>
                    <a:pt x="3496614" y="3149"/>
                  </a:lnTo>
                  <a:lnTo>
                    <a:pt x="3496614" y="15341"/>
                  </a:lnTo>
                  <a:lnTo>
                    <a:pt x="3496614" y="16865"/>
                  </a:lnTo>
                  <a:lnTo>
                    <a:pt x="3472142" y="33629"/>
                  </a:lnTo>
                  <a:lnTo>
                    <a:pt x="3472142" y="21437"/>
                  </a:lnTo>
                  <a:lnTo>
                    <a:pt x="3473666" y="18389"/>
                  </a:lnTo>
                  <a:lnTo>
                    <a:pt x="3473666" y="16865"/>
                  </a:lnTo>
                  <a:lnTo>
                    <a:pt x="3475190" y="13817"/>
                  </a:lnTo>
                  <a:lnTo>
                    <a:pt x="3475190" y="12293"/>
                  </a:lnTo>
                  <a:lnTo>
                    <a:pt x="3476714" y="9245"/>
                  </a:lnTo>
                  <a:lnTo>
                    <a:pt x="3478238" y="9245"/>
                  </a:lnTo>
                  <a:lnTo>
                    <a:pt x="3481286" y="6197"/>
                  </a:lnTo>
                  <a:lnTo>
                    <a:pt x="3488906" y="6197"/>
                  </a:lnTo>
                  <a:lnTo>
                    <a:pt x="3490518" y="7721"/>
                  </a:lnTo>
                  <a:lnTo>
                    <a:pt x="3492042" y="7721"/>
                  </a:lnTo>
                  <a:lnTo>
                    <a:pt x="3492042" y="9245"/>
                  </a:lnTo>
                  <a:lnTo>
                    <a:pt x="3493566" y="9245"/>
                  </a:lnTo>
                  <a:lnTo>
                    <a:pt x="3495090" y="10769"/>
                  </a:lnTo>
                  <a:lnTo>
                    <a:pt x="3495090" y="13817"/>
                  </a:lnTo>
                  <a:lnTo>
                    <a:pt x="3496614" y="15341"/>
                  </a:lnTo>
                  <a:lnTo>
                    <a:pt x="3496614" y="3149"/>
                  </a:lnTo>
                  <a:lnTo>
                    <a:pt x="3493566" y="1625"/>
                  </a:lnTo>
                  <a:lnTo>
                    <a:pt x="3492042" y="101"/>
                  </a:lnTo>
                  <a:lnTo>
                    <a:pt x="3479762" y="101"/>
                  </a:lnTo>
                  <a:lnTo>
                    <a:pt x="3473666" y="3149"/>
                  </a:lnTo>
                  <a:lnTo>
                    <a:pt x="3472142" y="4673"/>
                  </a:lnTo>
                  <a:lnTo>
                    <a:pt x="3470618" y="7721"/>
                  </a:lnTo>
                  <a:lnTo>
                    <a:pt x="3467570" y="10769"/>
                  </a:lnTo>
                  <a:lnTo>
                    <a:pt x="3467570" y="13817"/>
                  </a:lnTo>
                  <a:lnTo>
                    <a:pt x="3464522" y="19913"/>
                  </a:lnTo>
                  <a:lnTo>
                    <a:pt x="3464522" y="38201"/>
                  </a:lnTo>
                  <a:lnTo>
                    <a:pt x="3466046" y="41249"/>
                  </a:lnTo>
                  <a:lnTo>
                    <a:pt x="3467570" y="45821"/>
                  </a:lnTo>
                  <a:lnTo>
                    <a:pt x="3469094" y="48869"/>
                  </a:lnTo>
                  <a:lnTo>
                    <a:pt x="3470618" y="50393"/>
                  </a:lnTo>
                  <a:lnTo>
                    <a:pt x="3472142" y="53441"/>
                  </a:lnTo>
                  <a:lnTo>
                    <a:pt x="3473666" y="55054"/>
                  </a:lnTo>
                  <a:lnTo>
                    <a:pt x="3479762" y="58102"/>
                  </a:lnTo>
                  <a:lnTo>
                    <a:pt x="3492042" y="58102"/>
                  </a:lnTo>
                  <a:lnTo>
                    <a:pt x="3493566" y="56578"/>
                  </a:lnTo>
                  <a:lnTo>
                    <a:pt x="3496614" y="55054"/>
                  </a:lnTo>
                  <a:lnTo>
                    <a:pt x="3499662" y="51917"/>
                  </a:lnTo>
                  <a:lnTo>
                    <a:pt x="3501186" y="50393"/>
                  </a:lnTo>
                  <a:lnTo>
                    <a:pt x="3504234" y="44297"/>
                  </a:lnTo>
                  <a:lnTo>
                    <a:pt x="3504234" y="41249"/>
                  </a:lnTo>
                  <a:lnTo>
                    <a:pt x="3505758" y="36677"/>
                  </a:lnTo>
                  <a:lnTo>
                    <a:pt x="3505758" y="22961"/>
                  </a:lnTo>
                  <a:lnTo>
                    <a:pt x="3505758" y="19913"/>
                  </a:lnTo>
                  <a:close/>
                </a:path>
                <a:path w="3605529" h="260350">
                  <a:moveTo>
                    <a:pt x="3553104" y="50482"/>
                  </a:moveTo>
                  <a:lnTo>
                    <a:pt x="3540823" y="50482"/>
                  </a:lnTo>
                  <a:lnTo>
                    <a:pt x="3540823" y="190"/>
                  </a:lnTo>
                  <a:lnTo>
                    <a:pt x="3533203" y="190"/>
                  </a:lnTo>
                  <a:lnTo>
                    <a:pt x="3516439" y="9334"/>
                  </a:lnTo>
                  <a:lnTo>
                    <a:pt x="3517963" y="16954"/>
                  </a:lnTo>
                  <a:lnTo>
                    <a:pt x="3531679" y="9334"/>
                  </a:lnTo>
                  <a:lnTo>
                    <a:pt x="3531679" y="50482"/>
                  </a:lnTo>
                  <a:lnTo>
                    <a:pt x="3517963" y="50482"/>
                  </a:lnTo>
                  <a:lnTo>
                    <a:pt x="3517963" y="58102"/>
                  </a:lnTo>
                  <a:lnTo>
                    <a:pt x="3553104" y="58102"/>
                  </a:lnTo>
                  <a:lnTo>
                    <a:pt x="3553104" y="50482"/>
                  </a:lnTo>
                  <a:close/>
                </a:path>
                <a:path w="3605529" h="260350">
                  <a:moveTo>
                    <a:pt x="3605022" y="38201"/>
                  </a:moveTo>
                  <a:lnTo>
                    <a:pt x="3595878" y="38201"/>
                  </a:lnTo>
                  <a:lnTo>
                    <a:pt x="3595878" y="7721"/>
                  </a:lnTo>
                  <a:lnTo>
                    <a:pt x="3595878" y="101"/>
                  </a:lnTo>
                  <a:lnTo>
                    <a:pt x="3588258" y="101"/>
                  </a:lnTo>
                  <a:lnTo>
                    <a:pt x="3588258" y="7721"/>
                  </a:lnTo>
                  <a:lnTo>
                    <a:pt x="3588258" y="38201"/>
                  </a:lnTo>
                  <a:lnTo>
                    <a:pt x="3568344" y="38201"/>
                  </a:lnTo>
                  <a:lnTo>
                    <a:pt x="3588258" y="7721"/>
                  </a:lnTo>
                  <a:lnTo>
                    <a:pt x="3588258" y="101"/>
                  </a:lnTo>
                  <a:lnTo>
                    <a:pt x="3585210" y="101"/>
                  </a:lnTo>
                  <a:lnTo>
                    <a:pt x="3560724" y="38201"/>
                  </a:lnTo>
                  <a:lnTo>
                    <a:pt x="3560724" y="44297"/>
                  </a:lnTo>
                  <a:lnTo>
                    <a:pt x="3588258" y="44297"/>
                  </a:lnTo>
                  <a:lnTo>
                    <a:pt x="3588258" y="58102"/>
                  </a:lnTo>
                  <a:lnTo>
                    <a:pt x="3595878" y="58102"/>
                  </a:lnTo>
                  <a:lnTo>
                    <a:pt x="3595878" y="44297"/>
                  </a:lnTo>
                  <a:lnTo>
                    <a:pt x="3605022" y="44297"/>
                  </a:lnTo>
                  <a:lnTo>
                    <a:pt x="3605022" y="38201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66764" y="2332862"/>
              <a:ext cx="416814" cy="625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53872" y="2320670"/>
              <a:ext cx="285464" cy="5800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901440" y="2316111"/>
              <a:ext cx="669290" cy="62865"/>
            </a:xfrm>
            <a:custGeom>
              <a:avLst/>
              <a:gdLst/>
              <a:ahLst/>
              <a:cxnLst/>
              <a:rect l="l" t="t" r="r" b="b"/>
              <a:pathLst>
                <a:path w="669289" h="62864">
                  <a:moveTo>
                    <a:pt x="27432" y="33909"/>
                  </a:moveTo>
                  <a:lnTo>
                    <a:pt x="0" y="33909"/>
                  </a:lnTo>
                  <a:lnTo>
                    <a:pt x="0" y="41529"/>
                  </a:lnTo>
                  <a:lnTo>
                    <a:pt x="27432" y="41529"/>
                  </a:lnTo>
                  <a:lnTo>
                    <a:pt x="27432" y="33909"/>
                  </a:lnTo>
                  <a:close/>
                </a:path>
                <a:path w="669289" h="62864">
                  <a:moveTo>
                    <a:pt x="130200" y="54952"/>
                  </a:moveTo>
                  <a:lnTo>
                    <a:pt x="118008" y="54952"/>
                  </a:lnTo>
                  <a:lnTo>
                    <a:pt x="118008" y="0"/>
                  </a:lnTo>
                  <a:lnTo>
                    <a:pt x="96672" y="0"/>
                  </a:lnTo>
                  <a:lnTo>
                    <a:pt x="96672" y="6096"/>
                  </a:lnTo>
                  <a:lnTo>
                    <a:pt x="110388" y="6096"/>
                  </a:lnTo>
                  <a:lnTo>
                    <a:pt x="110388" y="54952"/>
                  </a:lnTo>
                  <a:lnTo>
                    <a:pt x="95148" y="54952"/>
                  </a:lnTo>
                  <a:lnTo>
                    <a:pt x="95148" y="61048"/>
                  </a:lnTo>
                  <a:lnTo>
                    <a:pt x="130200" y="61048"/>
                  </a:lnTo>
                  <a:lnTo>
                    <a:pt x="130200" y="54952"/>
                  </a:lnTo>
                  <a:close/>
                </a:path>
                <a:path w="669289" h="62864">
                  <a:moveTo>
                    <a:pt x="182206" y="32004"/>
                  </a:moveTo>
                  <a:lnTo>
                    <a:pt x="180682" y="30480"/>
                  </a:lnTo>
                  <a:lnTo>
                    <a:pt x="179158" y="27432"/>
                  </a:lnTo>
                  <a:lnTo>
                    <a:pt x="179158" y="24384"/>
                  </a:lnTo>
                  <a:lnTo>
                    <a:pt x="176110" y="22860"/>
                  </a:lnTo>
                  <a:lnTo>
                    <a:pt x="174586" y="21336"/>
                  </a:lnTo>
                  <a:lnTo>
                    <a:pt x="174586" y="35052"/>
                  </a:lnTo>
                  <a:lnTo>
                    <a:pt x="174586" y="44284"/>
                  </a:lnTo>
                  <a:lnTo>
                    <a:pt x="173062" y="45808"/>
                  </a:lnTo>
                  <a:lnTo>
                    <a:pt x="173062" y="50380"/>
                  </a:lnTo>
                  <a:lnTo>
                    <a:pt x="171538" y="50380"/>
                  </a:lnTo>
                  <a:lnTo>
                    <a:pt x="168490" y="53428"/>
                  </a:lnTo>
                  <a:lnTo>
                    <a:pt x="166878" y="54952"/>
                  </a:lnTo>
                  <a:lnTo>
                    <a:pt x="165354" y="54952"/>
                  </a:lnTo>
                  <a:lnTo>
                    <a:pt x="163830" y="56476"/>
                  </a:lnTo>
                  <a:lnTo>
                    <a:pt x="159258" y="56476"/>
                  </a:lnTo>
                  <a:lnTo>
                    <a:pt x="157734" y="54952"/>
                  </a:lnTo>
                  <a:lnTo>
                    <a:pt x="154686" y="54952"/>
                  </a:lnTo>
                  <a:lnTo>
                    <a:pt x="151638" y="51904"/>
                  </a:lnTo>
                  <a:lnTo>
                    <a:pt x="151638" y="50380"/>
                  </a:lnTo>
                  <a:lnTo>
                    <a:pt x="150114" y="48856"/>
                  </a:lnTo>
                  <a:lnTo>
                    <a:pt x="150114" y="47332"/>
                  </a:lnTo>
                  <a:lnTo>
                    <a:pt x="148590" y="44284"/>
                  </a:lnTo>
                  <a:lnTo>
                    <a:pt x="148590" y="35052"/>
                  </a:lnTo>
                  <a:lnTo>
                    <a:pt x="150114" y="33528"/>
                  </a:lnTo>
                  <a:lnTo>
                    <a:pt x="150114" y="30480"/>
                  </a:lnTo>
                  <a:lnTo>
                    <a:pt x="156210" y="24384"/>
                  </a:lnTo>
                  <a:lnTo>
                    <a:pt x="157734" y="24384"/>
                  </a:lnTo>
                  <a:lnTo>
                    <a:pt x="159258" y="22860"/>
                  </a:lnTo>
                  <a:lnTo>
                    <a:pt x="163830" y="22860"/>
                  </a:lnTo>
                  <a:lnTo>
                    <a:pt x="165354" y="24384"/>
                  </a:lnTo>
                  <a:lnTo>
                    <a:pt x="166878" y="24384"/>
                  </a:lnTo>
                  <a:lnTo>
                    <a:pt x="168490" y="25908"/>
                  </a:lnTo>
                  <a:lnTo>
                    <a:pt x="170014" y="25908"/>
                  </a:lnTo>
                  <a:lnTo>
                    <a:pt x="171538" y="27432"/>
                  </a:lnTo>
                  <a:lnTo>
                    <a:pt x="171538" y="28956"/>
                  </a:lnTo>
                  <a:lnTo>
                    <a:pt x="173062" y="30480"/>
                  </a:lnTo>
                  <a:lnTo>
                    <a:pt x="173062" y="32004"/>
                  </a:lnTo>
                  <a:lnTo>
                    <a:pt x="174586" y="35052"/>
                  </a:lnTo>
                  <a:lnTo>
                    <a:pt x="174586" y="21336"/>
                  </a:lnTo>
                  <a:lnTo>
                    <a:pt x="173062" y="19812"/>
                  </a:lnTo>
                  <a:lnTo>
                    <a:pt x="170014" y="18288"/>
                  </a:lnTo>
                  <a:lnTo>
                    <a:pt x="168490" y="18288"/>
                  </a:lnTo>
                  <a:lnTo>
                    <a:pt x="165354" y="16764"/>
                  </a:lnTo>
                  <a:lnTo>
                    <a:pt x="159258" y="16764"/>
                  </a:lnTo>
                  <a:lnTo>
                    <a:pt x="156210" y="18288"/>
                  </a:lnTo>
                  <a:lnTo>
                    <a:pt x="153162" y="18288"/>
                  </a:lnTo>
                  <a:lnTo>
                    <a:pt x="150114" y="19812"/>
                  </a:lnTo>
                  <a:lnTo>
                    <a:pt x="147066" y="22860"/>
                  </a:lnTo>
                  <a:lnTo>
                    <a:pt x="145542" y="25908"/>
                  </a:lnTo>
                  <a:lnTo>
                    <a:pt x="144018" y="27432"/>
                  </a:lnTo>
                  <a:lnTo>
                    <a:pt x="140970" y="33528"/>
                  </a:lnTo>
                  <a:lnTo>
                    <a:pt x="140970" y="47332"/>
                  </a:lnTo>
                  <a:lnTo>
                    <a:pt x="142494" y="50380"/>
                  </a:lnTo>
                  <a:lnTo>
                    <a:pt x="144018" y="51904"/>
                  </a:lnTo>
                  <a:lnTo>
                    <a:pt x="144018" y="54952"/>
                  </a:lnTo>
                  <a:lnTo>
                    <a:pt x="147066" y="56476"/>
                  </a:lnTo>
                  <a:lnTo>
                    <a:pt x="150114" y="59524"/>
                  </a:lnTo>
                  <a:lnTo>
                    <a:pt x="153162" y="61048"/>
                  </a:lnTo>
                  <a:lnTo>
                    <a:pt x="154686" y="62572"/>
                  </a:lnTo>
                  <a:lnTo>
                    <a:pt x="163830" y="62572"/>
                  </a:lnTo>
                  <a:lnTo>
                    <a:pt x="166878" y="61048"/>
                  </a:lnTo>
                  <a:lnTo>
                    <a:pt x="170014" y="61048"/>
                  </a:lnTo>
                  <a:lnTo>
                    <a:pt x="173062" y="59524"/>
                  </a:lnTo>
                  <a:lnTo>
                    <a:pt x="176110" y="56476"/>
                  </a:lnTo>
                  <a:lnTo>
                    <a:pt x="177634" y="53428"/>
                  </a:lnTo>
                  <a:lnTo>
                    <a:pt x="179158" y="51904"/>
                  </a:lnTo>
                  <a:lnTo>
                    <a:pt x="182206" y="45808"/>
                  </a:lnTo>
                  <a:lnTo>
                    <a:pt x="182206" y="32004"/>
                  </a:lnTo>
                  <a:close/>
                </a:path>
                <a:path w="669289" h="62864">
                  <a:moveTo>
                    <a:pt x="228028" y="47332"/>
                  </a:moveTo>
                  <a:lnTo>
                    <a:pt x="226504" y="45808"/>
                  </a:lnTo>
                  <a:lnTo>
                    <a:pt x="226504" y="44284"/>
                  </a:lnTo>
                  <a:lnTo>
                    <a:pt x="224980" y="42760"/>
                  </a:lnTo>
                  <a:lnTo>
                    <a:pt x="224980" y="41236"/>
                  </a:lnTo>
                  <a:lnTo>
                    <a:pt x="223456" y="41236"/>
                  </a:lnTo>
                  <a:lnTo>
                    <a:pt x="221932" y="39712"/>
                  </a:lnTo>
                  <a:lnTo>
                    <a:pt x="220408" y="39712"/>
                  </a:lnTo>
                  <a:lnTo>
                    <a:pt x="218884" y="38188"/>
                  </a:lnTo>
                  <a:lnTo>
                    <a:pt x="215836" y="38188"/>
                  </a:lnTo>
                  <a:lnTo>
                    <a:pt x="214312" y="36664"/>
                  </a:lnTo>
                  <a:lnTo>
                    <a:pt x="211264" y="36664"/>
                  </a:lnTo>
                  <a:lnTo>
                    <a:pt x="209740" y="35140"/>
                  </a:lnTo>
                  <a:lnTo>
                    <a:pt x="208216" y="35140"/>
                  </a:lnTo>
                  <a:lnTo>
                    <a:pt x="206692" y="33616"/>
                  </a:lnTo>
                  <a:lnTo>
                    <a:pt x="205168" y="33616"/>
                  </a:lnTo>
                  <a:lnTo>
                    <a:pt x="202120" y="30568"/>
                  </a:lnTo>
                  <a:lnTo>
                    <a:pt x="202120" y="27520"/>
                  </a:lnTo>
                  <a:lnTo>
                    <a:pt x="205168" y="24472"/>
                  </a:lnTo>
                  <a:lnTo>
                    <a:pt x="208216" y="24472"/>
                  </a:lnTo>
                  <a:lnTo>
                    <a:pt x="209740" y="22948"/>
                  </a:lnTo>
                  <a:lnTo>
                    <a:pt x="215836" y="22948"/>
                  </a:lnTo>
                  <a:lnTo>
                    <a:pt x="217360" y="24472"/>
                  </a:lnTo>
                  <a:lnTo>
                    <a:pt x="224980" y="24472"/>
                  </a:lnTo>
                  <a:lnTo>
                    <a:pt x="224980" y="22948"/>
                  </a:lnTo>
                  <a:lnTo>
                    <a:pt x="224980" y="18376"/>
                  </a:lnTo>
                  <a:lnTo>
                    <a:pt x="220408" y="18376"/>
                  </a:lnTo>
                  <a:lnTo>
                    <a:pt x="218884" y="16852"/>
                  </a:lnTo>
                  <a:lnTo>
                    <a:pt x="206692" y="16852"/>
                  </a:lnTo>
                  <a:lnTo>
                    <a:pt x="203644" y="18376"/>
                  </a:lnTo>
                  <a:lnTo>
                    <a:pt x="202120" y="19900"/>
                  </a:lnTo>
                  <a:lnTo>
                    <a:pt x="199072" y="19900"/>
                  </a:lnTo>
                  <a:lnTo>
                    <a:pt x="199072" y="21424"/>
                  </a:lnTo>
                  <a:lnTo>
                    <a:pt x="196024" y="24472"/>
                  </a:lnTo>
                  <a:lnTo>
                    <a:pt x="196024" y="25996"/>
                  </a:lnTo>
                  <a:lnTo>
                    <a:pt x="194500" y="27520"/>
                  </a:lnTo>
                  <a:lnTo>
                    <a:pt x="194500" y="33616"/>
                  </a:lnTo>
                  <a:lnTo>
                    <a:pt x="199072" y="38188"/>
                  </a:lnTo>
                  <a:lnTo>
                    <a:pt x="199072" y="39712"/>
                  </a:lnTo>
                  <a:lnTo>
                    <a:pt x="200596" y="39712"/>
                  </a:lnTo>
                  <a:lnTo>
                    <a:pt x="202120" y="41236"/>
                  </a:lnTo>
                  <a:lnTo>
                    <a:pt x="206692" y="41236"/>
                  </a:lnTo>
                  <a:lnTo>
                    <a:pt x="208216" y="42760"/>
                  </a:lnTo>
                  <a:lnTo>
                    <a:pt x="211264" y="42760"/>
                  </a:lnTo>
                  <a:lnTo>
                    <a:pt x="212788" y="44284"/>
                  </a:lnTo>
                  <a:lnTo>
                    <a:pt x="214312" y="44284"/>
                  </a:lnTo>
                  <a:lnTo>
                    <a:pt x="215836" y="45808"/>
                  </a:lnTo>
                  <a:lnTo>
                    <a:pt x="217360" y="45808"/>
                  </a:lnTo>
                  <a:lnTo>
                    <a:pt x="218884" y="47332"/>
                  </a:lnTo>
                  <a:lnTo>
                    <a:pt x="218884" y="48856"/>
                  </a:lnTo>
                  <a:lnTo>
                    <a:pt x="220408" y="48856"/>
                  </a:lnTo>
                  <a:lnTo>
                    <a:pt x="220408" y="51904"/>
                  </a:lnTo>
                  <a:lnTo>
                    <a:pt x="218884" y="53428"/>
                  </a:lnTo>
                  <a:lnTo>
                    <a:pt x="217360" y="55041"/>
                  </a:lnTo>
                  <a:lnTo>
                    <a:pt x="215836" y="55041"/>
                  </a:lnTo>
                  <a:lnTo>
                    <a:pt x="212788" y="56565"/>
                  </a:lnTo>
                  <a:lnTo>
                    <a:pt x="203644" y="56565"/>
                  </a:lnTo>
                  <a:lnTo>
                    <a:pt x="202120" y="55041"/>
                  </a:lnTo>
                  <a:lnTo>
                    <a:pt x="196024" y="55041"/>
                  </a:lnTo>
                  <a:lnTo>
                    <a:pt x="194500" y="53428"/>
                  </a:lnTo>
                  <a:lnTo>
                    <a:pt x="194500" y="61137"/>
                  </a:lnTo>
                  <a:lnTo>
                    <a:pt x="199072" y="61137"/>
                  </a:lnTo>
                  <a:lnTo>
                    <a:pt x="200596" y="62661"/>
                  </a:lnTo>
                  <a:lnTo>
                    <a:pt x="214312" y="62661"/>
                  </a:lnTo>
                  <a:lnTo>
                    <a:pt x="215836" y="61137"/>
                  </a:lnTo>
                  <a:lnTo>
                    <a:pt x="218884" y="61137"/>
                  </a:lnTo>
                  <a:lnTo>
                    <a:pt x="220408" y="59613"/>
                  </a:lnTo>
                  <a:lnTo>
                    <a:pt x="221932" y="59613"/>
                  </a:lnTo>
                  <a:lnTo>
                    <a:pt x="224980" y="56565"/>
                  </a:lnTo>
                  <a:lnTo>
                    <a:pt x="226504" y="55041"/>
                  </a:lnTo>
                  <a:lnTo>
                    <a:pt x="226504" y="53428"/>
                  </a:lnTo>
                  <a:lnTo>
                    <a:pt x="228028" y="51904"/>
                  </a:lnTo>
                  <a:lnTo>
                    <a:pt x="228028" y="47332"/>
                  </a:lnTo>
                  <a:close/>
                </a:path>
                <a:path w="669289" h="62864">
                  <a:moveTo>
                    <a:pt x="276885" y="47332"/>
                  </a:moveTo>
                  <a:lnTo>
                    <a:pt x="275361" y="45808"/>
                  </a:lnTo>
                  <a:lnTo>
                    <a:pt x="275361" y="44284"/>
                  </a:lnTo>
                  <a:lnTo>
                    <a:pt x="273837" y="42760"/>
                  </a:lnTo>
                  <a:lnTo>
                    <a:pt x="273837" y="41236"/>
                  </a:lnTo>
                  <a:lnTo>
                    <a:pt x="272313" y="41236"/>
                  </a:lnTo>
                  <a:lnTo>
                    <a:pt x="270789" y="39712"/>
                  </a:lnTo>
                  <a:lnTo>
                    <a:pt x="269265" y="39712"/>
                  </a:lnTo>
                  <a:lnTo>
                    <a:pt x="267741" y="38188"/>
                  </a:lnTo>
                  <a:lnTo>
                    <a:pt x="264693" y="38188"/>
                  </a:lnTo>
                  <a:lnTo>
                    <a:pt x="263169" y="36664"/>
                  </a:lnTo>
                  <a:lnTo>
                    <a:pt x="260121" y="36664"/>
                  </a:lnTo>
                  <a:lnTo>
                    <a:pt x="258597" y="35140"/>
                  </a:lnTo>
                  <a:lnTo>
                    <a:pt x="257073" y="35140"/>
                  </a:lnTo>
                  <a:lnTo>
                    <a:pt x="255549" y="33616"/>
                  </a:lnTo>
                  <a:lnTo>
                    <a:pt x="254025" y="33616"/>
                  </a:lnTo>
                  <a:lnTo>
                    <a:pt x="250977" y="30568"/>
                  </a:lnTo>
                  <a:lnTo>
                    <a:pt x="250977" y="27520"/>
                  </a:lnTo>
                  <a:lnTo>
                    <a:pt x="254025" y="24472"/>
                  </a:lnTo>
                  <a:lnTo>
                    <a:pt x="257073" y="24472"/>
                  </a:lnTo>
                  <a:lnTo>
                    <a:pt x="258597" y="22948"/>
                  </a:lnTo>
                  <a:lnTo>
                    <a:pt x="264693" y="22948"/>
                  </a:lnTo>
                  <a:lnTo>
                    <a:pt x="266217" y="24472"/>
                  </a:lnTo>
                  <a:lnTo>
                    <a:pt x="273837" y="24472"/>
                  </a:lnTo>
                  <a:lnTo>
                    <a:pt x="273837" y="22948"/>
                  </a:lnTo>
                  <a:lnTo>
                    <a:pt x="273837" y="18376"/>
                  </a:lnTo>
                  <a:lnTo>
                    <a:pt x="269265" y="18376"/>
                  </a:lnTo>
                  <a:lnTo>
                    <a:pt x="267741" y="16852"/>
                  </a:lnTo>
                  <a:lnTo>
                    <a:pt x="255549" y="16852"/>
                  </a:lnTo>
                  <a:lnTo>
                    <a:pt x="252501" y="18376"/>
                  </a:lnTo>
                  <a:lnTo>
                    <a:pt x="250977" y="19900"/>
                  </a:lnTo>
                  <a:lnTo>
                    <a:pt x="247929" y="19900"/>
                  </a:lnTo>
                  <a:lnTo>
                    <a:pt x="247929" y="21424"/>
                  </a:lnTo>
                  <a:lnTo>
                    <a:pt x="244881" y="24472"/>
                  </a:lnTo>
                  <a:lnTo>
                    <a:pt x="244881" y="25996"/>
                  </a:lnTo>
                  <a:lnTo>
                    <a:pt x="243357" y="27520"/>
                  </a:lnTo>
                  <a:lnTo>
                    <a:pt x="243357" y="33616"/>
                  </a:lnTo>
                  <a:lnTo>
                    <a:pt x="247929" y="38188"/>
                  </a:lnTo>
                  <a:lnTo>
                    <a:pt x="247929" y="39712"/>
                  </a:lnTo>
                  <a:lnTo>
                    <a:pt x="249453" y="39712"/>
                  </a:lnTo>
                  <a:lnTo>
                    <a:pt x="250977" y="41236"/>
                  </a:lnTo>
                  <a:lnTo>
                    <a:pt x="255549" y="41236"/>
                  </a:lnTo>
                  <a:lnTo>
                    <a:pt x="257073" y="42760"/>
                  </a:lnTo>
                  <a:lnTo>
                    <a:pt x="260121" y="42760"/>
                  </a:lnTo>
                  <a:lnTo>
                    <a:pt x="261645" y="44284"/>
                  </a:lnTo>
                  <a:lnTo>
                    <a:pt x="263169" y="44284"/>
                  </a:lnTo>
                  <a:lnTo>
                    <a:pt x="264693" y="45808"/>
                  </a:lnTo>
                  <a:lnTo>
                    <a:pt x="266217" y="45808"/>
                  </a:lnTo>
                  <a:lnTo>
                    <a:pt x="267741" y="47332"/>
                  </a:lnTo>
                  <a:lnTo>
                    <a:pt x="267741" y="48856"/>
                  </a:lnTo>
                  <a:lnTo>
                    <a:pt x="269265" y="48856"/>
                  </a:lnTo>
                  <a:lnTo>
                    <a:pt x="269265" y="51904"/>
                  </a:lnTo>
                  <a:lnTo>
                    <a:pt x="267741" y="53428"/>
                  </a:lnTo>
                  <a:lnTo>
                    <a:pt x="266217" y="55041"/>
                  </a:lnTo>
                  <a:lnTo>
                    <a:pt x="264693" y="55041"/>
                  </a:lnTo>
                  <a:lnTo>
                    <a:pt x="261645" y="56565"/>
                  </a:lnTo>
                  <a:lnTo>
                    <a:pt x="252501" y="56565"/>
                  </a:lnTo>
                  <a:lnTo>
                    <a:pt x="250977" y="55041"/>
                  </a:lnTo>
                  <a:lnTo>
                    <a:pt x="244881" y="55041"/>
                  </a:lnTo>
                  <a:lnTo>
                    <a:pt x="243357" y="53428"/>
                  </a:lnTo>
                  <a:lnTo>
                    <a:pt x="243357" y="61137"/>
                  </a:lnTo>
                  <a:lnTo>
                    <a:pt x="247929" y="61137"/>
                  </a:lnTo>
                  <a:lnTo>
                    <a:pt x="249453" y="62661"/>
                  </a:lnTo>
                  <a:lnTo>
                    <a:pt x="263169" y="62661"/>
                  </a:lnTo>
                  <a:lnTo>
                    <a:pt x="264693" y="61137"/>
                  </a:lnTo>
                  <a:lnTo>
                    <a:pt x="267741" y="61137"/>
                  </a:lnTo>
                  <a:lnTo>
                    <a:pt x="269265" y="59613"/>
                  </a:lnTo>
                  <a:lnTo>
                    <a:pt x="270789" y="59613"/>
                  </a:lnTo>
                  <a:lnTo>
                    <a:pt x="273837" y="56565"/>
                  </a:lnTo>
                  <a:lnTo>
                    <a:pt x="275361" y="55041"/>
                  </a:lnTo>
                  <a:lnTo>
                    <a:pt x="275361" y="53428"/>
                  </a:lnTo>
                  <a:lnTo>
                    <a:pt x="276885" y="51904"/>
                  </a:lnTo>
                  <a:lnTo>
                    <a:pt x="276885" y="47332"/>
                  </a:lnTo>
                  <a:close/>
                </a:path>
                <a:path w="669289" h="62864">
                  <a:moveTo>
                    <a:pt x="314985" y="53428"/>
                  </a:moveTo>
                  <a:lnTo>
                    <a:pt x="313461" y="51904"/>
                  </a:lnTo>
                  <a:lnTo>
                    <a:pt x="313461" y="50380"/>
                  </a:lnTo>
                  <a:lnTo>
                    <a:pt x="311937" y="50380"/>
                  </a:lnTo>
                  <a:lnTo>
                    <a:pt x="310413" y="48856"/>
                  </a:lnTo>
                  <a:lnTo>
                    <a:pt x="305841" y="48856"/>
                  </a:lnTo>
                  <a:lnTo>
                    <a:pt x="302793" y="51904"/>
                  </a:lnTo>
                  <a:lnTo>
                    <a:pt x="302793" y="53428"/>
                  </a:lnTo>
                  <a:lnTo>
                    <a:pt x="301269" y="53428"/>
                  </a:lnTo>
                  <a:lnTo>
                    <a:pt x="301269" y="58000"/>
                  </a:lnTo>
                  <a:lnTo>
                    <a:pt x="302793" y="58000"/>
                  </a:lnTo>
                  <a:lnTo>
                    <a:pt x="302793" y="59524"/>
                  </a:lnTo>
                  <a:lnTo>
                    <a:pt x="305841" y="62572"/>
                  </a:lnTo>
                  <a:lnTo>
                    <a:pt x="310413" y="62572"/>
                  </a:lnTo>
                  <a:lnTo>
                    <a:pt x="311937" y="61048"/>
                  </a:lnTo>
                  <a:lnTo>
                    <a:pt x="313461" y="61048"/>
                  </a:lnTo>
                  <a:lnTo>
                    <a:pt x="313461" y="59524"/>
                  </a:lnTo>
                  <a:lnTo>
                    <a:pt x="314985" y="58000"/>
                  </a:lnTo>
                  <a:lnTo>
                    <a:pt x="314985" y="53428"/>
                  </a:lnTo>
                  <a:close/>
                </a:path>
                <a:path w="669289" h="62864">
                  <a:moveTo>
                    <a:pt x="314985" y="21323"/>
                  </a:moveTo>
                  <a:lnTo>
                    <a:pt x="311937" y="18275"/>
                  </a:lnTo>
                  <a:lnTo>
                    <a:pt x="310413" y="18275"/>
                  </a:lnTo>
                  <a:lnTo>
                    <a:pt x="310413" y="16751"/>
                  </a:lnTo>
                  <a:lnTo>
                    <a:pt x="305841" y="16751"/>
                  </a:lnTo>
                  <a:lnTo>
                    <a:pt x="305841" y="18275"/>
                  </a:lnTo>
                  <a:lnTo>
                    <a:pt x="304317" y="18275"/>
                  </a:lnTo>
                  <a:lnTo>
                    <a:pt x="304317" y="19799"/>
                  </a:lnTo>
                  <a:lnTo>
                    <a:pt x="302793" y="19799"/>
                  </a:lnTo>
                  <a:lnTo>
                    <a:pt x="302793" y="21323"/>
                  </a:lnTo>
                  <a:lnTo>
                    <a:pt x="301269" y="21323"/>
                  </a:lnTo>
                  <a:lnTo>
                    <a:pt x="301269" y="25895"/>
                  </a:lnTo>
                  <a:lnTo>
                    <a:pt x="302793" y="25895"/>
                  </a:lnTo>
                  <a:lnTo>
                    <a:pt x="302793" y="27419"/>
                  </a:lnTo>
                  <a:lnTo>
                    <a:pt x="305841" y="30467"/>
                  </a:lnTo>
                  <a:lnTo>
                    <a:pt x="310413" y="30467"/>
                  </a:lnTo>
                  <a:lnTo>
                    <a:pt x="311937" y="28943"/>
                  </a:lnTo>
                  <a:lnTo>
                    <a:pt x="313461" y="28943"/>
                  </a:lnTo>
                  <a:lnTo>
                    <a:pt x="313461" y="27419"/>
                  </a:lnTo>
                  <a:lnTo>
                    <a:pt x="314985" y="25895"/>
                  </a:lnTo>
                  <a:lnTo>
                    <a:pt x="314985" y="21323"/>
                  </a:lnTo>
                  <a:close/>
                </a:path>
                <a:path w="669289" h="62864">
                  <a:moveTo>
                    <a:pt x="426427" y="24371"/>
                  </a:moveTo>
                  <a:lnTo>
                    <a:pt x="424903" y="19799"/>
                  </a:lnTo>
                  <a:lnTo>
                    <a:pt x="424903" y="16751"/>
                  </a:lnTo>
                  <a:lnTo>
                    <a:pt x="421855" y="10655"/>
                  </a:lnTo>
                  <a:lnTo>
                    <a:pt x="418807" y="9131"/>
                  </a:lnTo>
                  <a:lnTo>
                    <a:pt x="418807" y="27419"/>
                  </a:lnTo>
                  <a:lnTo>
                    <a:pt x="418807" y="42760"/>
                  </a:lnTo>
                  <a:lnTo>
                    <a:pt x="417283" y="45808"/>
                  </a:lnTo>
                  <a:lnTo>
                    <a:pt x="417283" y="48856"/>
                  </a:lnTo>
                  <a:lnTo>
                    <a:pt x="411187" y="54952"/>
                  </a:lnTo>
                  <a:lnTo>
                    <a:pt x="409663" y="54952"/>
                  </a:lnTo>
                  <a:lnTo>
                    <a:pt x="408139" y="56476"/>
                  </a:lnTo>
                  <a:lnTo>
                    <a:pt x="405091" y="56476"/>
                  </a:lnTo>
                  <a:lnTo>
                    <a:pt x="403567" y="54952"/>
                  </a:lnTo>
                  <a:lnTo>
                    <a:pt x="400519" y="54952"/>
                  </a:lnTo>
                  <a:lnTo>
                    <a:pt x="397471" y="51904"/>
                  </a:lnTo>
                  <a:lnTo>
                    <a:pt x="397471" y="50380"/>
                  </a:lnTo>
                  <a:lnTo>
                    <a:pt x="395947" y="50380"/>
                  </a:lnTo>
                  <a:lnTo>
                    <a:pt x="395947" y="48856"/>
                  </a:lnTo>
                  <a:lnTo>
                    <a:pt x="394423" y="47332"/>
                  </a:lnTo>
                  <a:lnTo>
                    <a:pt x="394423" y="45808"/>
                  </a:lnTo>
                  <a:lnTo>
                    <a:pt x="404660" y="38087"/>
                  </a:lnTo>
                  <a:lnTo>
                    <a:pt x="418807" y="27419"/>
                  </a:lnTo>
                  <a:lnTo>
                    <a:pt x="418807" y="9131"/>
                  </a:lnTo>
                  <a:lnTo>
                    <a:pt x="417283" y="6083"/>
                  </a:lnTo>
                  <a:lnTo>
                    <a:pt x="417283" y="18275"/>
                  </a:lnTo>
                  <a:lnTo>
                    <a:pt x="417283" y="19799"/>
                  </a:lnTo>
                  <a:lnTo>
                    <a:pt x="392899" y="38087"/>
                  </a:lnTo>
                  <a:lnTo>
                    <a:pt x="392899" y="25895"/>
                  </a:lnTo>
                  <a:lnTo>
                    <a:pt x="394423" y="22847"/>
                  </a:lnTo>
                  <a:lnTo>
                    <a:pt x="394423" y="19799"/>
                  </a:lnTo>
                  <a:lnTo>
                    <a:pt x="395947" y="18275"/>
                  </a:lnTo>
                  <a:lnTo>
                    <a:pt x="395947" y="16751"/>
                  </a:lnTo>
                  <a:lnTo>
                    <a:pt x="397471" y="13703"/>
                  </a:lnTo>
                  <a:lnTo>
                    <a:pt x="398995" y="12179"/>
                  </a:lnTo>
                  <a:lnTo>
                    <a:pt x="400519" y="12179"/>
                  </a:lnTo>
                  <a:lnTo>
                    <a:pt x="402043" y="10655"/>
                  </a:lnTo>
                  <a:lnTo>
                    <a:pt x="409663" y="10655"/>
                  </a:lnTo>
                  <a:lnTo>
                    <a:pt x="411187" y="12179"/>
                  </a:lnTo>
                  <a:lnTo>
                    <a:pt x="412711" y="12179"/>
                  </a:lnTo>
                  <a:lnTo>
                    <a:pt x="412711" y="13703"/>
                  </a:lnTo>
                  <a:lnTo>
                    <a:pt x="414235" y="13703"/>
                  </a:lnTo>
                  <a:lnTo>
                    <a:pt x="415759" y="15227"/>
                  </a:lnTo>
                  <a:lnTo>
                    <a:pt x="415759" y="18275"/>
                  </a:lnTo>
                  <a:lnTo>
                    <a:pt x="417283" y="18275"/>
                  </a:lnTo>
                  <a:lnTo>
                    <a:pt x="417283" y="6083"/>
                  </a:lnTo>
                  <a:lnTo>
                    <a:pt x="414235" y="6083"/>
                  </a:lnTo>
                  <a:lnTo>
                    <a:pt x="412711" y="4559"/>
                  </a:lnTo>
                  <a:lnTo>
                    <a:pt x="400519" y="4559"/>
                  </a:lnTo>
                  <a:lnTo>
                    <a:pt x="394423" y="7607"/>
                  </a:lnTo>
                  <a:lnTo>
                    <a:pt x="392899" y="9131"/>
                  </a:lnTo>
                  <a:lnTo>
                    <a:pt x="391375" y="12179"/>
                  </a:lnTo>
                  <a:lnTo>
                    <a:pt x="388327" y="15227"/>
                  </a:lnTo>
                  <a:lnTo>
                    <a:pt x="388327" y="18275"/>
                  </a:lnTo>
                  <a:lnTo>
                    <a:pt x="385279" y="24371"/>
                  </a:lnTo>
                  <a:lnTo>
                    <a:pt x="385279" y="42760"/>
                  </a:lnTo>
                  <a:lnTo>
                    <a:pt x="386803" y="45808"/>
                  </a:lnTo>
                  <a:lnTo>
                    <a:pt x="388327" y="50380"/>
                  </a:lnTo>
                  <a:lnTo>
                    <a:pt x="389851" y="53428"/>
                  </a:lnTo>
                  <a:lnTo>
                    <a:pt x="391375" y="54952"/>
                  </a:lnTo>
                  <a:lnTo>
                    <a:pt x="392899" y="58000"/>
                  </a:lnTo>
                  <a:lnTo>
                    <a:pt x="394423" y="59524"/>
                  </a:lnTo>
                  <a:lnTo>
                    <a:pt x="397471" y="61048"/>
                  </a:lnTo>
                  <a:lnTo>
                    <a:pt x="400519" y="61048"/>
                  </a:lnTo>
                  <a:lnTo>
                    <a:pt x="402043" y="62572"/>
                  </a:lnTo>
                  <a:lnTo>
                    <a:pt x="409663" y="62572"/>
                  </a:lnTo>
                  <a:lnTo>
                    <a:pt x="412711" y="61048"/>
                  </a:lnTo>
                  <a:lnTo>
                    <a:pt x="414235" y="59524"/>
                  </a:lnTo>
                  <a:lnTo>
                    <a:pt x="417283" y="59524"/>
                  </a:lnTo>
                  <a:lnTo>
                    <a:pt x="420331" y="56476"/>
                  </a:lnTo>
                  <a:lnTo>
                    <a:pt x="421855" y="54952"/>
                  </a:lnTo>
                  <a:lnTo>
                    <a:pt x="424903" y="48856"/>
                  </a:lnTo>
                  <a:lnTo>
                    <a:pt x="424903" y="45808"/>
                  </a:lnTo>
                  <a:lnTo>
                    <a:pt x="426427" y="41236"/>
                  </a:lnTo>
                  <a:lnTo>
                    <a:pt x="426427" y="27419"/>
                  </a:lnTo>
                  <a:lnTo>
                    <a:pt x="426427" y="24371"/>
                  </a:lnTo>
                  <a:close/>
                </a:path>
                <a:path w="669289" h="62864">
                  <a:moveTo>
                    <a:pt x="461581" y="51904"/>
                  </a:moveTo>
                  <a:lnTo>
                    <a:pt x="458533" y="48856"/>
                  </a:lnTo>
                  <a:lnTo>
                    <a:pt x="457009" y="48856"/>
                  </a:lnTo>
                  <a:lnTo>
                    <a:pt x="457009" y="47332"/>
                  </a:lnTo>
                  <a:lnTo>
                    <a:pt x="452437" y="47332"/>
                  </a:lnTo>
                  <a:lnTo>
                    <a:pt x="452437" y="48856"/>
                  </a:lnTo>
                  <a:lnTo>
                    <a:pt x="450913" y="48856"/>
                  </a:lnTo>
                  <a:lnTo>
                    <a:pt x="447865" y="51904"/>
                  </a:lnTo>
                  <a:lnTo>
                    <a:pt x="447865" y="59524"/>
                  </a:lnTo>
                  <a:lnTo>
                    <a:pt x="449389" y="59524"/>
                  </a:lnTo>
                  <a:lnTo>
                    <a:pt x="450913" y="61048"/>
                  </a:lnTo>
                  <a:lnTo>
                    <a:pt x="452437" y="61048"/>
                  </a:lnTo>
                  <a:lnTo>
                    <a:pt x="452437" y="62572"/>
                  </a:lnTo>
                  <a:lnTo>
                    <a:pt x="457009" y="62572"/>
                  </a:lnTo>
                  <a:lnTo>
                    <a:pt x="457009" y="61048"/>
                  </a:lnTo>
                  <a:lnTo>
                    <a:pt x="458533" y="61048"/>
                  </a:lnTo>
                  <a:lnTo>
                    <a:pt x="460057" y="59524"/>
                  </a:lnTo>
                  <a:lnTo>
                    <a:pt x="461581" y="59524"/>
                  </a:lnTo>
                  <a:lnTo>
                    <a:pt x="461581" y="51904"/>
                  </a:lnTo>
                  <a:close/>
                </a:path>
                <a:path w="669289" h="62864">
                  <a:moveTo>
                    <a:pt x="522630" y="54952"/>
                  </a:moveTo>
                  <a:lnTo>
                    <a:pt x="510349" y="54952"/>
                  </a:lnTo>
                  <a:lnTo>
                    <a:pt x="510349" y="4572"/>
                  </a:lnTo>
                  <a:lnTo>
                    <a:pt x="502729" y="4572"/>
                  </a:lnTo>
                  <a:lnTo>
                    <a:pt x="485965" y="13716"/>
                  </a:lnTo>
                  <a:lnTo>
                    <a:pt x="487489" y="19812"/>
                  </a:lnTo>
                  <a:lnTo>
                    <a:pt x="501205" y="13716"/>
                  </a:lnTo>
                  <a:lnTo>
                    <a:pt x="501205" y="54952"/>
                  </a:lnTo>
                  <a:lnTo>
                    <a:pt x="487489" y="54952"/>
                  </a:lnTo>
                  <a:lnTo>
                    <a:pt x="487489" y="61048"/>
                  </a:lnTo>
                  <a:lnTo>
                    <a:pt x="522630" y="61048"/>
                  </a:lnTo>
                  <a:lnTo>
                    <a:pt x="522630" y="54952"/>
                  </a:lnTo>
                  <a:close/>
                </a:path>
                <a:path w="669289" h="62864">
                  <a:moveTo>
                    <a:pt x="571500" y="54952"/>
                  </a:moveTo>
                  <a:lnTo>
                    <a:pt x="559206" y="54952"/>
                  </a:lnTo>
                  <a:lnTo>
                    <a:pt x="559206" y="4572"/>
                  </a:lnTo>
                  <a:lnTo>
                    <a:pt x="551586" y="4572"/>
                  </a:lnTo>
                  <a:lnTo>
                    <a:pt x="534822" y="13716"/>
                  </a:lnTo>
                  <a:lnTo>
                    <a:pt x="536346" y="19812"/>
                  </a:lnTo>
                  <a:lnTo>
                    <a:pt x="550062" y="13716"/>
                  </a:lnTo>
                  <a:lnTo>
                    <a:pt x="550062" y="54952"/>
                  </a:lnTo>
                  <a:lnTo>
                    <a:pt x="536346" y="54952"/>
                  </a:lnTo>
                  <a:lnTo>
                    <a:pt x="536346" y="61048"/>
                  </a:lnTo>
                  <a:lnTo>
                    <a:pt x="571500" y="61048"/>
                  </a:lnTo>
                  <a:lnTo>
                    <a:pt x="571500" y="54952"/>
                  </a:lnTo>
                  <a:close/>
                </a:path>
                <a:path w="669289" h="62864">
                  <a:moveTo>
                    <a:pt x="621880" y="24371"/>
                  </a:moveTo>
                  <a:lnTo>
                    <a:pt x="620356" y="19799"/>
                  </a:lnTo>
                  <a:lnTo>
                    <a:pt x="620356" y="16751"/>
                  </a:lnTo>
                  <a:lnTo>
                    <a:pt x="617308" y="10655"/>
                  </a:lnTo>
                  <a:lnTo>
                    <a:pt x="614260" y="7607"/>
                  </a:lnTo>
                  <a:lnTo>
                    <a:pt x="614260" y="27419"/>
                  </a:lnTo>
                  <a:lnTo>
                    <a:pt x="614260" y="42760"/>
                  </a:lnTo>
                  <a:lnTo>
                    <a:pt x="612736" y="45808"/>
                  </a:lnTo>
                  <a:lnTo>
                    <a:pt x="612736" y="48856"/>
                  </a:lnTo>
                  <a:lnTo>
                    <a:pt x="606640" y="54952"/>
                  </a:lnTo>
                  <a:lnTo>
                    <a:pt x="605116" y="54952"/>
                  </a:lnTo>
                  <a:lnTo>
                    <a:pt x="603592" y="56476"/>
                  </a:lnTo>
                  <a:lnTo>
                    <a:pt x="600544" y="56476"/>
                  </a:lnTo>
                  <a:lnTo>
                    <a:pt x="599020" y="54952"/>
                  </a:lnTo>
                  <a:lnTo>
                    <a:pt x="595972" y="54952"/>
                  </a:lnTo>
                  <a:lnTo>
                    <a:pt x="595972" y="53428"/>
                  </a:lnTo>
                  <a:lnTo>
                    <a:pt x="594448" y="53428"/>
                  </a:lnTo>
                  <a:lnTo>
                    <a:pt x="592836" y="51904"/>
                  </a:lnTo>
                  <a:lnTo>
                    <a:pt x="592836" y="50380"/>
                  </a:lnTo>
                  <a:lnTo>
                    <a:pt x="591312" y="50380"/>
                  </a:lnTo>
                  <a:lnTo>
                    <a:pt x="591312" y="47332"/>
                  </a:lnTo>
                  <a:lnTo>
                    <a:pt x="589788" y="45808"/>
                  </a:lnTo>
                  <a:lnTo>
                    <a:pt x="600049" y="38087"/>
                  </a:lnTo>
                  <a:lnTo>
                    <a:pt x="614260" y="27419"/>
                  </a:lnTo>
                  <a:lnTo>
                    <a:pt x="614260" y="7607"/>
                  </a:lnTo>
                  <a:lnTo>
                    <a:pt x="612736" y="6083"/>
                  </a:lnTo>
                  <a:lnTo>
                    <a:pt x="612736" y="18275"/>
                  </a:lnTo>
                  <a:lnTo>
                    <a:pt x="612736" y="19799"/>
                  </a:lnTo>
                  <a:lnTo>
                    <a:pt x="588264" y="38087"/>
                  </a:lnTo>
                  <a:lnTo>
                    <a:pt x="588264" y="25895"/>
                  </a:lnTo>
                  <a:lnTo>
                    <a:pt x="589788" y="22847"/>
                  </a:lnTo>
                  <a:lnTo>
                    <a:pt x="589788" y="19799"/>
                  </a:lnTo>
                  <a:lnTo>
                    <a:pt x="592836" y="16751"/>
                  </a:lnTo>
                  <a:lnTo>
                    <a:pt x="592836" y="13703"/>
                  </a:lnTo>
                  <a:lnTo>
                    <a:pt x="594448" y="12179"/>
                  </a:lnTo>
                  <a:lnTo>
                    <a:pt x="595972" y="12179"/>
                  </a:lnTo>
                  <a:lnTo>
                    <a:pt x="597496" y="10655"/>
                  </a:lnTo>
                  <a:lnTo>
                    <a:pt x="605116" y="10655"/>
                  </a:lnTo>
                  <a:lnTo>
                    <a:pt x="606640" y="12179"/>
                  </a:lnTo>
                  <a:lnTo>
                    <a:pt x="608164" y="12179"/>
                  </a:lnTo>
                  <a:lnTo>
                    <a:pt x="608164" y="13703"/>
                  </a:lnTo>
                  <a:lnTo>
                    <a:pt x="609688" y="13703"/>
                  </a:lnTo>
                  <a:lnTo>
                    <a:pt x="611212" y="15227"/>
                  </a:lnTo>
                  <a:lnTo>
                    <a:pt x="611212" y="18275"/>
                  </a:lnTo>
                  <a:lnTo>
                    <a:pt x="612736" y="18275"/>
                  </a:lnTo>
                  <a:lnTo>
                    <a:pt x="612736" y="6083"/>
                  </a:lnTo>
                  <a:lnTo>
                    <a:pt x="609688" y="6083"/>
                  </a:lnTo>
                  <a:lnTo>
                    <a:pt x="608164" y="4559"/>
                  </a:lnTo>
                  <a:lnTo>
                    <a:pt x="595972" y="4559"/>
                  </a:lnTo>
                  <a:lnTo>
                    <a:pt x="592836" y="6083"/>
                  </a:lnTo>
                  <a:lnTo>
                    <a:pt x="589788" y="7607"/>
                  </a:lnTo>
                  <a:lnTo>
                    <a:pt x="588264" y="9131"/>
                  </a:lnTo>
                  <a:lnTo>
                    <a:pt x="582168" y="21323"/>
                  </a:lnTo>
                  <a:lnTo>
                    <a:pt x="582168" y="24371"/>
                  </a:lnTo>
                  <a:lnTo>
                    <a:pt x="580644" y="28943"/>
                  </a:lnTo>
                  <a:lnTo>
                    <a:pt x="580644" y="38087"/>
                  </a:lnTo>
                  <a:lnTo>
                    <a:pt x="582168" y="42760"/>
                  </a:lnTo>
                  <a:lnTo>
                    <a:pt x="582168" y="45808"/>
                  </a:lnTo>
                  <a:lnTo>
                    <a:pt x="583692" y="50380"/>
                  </a:lnTo>
                  <a:lnTo>
                    <a:pt x="585216" y="53428"/>
                  </a:lnTo>
                  <a:lnTo>
                    <a:pt x="586740" y="54952"/>
                  </a:lnTo>
                  <a:lnTo>
                    <a:pt x="588264" y="58000"/>
                  </a:lnTo>
                  <a:lnTo>
                    <a:pt x="589788" y="59524"/>
                  </a:lnTo>
                  <a:lnTo>
                    <a:pt x="592836" y="61048"/>
                  </a:lnTo>
                  <a:lnTo>
                    <a:pt x="595972" y="61048"/>
                  </a:lnTo>
                  <a:lnTo>
                    <a:pt x="597496" y="62572"/>
                  </a:lnTo>
                  <a:lnTo>
                    <a:pt x="605116" y="62572"/>
                  </a:lnTo>
                  <a:lnTo>
                    <a:pt x="611212" y="59524"/>
                  </a:lnTo>
                  <a:lnTo>
                    <a:pt x="612736" y="59524"/>
                  </a:lnTo>
                  <a:lnTo>
                    <a:pt x="615784" y="56476"/>
                  </a:lnTo>
                  <a:lnTo>
                    <a:pt x="617308" y="54952"/>
                  </a:lnTo>
                  <a:lnTo>
                    <a:pt x="620356" y="48856"/>
                  </a:lnTo>
                  <a:lnTo>
                    <a:pt x="620356" y="45808"/>
                  </a:lnTo>
                  <a:lnTo>
                    <a:pt x="621880" y="41236"/>
                  </a:lnTo>
                  <a:lnTo>
                    <a:pt x="621880" y="27419"/>
                  </a:lnTo>
                  <a:lnTo>
                    <a:pt x="621880" y="24371"/>
                  </a:lnTo>
                  <a:close/>
                </a:path>
                <a:path w="669289" h="62864">
                  <a:moveTo>
                    <a:pt x="669213" y="54952"/>
                  </a:moveTo>
                  <a:lnTo>
                    <a:pt x="656932" y="54952"/>
                  </a:lnTo>
                  <a:lnTo>
                    <a:pt x="656932" y="4572"/>
                  </a:lnTo>
                  <a:lnTo>
                    <a:pt x="649312" y="4572"/>
                  </a:lnTo>
                  <a:lnTo>
                    <a:pt x="632548" y="13716"/>
                  </a:lnTo>
                  <a:lnTo>
                    <a:pt x="634072" y="19812"/>
                  </a:lnTo>
                  <a:lnTo>
                    <a:pt x="647788" y="13716"/>
                  </a:lnTo>
                  <a:lnTo>
                    <a:pt x="647788" y="54952"/>
                  </a:lnTo>
                  <a:lnTo>
                    <a:pt x="634072" y="54952"/>
                  </a:lnTo>
                  <a:lnTo>
                    <a:pt x="634072" y="61048"/>
                  </a:lnTo>
                  <a:lnTo>
                    <a:pt x="669213" y="61048"/>
                  </a:lnTo>
                  <a:lnTo>
                    <a:pt x="669213" y="5495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36008" y="2316099"/>
              <a:ext cx="705611" cy="7962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11914" y="2320670"/>
              <a:ext cx="283940" cy="5810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760720" y="2350008"/>
              <a:ext cx="27940" cy="7620"/>
            </a:xfrm>
            <a:custGeom>
              <a:avLst/>
              <a:gdLst/>
              <a:ahLst/>
              <a:cxnLst/>
              <a:rect l="l" t="t" r="r" b="b"/>
              <a:pathLst>
                <a:path w="27939" h="7619">
                  <a:moveTo>
                    <a:pt x="27432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50064" y="2316099"/>
              <a:ext cx="381666" cy="7962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924556" y="2320670"/>
              <a:ext cx="3700145" cy="259715"/>
            </a:xfrm>
            <a:custGeom>
              <a:avLst/>
              <a:gdLst/>
              <a:ahLst/>
              <a:cxnLst/>
              <a:rect l="l" t="t" r="r" b="b"/>
              <a:pathLst>
                <a:path w="3700145" h="259714">
                  <a:moveTo>
                    <a:pt x="27432" y="251841"/>
                  </a:moveTo>
                  <a:lnTo>
                    <a:pt x="0" y="251841"/>
                  </a:lnTo>
                  <a:lnTo>
                    <a:pt x="0" y="259473"/>
                  </a:lnTo>
                  <a:lnTo>
                    <a:pt x="27432" y="259473"/>
                  </a:lnTo>
                  <a:lnTo>
                    <a:pt x="27432" y="251841"/>
                  </a:lnTo>
                  <a:close/>
                </a:path>
                <a:path w="3700145" h="259714">
                  <a:moveTo>
                    <a:pt x="3345357" y="48869"/>
                  </a:moveTo>
                  <a:lnTo>
                    <a:pt x="3343833" y="47345"/>
                  </a:lnTo>
                  <a:lnTo>
                    <a:pt x="3343833" y="45821"/>
                  </a:lnTo>
                  <a:lnTo>
                    <a:pt x="3342309" y="45821"/>
                  </a:lnTo>
                  <a:lnTo>
                    <a:pt x="3340785" y="44297"/>
                  </a:lnTo>
                  <a:lnTo>
                    <a:pt x="3336213" y="44297"/>
                  </a:lnTo>
                  <a:lnTo>
                    <a:pt x="3333165" y="47345"/>
                  </a:lnTo>
                  <a:lnTo>
                    <a:pt x="3333165" y="48869"/>
                  </a:lnTo>
                  <a:lnTo>
                    <a:pt x="3331641" y="48869"/>
                  </a:lnTo>
                  <a:lnTo>
                    <a:pt x="3331641" y="53441"/>
                  </a:lnTo>
                  <a:lnTo>
                    <a:pt x="3333165" y="53441"/>
                  </a:lnTo>
                  <a:lnTo>
                    <a:pt x="3333165" y="54965"/>
                  </a:lnTo>
                  <a:lnTo>
                    <a:pt x="3336213" y="58013"/>
                  </a:lnTo>
                  <a:lnTo>
                    <a:pt x="3340785" y="58013"/>
                  </a:lnTo>
                  <a:lnTo>
                    <a:pt x="3342309" y="56489"/>
                  </a:lnTo>
                  <a:lnTo>
                    <a:pt x="3343833" y="56489"/>
                  </a:lnTo>
                  <a:lnTo>
                    <a:pt x="3343833" y="54965"/>
                  </a:lnTo>
                  <a:lnTo>
                    <a:pt x="3345357" y="53441"/>
                  </a:lnTo>
                  <a:lnTo>
                    <a:pt x="3345357" y="48869"/>
                  </a:lnTo>
                  <a:close/>
                </a:path>
                <a:path w="3700145" h="259714">
                  <a:moveTo>
                    <a:pt x="3345357" y="16764"/>
                  </a:moveTo>
                  <a:lnTo>
                    <a:pt x="3342309" y="13716"/>
                  </a:lnTo>
                  <a:lnTo>
                    <a:pt x="3340785" y="13716"/>
                  </a:lnTo>
                  <a:lnTo>
                    <a:pt x="3340785" y="12192"/>
                  </a:lnTo>
                  <a:lnTo>
                    <a:pt x="3336213" y="12192"/>
                  </a:lnTo>
                  <a:lnTo>
                    <a:pt x="3336213" y="13716"/>
                  </a:lnTo>
                  <a:lnTo>
                    <a:pt x="3334689" y="13716"/>
                  </a:lnTo>
                  <a:lnTo>
                    <a:pt x="3334689" y="15240"/>
                  </a:lnTo>
                  <a:lnTo>
                    <a:pt x="3333165" y="15240"/>
                  </a:lnTo>
                  <a:lnTo>
                    <a:pt x="3333165" y="16764"/>
                  </a:lnTo>
                  <a:lnTo>
                    <a:pt x="3331641" y="16764"/>
                  </a:lnTo>
                  <a:lnTo>
                    <a:pt x="3331641" y="21336"/>
                  </a:lnTo>
                  <a:lnTo>
                    <a:pt x="3333165" y="21336"/>
                  </a:lnTo>
                  <a:lnTo>
                    <a:pt x="3333165" y="22860"/>
                  </a:lnTo>
                  <a:lnTo>
                    <a:pt x="3336213" y="25908"/>
                  </a:lnTo>
                  <a:lnTo>
                    <a:pt x="3340785" y="25908"/>
                  </a:lnTo>
                  <a:lnTo>
                    <a:pt x="3342309" y="24384"/>
                  </a:lnTo>
                  <a:lnTo>
                    <a:pt x="3343833" y="24384"/>
                  </a:lnTo>
                  <a:lnTo>
                    <a:pt x="3343833" y="22860"/>
                  </a:lnTo>
                  <a:lnTo>
                    <a:pt x="3345357" y="21336"/>
                  </a:lnTo>
                  <a:lnTo>
                    <a:pt x="3345357" y="16764"/>
                  </a:lnTo>
                  <a:close/>
                </a:path>
                <a:path w="3700145" h="259714">
                  <a:moveTo>
                    <a:pt x="3456813" y="19812"/>
                  </a:moveTo>
                  <a:lnTo>
                    <a:pt x="3455289" y="15240"/>
                  </a:lnTo>
                  <a:lnTo>
                    <a:pt x="3455289" y="12192"/>
                  </a:lnTo>
                  <a:lnTo>
                    <a:pt x="3452241" y="6096"/>
                  </a:lnTo>
                  <a:lnTo>
                    <a:pt x="3449193" y="4572"/>
                  </a:lnTo>
                  <a:lnTo>
                    <a:pt x="3449193" y="22860"/>
                  </a:lnTo>
                  <a:lnTo>
                    <a:pt x="3449193" y="38201"/>
                  </a:lnTo>
                  <a:lnTo>
                    <a:pt x="3447669" y="41249"/>
                  </a:lnTo>
                  <a:lnTo>
                    <a:pt x="3447669" y="44297"/>
                  </a:lnTo>
                  <a:lnTo>
                    <a:pt x="3441573" y="50393"/>
                  </a:lnTo>
                  <a:lnTo>
                    <a:pt x="3440049" y="50393"/>
                  </a:lnTo>
                  <a:lnTo>
                    <a:pt x="3438525" y="51917"/>
                  </a:lnTo>
                  <a:lnTo>
                    <a:pt x="3435477" y="51917"/>
                  </a:lnTo>
                  <a:lnTo>
                    <a:pt x="3433953" y="50393"/>
                  </a:lnTo>
                  <a:lnTo>
                    <a:pt x="3430803" y="50393"/>
                  </a:lnTo>
                  <a:lnTo>
                    <a:pt x="3430803" y="48869"/>
                  </a:lnTo>
                  <a:lnTo>
                    <a:pt x="3429279" y="48869"/>
                  </a:lnTo>
                  <a:lnTo>
                    <a:pt x="3427755" y="47345"/>
                  </a:lnTo>
                  <a:lnTo>
                    <a:pt x="3427755" y="45821"/>
                  </a:lnTo>
                  <a:lnTo>
                    <a:pt x="3426231" y="45821"/>
                  </a:lnTo>
                  <a:lnTo>
                    <a:pt x="3426231" y="42773"/>
                  </a:lnTo>
                  <a:lnTo>
                    <a:pt x="3424707" y="41249"/>
                  </a:lnTo>
                  <a:lnTo>
                    <a:pt x="3434981" y="33528"/>
                  </a:lnTo>
                  <a:lnTo>
                    <a:pt x="3449193" y="22860"/>
                  </a:lnTo>
                  <a:lnTo>
                    <a:pt x="3449193" y="4572"/>
                  </a:lnTo>
                  <a:lnTo>
                    <a:pt x="3447669" y="1524"/>
                  </a:lnTo>
                  <a:lnTo>
                    <a:pt x="3447669" y="13716"/>
                  </a:lnTo>
                  <a:lnTo>
                    <a:pt x="3447669" y="15240"/>
                  </a:lnTo>
                  <a:lnTo>
                    <a:pt x="3423183" y="33528"/>
                  </a:lnTo>
                  <a:lnTo>
                    <a:pt x="3423183" y="21336"/>
                  </a:lnTo>
                  <a:lnTo>
                    <a:pt x="3424707" y="18288"/>
                  </a:lnTo>
                  <a:lnTo>
                    <a:pt x="3424707" y="15240"/>
                  </a:lnTo>
                  <a:lnTo>
                    <a:pt x="3427755" y="12192"/>
                  </a:lnTo>
                  <a:lnTo>
                    <a:pt x="3427755" y="9144"/>
                  </a:lnTo>
                  <a:lnTo>
                    <a:pt x="3429279" y="7620"/>
                  </a:lnTo>
                  <a:lnTo>
                    <a:pt x="3430803" y="7620"/>
                  </a:lnTo>
                  <a:lnTo>
                    <a:pt x="3432327" y="6096"/>
                  </a:lnTo>
                  <a:lnTo>
                    <a:pt x="3440049" y="6096"/>
                  </a:lnTo>
                  <a:lnTo>
                    <a:pt x="3441573" y="7620"/>
                  </a:lnTo>
                  <a:lnTo>
                    <a:pt x="3443097" y="7620"/>
                  </a:lnTo>
                  <a:lnTo>
                    <a:pt x="3443097" y="9144"/>
                  </a:lnTo>
                  <a:lnTo>
                    <a:pt x="3444621" y="9144"/>
                  </a:lnTo>
                  <a:lnTo>
                    <a:pt x="3446145" y="10668"/>
                  </a:lnTo>
                  <a:lnTo>
                    <a:pt x="3446145" y="13716"/>
                  </a:lnTo>
                  <a:lnTo>
                    <a:pt x="3447669" y="13716"/>
                  </a:lnTo>
                  <a:lnTo>
                    <a:pt x="3447669" y="1524"/>
                  </a:lnTo>
                  <a:lnTo>
                    <a:pt x="3444621" y="1524"/>
                  </a:lnTo>
                  <a:lnTo>
                    <a:pt x="3443097" y="0"/>
                  </a:lnTo>
                  <a:lnTo>
                    <a:pt x="3430803" y="0"/>
                  </a:lnTo>
                  <a:lnTo>
                    <a:pt x="3424707" y="3048"/>
                  </a:lnTo>
                  <a:lnTo>
                    <a:pt x="3423183" y="4572"/>
                  </a:lnTo>
                  <a:lnTo>
                    <a:pt x="3421659" y="7620"/>
                  </a:lnTo>
                  <a:lnTo>
                    <a:pt x="3418611" y="10668"/>
                  </a:lnTo>
                  <a:lnTo>
                    <a:pt x="3418611" y="13716"/>
                  </a:lnTo>
                  <a:lnTo>
                    <a:pt x="3415563" y="19812"/>
                  </a:lnTo>
                  <a:lnTo>
                    <a:pt x="3415563" y="33528"/>
                  </a:lnTo>
                  <a:lnTo>
                    <a:pt x="3417087" y="38201"/>
                  </a:lnTo>
                  <a:lnTo>
                    <a:pt x="3417087" y="41249"/>
                  </a:lnTo>
                  <a:lnTo>
                    <a:pt x="3418611" y="45821"/>
                  </a:lnTo>
                  <a:lnTo>
                    <a:pt x="3420135" y="48869"/>
                  </a:lnTo>
                  <a:lnTo>
                    <a:pt x="3421659" y="50393"/>
                  </a:lnTo>
                  <a:lnTo>
                    <a:pt x="3423183" y="53441"/>
                  </a:lnTo>
                  <a:lnTo>
                    <a:pt x="3424707" y="54965"/>
                  </a:lnTo>
                  <a:lnTo>
                    <a:pt x="3427755" y="56489"/>
                  </a:lnTo>
                  <a:lnTo>
                    <a:pt x="3430803" y="56489"/>
                  </a:lnTo>
                  <a:lnTo>
                    <a:pt x="3432327" y="58013"/>
                  </a:lnTo>
                  <a:lnTo>
                    <a:pt x="3440049" y="58013"/>
                  </a:lnTo>
                  <a:lnTo>
                    <a:pt x="3443097" y="56489"/>
                  </a:lnTo>
                  <a:lnTo>
                    <a:pt x="3444621" y="54965"/>
                  </a:lnTo>
                  <a:lnTo>
                    <a:pt x="3447669" y="54965"/>
                  </a:lnTo>
                  <a:lnTo>
                    <a:pt x="3450717" y="51917"/>
                  </a:lnTo>
                  <a:lnTo>
                    <a:pt x="3452241" y="50393"/>
                  </a:lnTo>
                  <a:lnTo>
                    <a:pt x="3455289" y="44297"/>
                  </a:lnTo>
                  <a:lnTo>
                    <a:pt x="3455289" y="41249"/>
                  </a:lnTo>
                  <a:lnTo>
                    <a:pt x="3456813" y="36677"/>
                  </a:lnTo>
                  <a:lnTo>
                    <a:pt x="3456813" y="22860"/>
                  </a:lnTo>
                  <a:lnTo>
                    <a:pt x="3456813" y="19812"/>
                  </a:lnTo>
                  <a:close/>
                </a:path>
                <a:path w="3700145" h="259714">
                  <a:moveTo>
                    <a:pt x="3491954" y="47345"/>
                  </a:moveTo>
                  <a:lnTo>
                    <a:pt x="3488906" y="44297"/>
                  </a:lnTo>
                  <a:lnTo>
                    <a:pt x="3487382" y="44297"/>
                  </a:lnTo>
                  <a:lnTo>
                    <a:pt x="3487382" y="42773"/>
                  </a:lnTo>
                  <a:lnTo>
                    <a:pt x="3482708" y="42773"/>
                  </a:lnTo>
                  <a:lnTo>
                    <a:pt x="3482708" y="44297"/>
                  </a:lnTo>
                  <a:lnTo>
                    <a:pt x="3481184" y="44297"/>
                  </a:lnTo>
                  <a:lnTo>
                    <a:pt x="3478136" y="47345"/>
                  </a:lnTo>
                  <a:lnTo>
                    <a:pt x="3478136" y="54965"/>
                  </a:lnTo>
                  <a:lnTo>
                    <a:pt x="3479660" y="54965"/>
                  </a:lnTo>
                  <a:lnTo>
                    <a:pt x="3481184" y="56489"/>
                  </a:lnTo>
                  <a:lnTo>
                    <a:pt x="3482708" y="56489"/>
                  </a:lnTo>
                  <a:lnTo>
                    <a:pt x="3482708" y="58013"/>
                  </a:lnTo>
                  <a:lnTo>
                    <a:pt x="3487382" y="58013"/>
                  </a:lnTo>
                  <a:lnTo>
                    <a:pt x="3487382" y="56489"/>
                  </a:lnTo>
                  <a:lnTo>
                    <a:pt x="3488906" y="56489"/>
                  </a:lnTo>
                  <a:lnTo>
                    <a:pt x="3490430" y="54965"/>
                  </a:lnTo>
                  <a:lnTo>
                    <a:pt x="3491954" y="54965"/>
                  </a:lnTo>
                  <a:lnTo>
                    <a:pt x="3491954" y="47345"/>
                  </a:lnTo>
                  <a:close/>
                </a:path>
                <a:path w="3700145" h="259714">
                  <a:moveTo>
                    <a:pt x="3553002" y="50393"/>
                  </a:moveTo>
                  <a:lnTo>
                    <a:pt x="3540722" y="50393"/>
                  </a:lnTo>
                  <a:lnTo>
                    <a:pt x="3540722" y="12"/>
                  </a:lnTo>
                  <a:lnTo>
                    <a:pt x="3533102" y="12"/>
                  </a:lnTo>
                  <a:lnTo>
                    <a:pt x="3516338" y="9156"/>
                  </a:lnTo>
                  <a:lnTo>
                    <a:pt x="3517862" y="15252"/>
                  </a:lnTo>
                  <a:lnTo>
                    <a:pt x="3531578" y="9156"/>
                  </a:lnTo>
                  <a:lnTo>
                    <a:pt x="3531578" y="50393"/>
                  </a:lnTo>
                  <a:lnTo>
                    <a:pt x="3517862" y="50393"/>
                  </a:lnTo>
                  <a:lnTo>
                    <a:pt x="3517862" y="56489"/>
                  </a:lnTo>
                  <a:lnTo>
                    <a:pt x="3553002" y="56489"/>
                  </a:lnTo>
                  <a:lnTo>
                    <a:pt x="3553002" y="50393"/>
                  </a:lnTo>
                  <a:close/>
                </a:path>
                <a:path w="3700145" h="259714">
                  <a:moveTo>
                    <a:pt x="3601872" y="36677"/>
                  </a:moveTo>
                  <a:lnTo>
                    <a:pt x="3600348" y="35052"/>
                  </a:lnTo>
                  <a:lnTo>
                    <a:pt x="3600348" y="33528"/>
                  </a:lnTo>
                  <a:lnTo>
                    <a:pt x="3597300" y="30480"/>
                  </a:lnTo>
                  <a:lnTo>
                    <a:pt x="3595776" y="30480"/>
                  </a:lnTo>
                  <a:lnTo>
                    <a:pt x="3595776" y="28956"/>
                  </a:lnTo>
                  <a:lnTo>
                    <a:pt x="3594252" y="28956"/>
                  </a:lnTo>
                  <a:lnTo>
                    <a:pt x="3592728" y="27432"/>
                  </a:lnTo>
                  <a:lnTo>
                    <a:pt x="3589591" y="27432"/>
                  </a:lnTo>
                  <a:lnTo>
                    <a:pt x="3592728" y="25908"/>
                  </a:lnTo>
                  <a:lnTo>
                    <a:pt x="3594252" y="24384"/>
                  </a:lnTo>
                  <a:lnTo>
                    <a:pt x="3595776" y="21336"/>
                  </a:lnTo>
                  <a:lnTo>
                    <a:pt x="3597300" y="19812"/>
                  </a:lnTo>
                  <a:lnTo>
                    <a:pt x="3598824" y="16764"/>
                  </a:lnTo>
                  <a:lnTo>
                    <a:pt x="3598824" y="9144"/>
                  </a:lnTo>
                  <a:lnTo>
                    <a:pt x="3597300" y="7620"/>
                  </a:lnTo>
                  <a:lnTo>
                    <a:pt x="3597300" y="6096"/>
                  </a:lnTo>
                  <a:lnTo>
                    <a:pt x="3592728" y="1524"/>
                  </a:lnTo>
                  <a:lnTo>
                    <a:pt x="3591115" y="1524"/>
                  </a:lnTo>
                  <a:lnTo>
                    <a:pt x="3588067" y="0"/>
                  </a:lnTo>
                  <a:lnTo>
                    <a:pt x="3569779" y="0"/>
                  </a:lnTo>
                  <a:lnTo>
                    <a:pt x="3569779" y="1524"/>
                  </a:lnTo>
                  <a:lnTo>
                    <a:pt x="3566731" y="1524"/>
                  </a:lnTo>
                  <a:lnTo>
                    <a:pt x="3566731" y="7620"/>
                  </a:lnTo>
                  <a:lnTo>
                    <a:pt x="3571303" y="7620"/>
                  </a:lnTo>
                  <a:lnTo>
                    <a:pt x="3574351" y="6096"/>
                  </a:lnTo>
                  <a:lnTo>
                    <a:pt x="3586543" y="6096"/>
                  </a:lnTo>
                  <a:lnTo>
                    <a:pt x="3589591" y="9144"/>
                  </a:lnTo>
                  <a:lnTo>
                    <a:pt x="3591115" y="12192"/>
                  </a:lnTo>
                  <a:lnTo>
                    <a:pt x="3591115" y="18288"/>
                  </a:lnTo>
                  <a:lnTo>
                    <a:pt x="3589591" y="18288"/>
                  </a:lnTo>
                  <a:lnTo>
                    <a:pt x="3589591" y="19812"/>
                  </a:lnTo>
                  <a:lnTo>
                    <a:pt x="3586543" y="22860"/>
                  </a:lnTo>
                  <a:lnTo>
                    <a:pt x="3585019" y="22860"/>
                  </a:lnTo>
                  <a:lnTo>
                    <a:pt x="3583495" y="24384"/>
                  </a:lnTo>
                  <a:lnTo>
                    <a:pt x="3572827" y="24384"/>
                  </a:lnTo>
                  <a:lnTo>
                    <a:pt x="3572827" y="30480"/>
                  </a:lnTo>
                  <a:lnTo>
                    <a:pt x="3583495" y="30480"/>
                  </a:lnTo>
                  <a:lnTo>
                    <a:pt x="3585019" y="32004"/>
                  </a:lnTo>
                  <a:lnTo>
                    <a:pt x="3588067" y="32004"/>
                  </a:lnTo>
                  <a:lnTo>
                    <a:pt x="3589591" y="33528"/>
                  </a:lnTo>
                  <a:lnTo>
                    <a:pt x="3591115" y="33528"/>
                  </a:lnTo>
                  <a:lnTo>
                    <a:pt x="3591115" y="35052"/>
                  </a:lnTo>
                  <a:lnTo>
                    <a:pt x="3594252" y="38201"/>
                  </a:lnTo>
                  <a:lnTo>
                    <a:pt x="3594252" y="41249"/>
                  </a:lnTo>
                  <a:lnTo>
                    <a:pt x="3592728" y="42773"/>
                  </a:lnTo>
                  <a:lnTo>
                    <a:pt x="3592728" y="45821"/>
                  </a:lnTo>
                  <a:lnTo>
                    <a:pt x="3591115" y="47345"/>
                  </a:lnTo>
                  <a:lnTo>
                    <a:pt x="3589591" y="48869"/>
                  </a:lnTo>
                  <a:lnTo>
                    <a:pt x="3588067" y="48869"/>
                  </a:lnTo>
                  <a:lnTo>
                    <a:pt x="3586543" y="50393"/>
                  </a:lnTo>
                  <a:lnTo>
                    <a:pt x="3583495" y="50393"/>
                  </a:lnTo>
                  <a:lnTo>
                    <a:pt x="3580447" y="51917"/>
                  </a:lnTo>
                  <a:lnTo>
                    <a:pt x="3575875" y="51917"/>
                  </a:lnTo>
                  <a:lnTo>
                    <a:pt x="3572827" y="50393"/>
                  </a:lnTo>
                  <a:lnTo>
                    <a:pt x="3565207" y="50393"/>
                  </a:lnTo>
                  <a:lnTo>
                    <a:pt x="3565207" y="56489"/>
                  </a:lnTo>
                  <a:lnTo>
                    <a:pt x="3566731" y="56489"/>
                  </a:lnTo>
                  <a:lnTo>
                    <a:pt x="3569779" y="58013"/>
                  </a:lnTo>
                  <a:lnTo>
                    <a:pt x="3585019" y="58013"/>
                  </a:lnTo>
                  <a:lnTo>
                    <a:pt x="3591115" y="54965"/>
                  </a:lnTo>
                  <a:lnTo>
                    <a:pt x="3592728" y="53441"/>
                  </a:lnTo>
                  <a:lnTo>
                    <a:pt x="3595776" y="51917"/>
                  </a:lnTo>
                  <a:lnTo>
                    <a:pt x="3600348" y="47345"/>
                  </a:lnTo>
                  <a:lnTo>
                    <a:pt x="3600348" y="44297"/>
                  </a:lnTo>
                  <a:lnTo>
                    <a:pt x="3601872" y="42773"/>
                  </a:lnTo>
                  <a:lnTo>
                    <a:pt x="3601872" y="36677"/>
                  </a:lnTo>
                  <a:close/>
                </a:path>
                <a:path w="3700145" h="259714">
                  <a:moveTo>
                    <a:pt x="3650742" y="35052"/>
                  </a:moveTo>
                  <a:lnTo>
                    <a:pt x="3649218" y="33528"/>
                  </a:lnTo>
                  <a:lnTo>
                    <a:pt x="3647694" y="30480"/>
                  </a:lnTo>
                  <a:lnTo>
                    <a:pt x="3647694" y="28956"/>
                  </a:lnTo>
                  <a:lnTo>
                    <a:pt x="3644544" y="27432"/>
                  </a:lnTo>
                  <a:lnTo>
                    <a:pt x="3641496" y="24384"/>
                  </a:lnTo>
                  <a:lnTo>
                    <a:pt x="3638448" y="24384"/>
                  </a:lnTo>
                  <a:lnTo>
                    <a:pt x="3636924" y="22860"/>
                  </a:lnTo>
                  <a:lnTo>
                    <a:pt x="3623208" y="22860"/>
                  </a:lnTo>
                  <a:lnTo>
                    <a:pt x="3623208" y="6096"/>
                  </a:lnTo>
                  <a:lnTo>
                    <a:pt x="3647694" y="6096"/>
                  </a:lnTo>
                  <a:lnTo>
                    <a:pt x="3647694" y="0"/>
                  </a:lnTo>
                  <a:lnTo>
                    <a:pt x="3617112" y="0"/>
                  </a:lnTo>
                  <a:lnTo>
                    <a:pt x="3617112" y="28956"/>
                  </a:lnTo>
                  <a:lnTo>
                    <a:pt x="3632352" y="28956"/>
                  </a:lnTo>
                  <a:lnTo>
                    <a:pt x="3638448" y="32004"/>
                  </a:lnTo>
                  <a:lnTo>
                    <a:pt x="3641496" y="35052"/>
                  </a:lnTo>
                  <a:lnTo>
                    <a:pt x="3641496" y="44297"/>
                  </a:lnTo>
                  <a:lnTo>
                    <a:pt x="3635400" y="50393"/>
                  </a:lnTo>
                  <a:lnTo>
                    <a:pt x="3630828" y="50393"/>
                  </a:lnTo>
                  <a:lnTo>
                    <a:pt x="3629304" y="51917"/>
                  </a:lnTo>
                  <a:lnTo>
                    <a:pt x="3624732" y="51917"/>
                  </a:lnTo>
                  <a:lnTo>
                    <a:pt x="3623208" y="50393"/>
                  </a:lnTo>
                  <a:lnTo>
                    <a:pt x="3615588" y="50393"/>
                  </a:lnTo>
                  <a:lnTo>
                    <a:pt x="3615588" y="56489"/>
                  </a:lnTo>
                  <a:lnTo>
                    <a:pt x="3617112" y="56489"/>
                  </a:lnTo>
                  <a:lnTo>
                    <a:pt x="3617112" y="58013"/>
                  </a:lnTo>
                  <a:lnTo>
                    <a:pt x="3632352" y="58013"/>
                  </a:lnTo>
                  <a:lnTo>
                    <a:pt x="3641496" y="53441"/>
                  </a:lnTo>
                  <a:lnTo>
                    <a:pt x="3643020" y="51917"/>
                  </a:lnTo>
                  <a:lnTo>
                    <a:pt x="3644544" y="50393"/>
                  </a:lnTo>
                  <a:lnTo>
                    <a:pt x="3647694" y="48869"/>
                  </a:lnTo>
                  <a:lnTo>
                    <a:pt x="3647694" y="45821"/>
                  </a:lnTo>
                  <a:lnTo>
                    <a:pt x="3649218" y="44297"/>
                  </a:lnTo>
                  <a:lnTo>
                    <a:pt x="3650742" y="41249"/>
                  </a:lnTo>
                  <a:lnTo>
                    <a:pt x="3650742" y="35052"/>
                  </a:lnTo>
                  <a:close/>
                </a:path>
                <a:path w="3700145" h="259714">
                  <a:moveTo>
                    <a:pt x="3699599" y="12"/>
                  </a:moveTo>
                  <a:lnTo>
                    <a:pt x="3661410" y="12"/>
                  </a:lnTo>
                  <a:lnTo>
                    <a:pt x="3661410" y="7632"/>
                  </a:lnTo>
                  <a:lnTo>
                    <a:pt x="3691979" y="7632"/>
                  </a:lnTo>
                  <a:lnTo>
                    <a:pt x="3667506" y="56489"/>
                  </a:lnTo>
                  <a:lnTo>
                    <a:pt x="3676650" y="56489"/>
                  </a:lnTo>
                  <a:lnTo>
                    <a:pt x="3699599" y="7632"/>
                  </a:lnTo>
                  <a:lnTo>
                    <a:pt x="3699599" y="1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17901" y="2555652"/>
              <a:ext cx="416908" cy="6257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05009" y="2541936"/>
              <a:ext cx="283940" cy="5962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852672" y="2538894"/>
              <a:ext cx="314960" cy="62865"/>
            </a:xfrm>
            <a:custGeom>
              <a:avLst/>
              <a:gdLst/>
              <a:ahLst/>
              <a:cxnLst/>
              <a:rect l="l" t="t" r="r" b="b"/>
              <a:pathLst>
                <a:path w="314960" h="62864">
                  <a:moveTo>
                    <a:pt x="27419" y="33616"/>
                  </a:moveTo>
                  <a:lnTo>
                    <a:pt x="0" y="33616"/>
                  </a:lnTo>
                  <a:lnTo>
                    <a:pt x="0" y="41249"/>
                  </a:lnTo>
                  <a:lnTo>
                    <a:pt x="27419" y="41249"/>
                  </a:lnTo>
                  <a:lnTo>
                    <a:pt x="27419" y="33616"/>
                  </a:lnTo>
                  <a:close/>
                </a:path>
                <a:path w="314960" h="62864">
                  <a:moveTo>
                    <a:pt x="130098" y="54965"/>
                  </a:moveTo>
                  <a:lnTo>
                    <a:pt x="117906" y="54965"/>
                  </a:lnTo>
                  <a:lnTo>
                    <a:pt x="117906" y="0"/>
                  </a:lnTo>
                  <a:lnTo>
                    <a:pt x="96570" y="0"/>
                  </a:lnTo>
                  <a:lnTo>
                    <a:pt x="96570" y="6096"/>
                  </a:lnTo>
                  <a:lnTo>
                    <a:pt x="110286" y="6096"/>
                  </a:lnTo>
                  <a:lnTo>
                    <a:pt x="110286" y="54965"/>
                  </a:lnTo>
                  <a:lnTo>
                    <a:pt x="95046" y="54965"/>
                  </a:lnTo>
                  <a:lnTo>
                    <a:pt x="95046" y="61061"/>
                  </a:lnTo>
                  <a:lnTo>
                    <a:pt x="130098" y="61061"/>
                  </a:lnTo>
                  <a:lnTo>
                    <a:pt x="130098" y="54965"/>
                  </a:lnTo>
                  <a:close/>
                </a:path>
                <a:path w="314960" h="62864">
                  <a:moveTo>
                    <a:pt x="182118" y="32004"/>
                  </a:moveTo>
                  <a:lnTo>
                    <a:pt x="180594" y="28956"/>
                  </a:lnTo>
                  <a:lnTo>
                    <a:pt x="179070" y="27432"/>
                  </a:lnTo>
                  <a:lnTo>
                    <a:pt x="179070" y="24384"/>
                  </a:lnTo>
                  <a:lnTo>
                    <a:pt x="176022" y="22860"/>
                  </a:lnTo>
                  <a:lnTo>
                    <a:pt x="174498" y="21336"/>
                  </a:lnTo>
                  <a:lnTo>
                    <a:pt x="174498" y="35052"/>
                  </a:lnTo>
                  <a:lnTo>
                    <a:pt x="174498" y="44297"/>
                  </a:lnTo>
                  <a:lnTo>
                    <a:pt x="172974" y="45821"/>
                  </a:lnTo>
                  <a:lnTo>
                    <a:pt x="172974" y="48869"/>
                  </a:lnTo>
                  <a:lnTo>
                    <a:pt x="166878" y="54965"/>
                  </a:lnTo>
                  <a:lnTo>
                    <a:pt x="156108" y="54965"/>
                  </a:lnTo>
                  <a:lnTo>
                    <a:pt x="154584" y="53441"/>
                  </a:lnTo>
                  <a:lnTo>
                    <a:pt x="153060" y="53441"/>
                  </a:lnTo>
                  <a:lnTo>
                    <a:pt x="151536" y="51917"/>
                  </a:lnTo>
                  <a:lnTo>
                    <a:pt x="151536" y="50393"/>
                  </a:lnTo>
                  <a:lnTo>
                    <a:pt x="150012" y="48869"/>
                  </a:lnTo>
                  <a:lnTo>
                    <a:pt x="150012" y="47345"/>
                  </a:lnTo>
                  <a:lnTo>
                    <a:pt x="148488" y="44297"/>
                  </a:lnTo>
                  <a:lnTo>
                    <a:pt x="148488" y="35052"/>
                  </a:lnTo>
                  <a:lnTo>
                    <a:pt x="150012" y="33528"/>
                  </a:lnTo>
                  <a:lnTo>
                    <a:pt x="150012" y="28956"/>
                  </a:lnTo>
                  <a:lnTo>
                    <a:pt x="153060" y="25908"/>
                  </a:lnTo>
                  <a:lnTo>
                    <a:pt x="154584" y="25908"/>
                  </a:lnTo>
                  <a:lnTo>
                    <a:pt x="156108" y="24384"/>
                  </a:lnTo>
                  <a:lnTo>
                    <a:pt x="157632" y="24384"/>
                  </a:lnTo>
                  <a:lnTo>
                    <a:pt x="159156" y="22860"/>
                  </a:lnTo>
                  <a:lnTo>
                    <a:pt x="163830" y="22860"/>
                  </a:lnTo>
                  <a:lnTo>
                    <a:pt x="165354" y="24384"/>
                  </a:lnTo>
                  <a:lnTo>
                    <a:pt x="168402" y="24384"/>
                  </a:lnTo>
                  <a:lnTo>
                    <a:pt x="171450" y="27432"/>
                  </a:lnTo>
                  <a:lnTo>
                    <a:pt x="171450" y="28956"/>
                  </a:lnTo>
                  <a:lnTo>
                    <a:pt x="172974" y="30480"/>
                  </a:lnTo>
                  <a:lnTo>
                    <a:pt x="172974" y="32004"/>
                  </a:lnTo>
                  <a:lnTo>
                    <a:pt x="174498" y="35052"/>
                  </a:lnTo>
                  <a:lnTo>
                    <a:pt x="174498" y="21336"/>
                  </a:lnTo>
                  <a:lnTo>
                    <a:pt x="172974" y="19812"/>
                  </a:lnTo>
                  <a:lnTo>
                    <a:pt x="169926" y="18288"/>
                  </a:lnTo>
                  <a:lnTo>
                    <a:pt x="168402" y="16764"/>
                  </a:lnTo>
                  <a:lnTo>
                    <a:pt x="156108" y="16764"/>
                  </a:lnTo>
                  <a:lnTo>
                    <a:pt x="150012" y="19812"/>
                  </a:lnTo>
                  <a:lnTo>
                    <a:pt x="143916" y="25908"/>
                  </a:lnTo>
                  <a:lnTo>
                    <a:pt x="143916" y="27432"/>
                  </a:lnTo>
                  <a:lnTo>
                    <a:pt x="140868" y="33528"/>
                  </a:lnTo>
                  <a:lnTo>
                    <a:pt x="140868" y="47345"/>
                  </a:lnTo>
                  <a:lnTo>
                    <a:pt x="142392" y="48869"/>
                  </a:lnTo>
                  <a:lnTo>
                    <a:pt x="143916" y="51917"/>
                  </a:lnTo>
                  <a:lnTo>
                    <a:pt x="143916" y="54965"/>
                  </a:lnTo>
                  <a:lnTo>
                    <a:pt x="146964" y="56489"/>
                  </a:lnTo>
                  <a:lnTo>
                    <a:pt x="150012" y="59537"/>
                  </a:lnTo>
                  <a:lnTo>
                    <a:pt x="153060" y="61061"/>
                  </a:lnTo>
                  <a:lnTo>
                    <a:pt x="154584" y="61061"/>
                  </a:lnTo>
                  <a:lnTo>
                    <a:pt x="157632" y="62585"/>
                  </a:lnTo>
                  <a:lnTo>
                    <a:pt x="163830" y="62585"/>
                  </a:lnTo>
                  <a:lnTo>
                    <a:pt x="166878" y="61061"/>
                  </a:lnTo>
                  <a:lnTo>
                    <a:pt x="169926" y="61061"/>
                  </a:lnTo>
                  <a:lnTo>
                    <a:pt x="172974" y="59537"/>
                  </a:lnTo>
                  <a:lnTo>
                    <a:pt x="176022" y="56489"/>
                  </a:lnTo>
                  <a:lnTo>
                    <a:pt x="176784" y="54965"/>
                  </a:lnTo>
                  <a:lnTo>
                    <a:pt x="177546" y="53441"/>
                  </a:lnTo>
                  <a:lnTo>
                    <a:pt x="179070" y="51917"/>
                  </a:lnTo>
                  <a:lnTo>
                    <a:pt x="182118" y="45821"/>
                  </a:lnTo>
                  <a:lnTo>
                    <a:pt x="182118" y="32004"/>
                  </a:lnTo>
                  <a:close/>
                </a:path>
                <a:path w="314960" h="62864">
                  <a:moveTo>
                    <a:pt x="227926" y="47332"/>
                  </a:moveTo>
                  <a:lnTo>
                    <a:pt x="226402" y="45808"/>
                  </a:lnTo>
                  <a:lnTo>
                    <a:pt x="226402" y="44284"/>
                  </a:lnTo>
                  <a:lnTo>
                    <a:pt x="224878" y="42760"/>
                  </a:lnTo>
                  <a:lnTo>
                    <a:pt x="224878" y="41236"/>
                  </a:lnTo>
                  <a:lnTo>
                    <a:pt x="223354" y="41236"/>
                  </a:lnTo>
                  <a:lnTo>
                    <a:pt x="220306" y="38188"/>
                  </a:lnTo>
                  <a:lnTo>
                    <a:pt x="218782" y="38188"/>
                  </a:lnTo>
                  <a:lnTo>
                    <a:pt x="215646" y="36664"/>
                  </a:lnTo>
                  <a:lnTo>
                    <a:pt x="214122" y="36664"/>
                  </a:lnTo>
                  <a:lnTo>
                    <a:pt x="211074" y="35052"/>
                  </a:lnTo>
                  <a:lnTo>
                    <a:pt x="208026" y="35052"/>
                  </a:lnTo>
                  <a:lnTo>
                    <a:pt x="206502" y="33528"/>
                  </a:lnTo>
                  <a:lnTo>
                    <a:pt x="204978" y="33528"/>
                  </a:lnTo>
                  <a:lnTo>
                    <a:pt x="201930" y="30480"/>
                  </a:lnTo>
                  <a:lnTo>
                    <a:pt x="201930" y="25908"/>
                  </a:lnTo>
                  <a:lnTo>
                    <a:pt x="203454" y="25908"/>
                  </a:lnTo>
                  <a:lnTo>
                    <a:pt x="204978" y="24384"/>
                  </a:lnTo>
                  <a:lnTo>
                    <a:pt x="206502" y="24384"/>
                  </a:lnTo>
                  <a:lnTo>
                    <a:pt x="208026" y="22860"/>
                  </a:lnTo>
                  <a:lnTo>
                    <a:pt x="217258" y="22860"/>
                  </a:lnTo>
                  <a:lnTo>
                    <a:pt x="220306" y="24384"/>
                  </a:lnTo>
                  <a:lnTo>
                    <a:pt x="224878" y="24384"/>
                  </a:lnTo>
                  <a:lnTo>
                    <a:pt x="224878" y="22860"/>
                  </a:lnTo>
                  <a:lnTo>
                    <a:pt x="224878" y="18288"/>
                  </a:lnTo>
                  <a:lnTo>
                    <a:pt x="221830" y="18288"/>
                  </a:lnTo>
                  <a:lnTo>
                    <a:pt x="220306" y="16764"/>
                  </a:lnTo>
                  <a:lnTo>
                    <a:pt x="206502" y="16764"/>
                  </a:lnTo>
                  <a:lnTo>
                    <a:pt x="203454" y="18288"/>
                  </a:lnTo>
                  <a:lnTo>
                    <a:pt x="201930" y="18288"/>
                  </a:lnTo>
                  <a:lnTo>
                    <a:pt x="198882" y="19812"/>
                  </a:lnTo>
                  <a:lnTo>
                    <a:pt x="197358" y="21336"/>
                  </a:lnTo>
                  <a:lnTo>
                    <a:pt x="197358" y="22860"/>
                  </a:lnTo>
                  <a:lnTo>
                    <a:pt x="195834" y="24384"/>
                  </a:lnTo>
                  <a:lnTo>
                    <a:pt x="195834" y="25908"/>
                  </a:lnTo>
                  <a:lnTo>
                    <a:pt x="194310" y="27432"/>
                  </a:lnTo>
                  <a:lnTo>
                    <a:pt x="194310" y="32004"/>
                  </a:lnTo>
                  <a:lnTo>
                    <a:pt x="195834" y="33528"/>
                  </a:lnTo>
                  <a:lnTo>
                    <a:pt x="195834" y="35052"/>
                  </a:lnTo>
                  <a:lnTo>
                    <a:pt x="197358" y="36664"/>
                  </a:lnTo>
                  <a:lnTo>
                    <a:pt x="200406" y="39712"/>
                  </a:lnTo>
                  <a:lnTo>
                    <a:pt x="201930" y="39712"/>
                  </a:lnTo>
                  <a:lnTo>
                    <a:pt x="203454" y="41236"/>
                  </a:lnTo>
                  <a:lnTo>
                    <a:pt x="206502" y="41236"/>
                  </a:lnTo>
                  <a:lnTo>
                    <a:pt x="208026" y="42760"/>
                  </a:lnTo>
                  <a:lnTo>
                    <a:pt x="211074" y="42760"/>
                  </a:lnTo>
                  <a:lnTo>
                    <a:pt x="212598" y="44284"/>
                  </a:lnTo>
                  <a:lnTo>
                    <a:pt x="215646" y="44284"/>
                  </a:lnTo>
                  <a:lnTo>
                    <a:pt x="217258" y="45808"/>
                  </a:lnTo>
                  <a:lnTo>
                    <a:pt x="218782" y="47332"/>
                  </a:lnTo>
                  <a:lnTo>
                    <a:pt x="218782" y="48856"/>
                  </a:lnTo>
                  <a:lnTo>
                    <a:pt x="220306" y="48856"/>
                  </a:lnTo>
                  <a:lnTo>
                    <a:pt x="220306" y="51904"/>
                  </a:lnTo>
                  <a:lnTo>
                    <a:pt x="217258" y="54952"/>
                  </a:lnTo>
                  <a:lnTo>
                    <a:pt x="195834" y="54952"/>
                  </a:lnTo>
                  <a:lnTo>
                    <a:pt x="194310" y="53428"/>
                  </a:lnTo>
                  <a:lnTo>
                    <a:pt x="194310" y="61048"/>
                  </a:lnTo>
                  <a:lnTo>
                    <a:pt x="200406" y="61048"/>
                  </a:lnTo>
                  <a:lnTo>
                    <a:pt x="203454" y="62572"/>
                  </a:lnTo>
                  <a:lnTo>
                    <a:pt x="212598" y="62572"/>
                  </a:lnTo>
                  <a:lnTo>
                    <a:pt x="212598" y="61048"/>
                  </a:lnTo>
                  <a:lnTo>
                    <a:pt x="218782" y="61048"/>
                  </a:lnTo>
                  <a:lnTo>
                    <a:pt x="220306" y="59524"/>
                  </a:lnTo>
                  <a:lnTo>
                    <a:pt x="221830" y="59524"/>
                  </a:lnTo>
                  <a:lnTo>
                    <a:pt x="221830" y="58000"/>
                  </a:lnTo>
                  <a:lnTo>
                    <a:pt x="223354" y="58000"/>
                  </a:lnTo>
                  <a:lnTo>
                    <a:pt x="226402" y="54952"/>
                  </a:lnTo>
                  <a:lnTo>
                    <a:pt x="226402" y="51904"/>
                  </a:lnTo>
                  <a:lnTo>
                    <a:pt x="227926" y="50380"/>
                  </a:lnTo>
                  <a:lnTo>
                    <a:pt x="227926" y="47332"/>
                  </a:lnTo>
                  <a:close/>
                </a:path>
                <a:path w="314960" h="62864">
                  <a:moveTo>
                    <a:pt x="276796" y="45808"/>
                  </a:moveTo>
                  <a:lnTo>
                    <a:pt x="275272" y="45808"/>
                  </a:lnTo>
                  <a:lnTo>
                    <a:pt x="275272" y="44284"/>
                  </a:lnTo>
                  <a:lnTo>
                    <a:pt x="273748" y="42760"/>
                  </a:lnTo>
                  <a:lnTo>
                    <a:pt x="273748" y="41236"/>
                  </a:lnTo>
                  <a:lnTo>
                    <a:pt x="272224" y="41236"/>
                  </a:lnTo>
                  <a:lnTo>
                    <a:pt x="270700" y="39712"/>
                  </a:lnTo>
                  <a:lnTo>
                    <a:pt x="269074" y="38188"/>
                  </a:lnTo>
                  <a:lnTo>
                    <a:pt x="267550" y="38188"/>
                  </a:lnTo>
                  <a:lnTo>
                    <a:pt x="264502" y="36664"/>
                  </a:lnTo>
                  <a:lnTo>
                    <a:pt x="262978" y="36664"/>
                  </a:lnTo>
                  <a:lnTo>
                    <a:pt x="259930" y="35052"/>
                  </a:lnTo>
                  <a:lnTo>
                    <a:pt x="256882" y="35052"/>
                  </a:lnTo>
                  <a:lnTo>
                    <a:pt x="255358" y="33528"/>
                  </a:lnTo>
                  <a:lnTo>
                    <a:pt x="253834" y="33528"/>
                  </a:lnTo>
                  <a:lnTo>
                    <a:pt x="250786" y="30480"/>
                  </a:lnTo>
                  <a:lnTo>
                    <a:pt x="250786" y="25908"/>
                  </a:lnTo>
                  <a:lnTo>
                    <a:pt x="252310" y="25908"/>
                  </a:lnTo>
                  <a:lnTo>
                    <a:pt x="253834" y="24384"/>
                  </a:lnTo>
                  <a:lnTo>
                    <a:pt x="255358" y="24384"/>
                  </a:lnTo>
                  <a:lnTo>
                    <a:pt x="256882" y="22860"/>
                  </a:lnTo>
                  <a:lnTo>
                    <a:pt x="266026" y="22860"/>
                  </a:lnTo>
                  <a:lnTo>
                    <a:pt x="269074" y="24384"/>
                  </a:lnTo>
                  <a:lnTo>
                    <a:pt x="273748" y="24384"/>
                  </a:lnTo>
                  <a:lnTo>
                    <a:pt x="273748" y="22860"/>
                  </a:lnTo>
                  <a:lnTo>
                    <a:pt x="273748" y="18288"/>
                  </a:lnTo>
                  <a:lnTo>
                    <a:pt x="270700" y="18288"/>
                  </a:lnTo>
                  <a:lnTo>
                    <a:pt x="269074" y="16764"/>
                  </a:lnTo>
                  <a:lnTo>
                    <a:pt x="255358" y="16764"/>
                  </a:lnTo>
                  <a:lnTo>
                    <a:pt x="252310" y="18288"/>
                  </a:lnTo>
                  <a:lnTo>
                    <a:pt x="250786" y="18288"/>
                  </a:lnTo>
                  <a:lnTo>
                    <a:pt x="247738" y="19812"/>
                  </a:lnTo>
                  <a:lnTo>
                    <a:pt x="246214" y="21336"/>
                  </a:lnTo>
                  <a:lnTo>
                    <a:pt x="246214" y="22860"/>
                  </a:lnTo>
                  <a:lnTo>
                    <a:pt x="244690" y="24384"/>
                  </a:lnTo>
                  <a:lnTo>
                    <a:pt x="244690" y="25908"/>
                  </a:lnTo>
                  <a:lnTo>
                    <a:pt x="243166" y="27432"/>
                  </a:lnTo>
                  <a:lnTo>
                    <a:pt x="243166" y="32004"/>
                  </a:lnTo>
                  <a:lnTo>
                    <a:pt x="244690" y="33528"/>
                  </a:lnTo>
                  <a:lnTo>
                    <a:pt x="244690" y="35052"/>
                  </a:lnTo>
                  <a:lnTo>
                    <a:pt x="246214" y="36664"/>
                  </a:lnTo>
                  <a:lnTo>
                    <a:pt x="249262" y="39712"/>
                  </a:lnTo>
                  <a:lnTo>
                    <a:pt x="250786" y="39712"/>
                  </a:lnTo>
                  <a:lnTo>
                    <a:pt x="253834" y="41236"/>
                  </a:lnTo>
                  <a:lnTo>
                    <a:pt x="255358" y="41236"/>
                  </a:lnTo>
                  <a:lnTo>
                    <a:pt x="256882" y="42760"/>
                  </a:lnTo>
                  <a:lnTo>
                    <a:pt x="259930" y="42760"/>
                  </a:lnTo>
                  <a:lnTo>
                    <a:pt x="261454" y="44284"/>
                  </a:lnTo>
                  <a:lnTo>
                    <a:pt x="264502" y="44284"/>
                  </a:lnTo>
                  <a:lnTo>
                    <a:pt x="267550" y="47332"/>
                  </a:lnTo>
                  <a:lnTo>
                    <a:pt x="267550" y="48856"/>
                  </a:lnTo>
                  <a:lnTo>
                    <a:pt x="269074" y="48856"/>
                  </a:lnTo>
                  <a:lnTo>
                    <a:pt x="269074" y="51904"/>
                  </a:lnTo>
                  <a:lnTo>
                    <a:pt x="266026" y="54952"/>
                  </a:lnTo>
                  <a:lnTo>
                    <a:pt x="244690" y="54952"/>
                  </a:lnTo>
                  <a:lnTo>
                    <a:pt x="243166" y="53428"/>
                  </a:lnTo>
                  <a:lnTo>
                    <a:pt x="243166" y="61048"/>
                  </a:lnTo>
                  <a:lnTo>
                    <a:pt x="249262" y="61048"/>
                  </a:lnTo>
                  <a:lnTo>
                    <a:pt x="252310" y="62572"/>
                  </a:lnTo>
                  <a:lnTo>
                    <a:pt x="261454" y="62572"/>
                  </a:lnTo>
                  <a:lnTo>
                    <a:pt x="261454" y="61048"/>
                  </a:lnTo>
                  <a:lnTo>
                    <a:pt x="267550" y="61048"/>
                  </a:lnTo>
                  <a:lnTo>
                    <a:pt x="269074" y="59524"/>
                  </a:lnTo>
                  <a:lnTo>
                    <a:pt x="270700" y="59524"/>
                  </a:lnTo>
                  <a:lnTo>
                    <a:pt x="270700" y="58000"/>
                  </a:lnTo>
                  <a:lnTo>
                    <a:pt x="272224" y="58000"/>
                  </a:lnTo>
                  <a:lnTo>
                    <a:pt x="275272" y="54952"/>
                  </a:lnTo>
                  <a:lnTo>
                    <a:pt x="275272" y="51904"/>
                  </a:lnTo>
                  <a:lnTo>
                    <a:pt x="276796" y="50380"/>
                  </a:lnTo>
                  <a:lnTo>
                    <a:pt x="276796" y="45808"/>
                  </a:lnTo>
                  <a:close/>
                </a:path>
                <a:path w="314960" h="62864">
                  <a:moveTo>
                    <a:pt x="314883" y="53428"/>
                  </a:moveTo>
                  <a:lnTo>
                    <a:pt x="313359" y="51904"/>
                  </a:lnTo>
                  <a:lnTo>
                    <a:pt x="313359" y="50380"/>
                  </a:lnTo>
                  <a:lnTo>
                    <a:pt x="311835" y="50380"/>
                  </a:lnTo>
                  <a:lnTo>
                    <a:pt x="310311" y="48856"/>
                  </a:lnTo>
                  <a:lnTo>
                    <a:pt x="305739" y="48856"/>
                  </a:lnTo>
                  <a:lnTo>
                    <a:pt x="304215" y="50380"/>
                  </a:lnTo>
                  <a:lnTo>
                    <a:pt x="302691" y="50380"/>
                  </a:lnTo>
                  <a:lnTo>
                    <a:pt x="302691" y="53428"/>
                  </a:lnTo>
                  <a:lnTo>
                    <a:pt x="301167" y="53428"/>
                  </a:lnTo>
                  <a:lnTo>
                    <a:pt x="301167" y="58000"/>
                  </a:lnTo>
                  <a:lnTo>
                    <a:pt x="302691" y="58000"/>
                  </a:lnTo>
                  <a:lnTo>
                    <a:pt x="302691" y="59524"/>
                  </a:lnTo>
                  <a:lnTo>
                    <a:pt x="304215" y="61048"/>
                  </a:lnTo>
                  <a:lnTo>
                    <a:pt x="305739" y="61048"/>
                  </a:lnTo>
                  <a:lnTo>
                    <a:pt x="305739" y="62572"/>
                  </a:lnTo>
                  <a:lnTo>
                    <a:pt x="310311" y="62572"/>
                  </a:lnTo>
                  <a:lnTo>
                    <a:pt x="310311" y="61048"/>
                  </a:lnTo>
                  <a:lnTo>
                    <a:pt x="311835" y="61048"/>
                  </a:lnTo>
                  <a:lnTo>
                    <a:pt x="314883" y="58000"/>
                  </a:lnTo>
                  <a:lnTo>
                    <a:pt x="314883" y="53428"/>
                  </a:lnTo>
                  <a:close/>
                </a:path>
                <a:path w="314960" h="62864">
                  <a:moveTo>
                    <a:pt x="314883" y="21336"/>
                  </a:moveTo>
                  <a:lnTo>
                    <a:pt x="313359" y="19812"/>
                  </a:lnTo>
                  <a:lnTo>
                    <a:pt x="313359" y="18288"/>
                  </a:lnTo>
                  <a:lnTo>
                    <a:pt x="311835" y="18288"/>
                  </a:lnTo>
                  <a:lnTo>
                    <a:pt x="310311" y="16764"/>
                  </a:lnTo>
                  <a:lnTo>
                    <a:pt x="305739" y="16764"/>
                  </a:lnTo>
                  <a:lnTo>
                    <a:pt x="304215" y="18288"/>
                  </a:lnTo>
                  <a:lnTo>
                    <a:pt x="302691" y="18288"/>
                  </a:lnTo>
                  <a:lnTo>
                    <a:pt x="302691" y="21336"/>
                  </a:lnTo>
                  <a:lnTo>
                    <a:pt x="301167" y="21336"/>
                  </a:lnTo>
                  <a:lnTo>
                    <a:pt x="301167" y="25908"/>
                  </a:lnTo>
                  <a:lnTo>
                    <a:pt x="302691" y="25908"/>
                  </a:lnTo>
                  <a:lnTo>
                    <a:pt x="302691" y="28956"/>
                  </a:lnTo>
                  <a:lnTo>
                    <a:pt x="305739" y="28956"/>
                  </a:lnTo>
                  <a:lnTo>
                    <a:pt x="305739" y="30480"/>
                  </a:lnTo>
                  <a:lnTo>
                    <a:pt x="310311" y="30480"/>
                  </a:lnTo>
                  <a:lnTo>
                    <a:pt x="310311" y="28956"/>
                  </a:lnTo>
                  <a:lnTo>
                    <a:pt x="313359" y="28956"/>
                  </a:lnTo>
                  <a:lnTo>
                    <a:pt x="313359" y="27432"/>
                  </a:lnTo>
                  <a:lnTo>
                    <a:pt x="314883" y="25908"/>
                  </a:lnTo>
                  <a:lnTo>
                    <a:pt x="314883" y="2133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37862" y="2541936"/>
              <a:ext cx="283940" cy="5953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587240" y="2538888"/>
              <a:ext cx="703992" cy="7934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63051" y="2541936"/>
              <a:ext cx="283940" cy="5962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710428" y="2572511"/>
              <a:ext cx="29209" cy="7620"/>
            </a:xfrm>
            <a:custGeom>
              <a:avLst/>
              <a:gdLst/>
              <a:ahLst/>
              <a:cxnLst/>
              <a:rect l="l" t="t" r="r" b="b"/>
              <a:pathLst>
                <a:path w="29210" h="7619">
                  <a:moveTo>
                    <a:pt x="28955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8955" y="0"/>
                  </a:lnTo>
                  <a:lnTo>
                    <a:pt x="28955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801201" y="2538888"/>
              <a:ext cx="381666" cy="7934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924556" y="2541942"/>
              <a:ext cx="3651250" cy="293370"/>
            </a:xfrm>
            <a:custGeom>
              <a:avLst/>
              <a:gdLst/>
              <a:ahLst/>
              <a:cxnLst/>
              <a:rect l="l" t="t" r="r" b="b"/>
              <a:pathLst>
                <a:path w="3651250" h="293369">
                  <a:moveTo>
                    <a:pt x="27432" y="246976"/>
                  </a:moveTo>
                  <a:lnTo>
                    <a:pt x="0" y="246976"/>
                  </a:lnTo>
                  <a:lnTo>
                    <a:pt x="0" y="254609"/>
                  </a:lnTo>
                  <a:lnTo>
                    <a:pt x="27432" y="254609"/>
                  </a:lnTo>
                  <a:lnTo>
                    <a:pt x="27432" y="246976"/>
                  </a:lnTo>
                  <a:close/>
                </a:path>
                <a:path w="3651250" h="293369">
                  <a:moveTo>
                    <a:pt x="128485" y="238125"/>
                  </a:moveTo>
                  <a:lnTo>
                    <a:pt x="126961" y="236601"/>
                  </a:lnTo>
                  <a:lnTo>
                    <a:pt x="122389" y="232029"/>
                  </a:lnTo>
                  <a:lnTo>
                    <a:pt x="120865" y="232029"/>
                  </a:lnTo>
                  <a:lnTo>
                    <a:pt x="119341" y="230505"/>
                  </a:lnTo>
                  <a:lnTo>
                    <a:pt x="102577" y="230505"/>
                  </a:lnTo>
                  <a:lnTo>
                    <a:pt x="101053" y="232029"/>
                  </a:lnTo>
                  <a:lnTo>
                    <a:pt x="98005" y="232029"/>
                  </a:lnTo>
                  <a:lnTo>
                    <a:pt x="96481" y="233553"/>
                  </a:lnTo>
                  <a:lnTo>
                    <a:pt x="96481" y="239649"/>
                  </a:lnTo>
                  <a:lnTo>
                    <a:pt x="99529" y="238125"/>
                  </a:lnTo>
                  <a:lnTo>
                    <a:pt x="101053" y="238125"/>
                  </a:lnTo>
                  <a:lnTo>
                    <a:pt x="104101" y="236601"/>
                  </a:lnTo>
                  <a:lnTo>
                    <a:pt x="117817" y="236601"/>
                  </a:lnTo>
                  <a:lnTo>
                    <a:pt x="120865" y="239649"/>
                  </a:lnTo>
                  <a:lnTo>
                    <a:pt x="120865" y="248793"/>
                  </a:lnTo>
                  <a:lnTo>
                    <a:pt x="120865" y="254889"/>
                  </a:lnTo>
                  <a:lnTo>
                    <a:pt x="120865" y="262509"/>
                  </a:lnTo>
                  <a:lnTo>
                    <a:pt x="119341" y="264033"/>
                  </a:lnTo>
                  <a:lnTo>
                    <a:pt x="116293" y="265557"/>
                  </a:lnTo>
                  <a:lnTo>
                    <a:pt x="114769" y="267081"/>
                  </a:lnTo>
                  <a:lnTo>
                    <a:pt x="111721" y="268605"/>
                  </a:lnTo>
                  <a:lnTo>
                    <a:pt x="104101" y="268605"/>
                  </a:lnTo>
                  <a:lnTo>
                    <a:pt x="101053" y="265557"/>
                  </a:lnTo>
                  <a:lnTo>
                    <a:pt x="101053" y="259461"/>
                  </a:lnTo>
                  <a:lnTo>
                    <a:pt x="105625" y="254889"/>
                  </a:lnTo>
                  <a:lnTo>
                    <a:pt x="120865" y="254889"/>
                  </a:lnTo>
                  <a:lnTo>
                    <a:pt x="120865" y="248793"/>
                  </a:lnTo>
                  <a:lnTo>
                    <a:pt x="105625" y="248793"/>
                  </a:lnTo>
                  <a:lnTo>
                    <a:pt x="101053" y="250317"/>
                  </a:lnTo>
                  <a:lnTo>
                    <a:pt x="98005" y="251841"/>
                  </a:lnTo>
                  <a:lnTo>
                    <a:pt x="94957" y="254889"/>
                  </a:lnTo>
                  <a:lnTo>
                    <a:pt x="93433" y="257937"/>
                  </a:lnTo>
                  <a:lnTo>
                    <a:pt x="93433" y="267081"/>
                  </a:lnTo>
                  <a:lnTo>
                    <a:pt x="94957" y="268605"/>
                  </a:lnTo>
                  <a:lnTo>
                    <a:pt x="94957" y="270129"/>
                  </a:lnTo>
                  <a:lnTo>
                    <a:pt x="98005" y="273177"/>
                  </a:lnTo>
                  <a:lnTo>
                    <a:pt x="99529" y="273177"/>
                  </a:lnTo>
                  <a:lnTo>
                    <a:pt x="101053" y="274701"/>
                  </a:lnTo>
                  <a:lnTo>
                    <a:pt x="111721" y="274701"/>
                  </a:lnTo>
                  <a:lnTo>
                    <a:pt x="114769" y="273177"/>
                  </a:lnTo>
                  <a:lnTo>
                    <a:pt x="117817" y="273177"/>
                  </a:lnTo>
                  <a:lnTo>
                    <a:pt x="122389" y="268605"/>
                  </a:lnTo>
                  <a:lnTo>
                    <a:pt x="122389" y="274701"/>
                  </a:lnTo>
                  <a:lnTo>
                    <a:pt x="128485" y="274701"/>
                  </a:lnTo>
                  <a:lnTo>
                    <a:pt x="128485" y="254889"/>
                  </a:lnTo>
                  <a:lnTo>
                    <a:pt x="128485" y="238125"/>
                  </a:lnTo>
                  <a:close/>
                </a:path>
                <a:path w="3651250" h="293369">
                  <a:moveTo>
                    <a:pt x="177355" y="232029"/>
                  </a:moveTo>
                  <a:lnTo>
                    <a:pt x="175831" y="232029"/>
                  </a:lnTo>
                  <a:lnTo>
                    <a:pt x="172783" y="230505"/>
                  </a:lnTo>
                  <a:lnTo>
                    <a:pt x="159067" y="230505"/>
                  </a:lnTo>
                  <a:lnTo>
                    <a:pt x="152971" y="233553"/>
                  </a:lnTo>
                  <a:lnTo>
                    <a:pt x="151447" y="235077"/>
                  </a:lnTo>
                  <a:lnTo>
                    <a:pt x="148399" y="236601"/>
                  </a:lnTo>
                  <a:lnTo>
                    <a:pt x="146875" y="238125"/>
                  </a:lnTo>
                  <a:lnTo>
                    <a:pt x="143827" y="244221"/>
                  </a:lnTo>
                  <a:lnTo>
                    <a:pt x="143827" y="247269"/>
                  </a:lnTo>
                  <a:lnTo>
                    <a:pt x="142303" y="250317"/>
                  </a:lnTo>
                  <a:lnTo>
                    <a:pt x="142303" y="260985"/>
                  </a:lnTo>
                  <a:lnTo>
                    <a:pt x="148399" y="270129"/>
                  </a:lnTo>
                  <a:lnTo>
                    <a:pt x="152971" y="273177"/>
                  </a:lnTo>
                  <a:lnTo>
                    <a:pt x="157543" y="274701"/>
                  </a:lnTo>
                  <a:lnTo>
                    <a:pt x="172783" y="274701"/>
                  </a:lnTo>
                  <a:lnTo>
                    <a:pt x="174307" y="273177"/>
                  </a:lnTo>
                  <a:lnTo>
                    <a:pt x="177355" y="273177"/>
                  </a:lnTo>
                  <a:lnTo>
                    <a:pt x="177355" y="265557"/>
                  </a:lnTo>
                  <a:lnTo>
                    <a:pt x="175831" y="267081"/>
                  </a:lnTo>
                  <a:lnTo>
                    <a:pt x="172783" y="267081"/>
                  </a:lnTo>
                  <a:lnTo>
                    <a:pt x="171259" y="268605"/>
                  </a:lnTo>
                  <a:lnTo>
                    <a:pt x="160591" y="268605"/>
                  </a:lnTo>
                  <a:lnTo>
                    <a:pt x="157543" y="267081"/>
                  </a:lnTo>
                  <a:lnTo>
                    <a:pt x="154495" y="264033"/>
                  </a:lnTo>
                  <a:lnTo>
                    <a:pt x="151447" y="262509"/>
                  </a:lnTo>
                  <a:lnTo>
                    <a:pt x="151447" y="245745"/>
                  </a:lnTo>
                  <a:lnTo>
                    <a:pt x="154495" y="242697"/>
                  </a:lnTo>
                  <a:lnTo>
                    <a:pt x="154495" y="241173"/>
                  </a:lnTo>
                  <a:lnTo>
                    <a:pt x="157543" y="238125"/>
                  </a:lnTo>
                  <a:lnTo>
                    <a:pt x="159067" y="238125"/>
                  </a:lnTo>
                  <a:lnTo>
                    <a:pt x="162115" y="236601"/>
                  </a:lnTo>
                  <a:lnTo>
                    <a:pt x="171259" y="236601"/>
                  </a:lnTo>
                  <a:lnTo>
                    <a:pt x="172783" y="238125"/>
                  </a:lnTo>
                  <a:lnTo>
                    <a:pt x="174307" y="238125"/>
                  </a:lnTo>
                  <a:lnTo>
                    <a:pt x="177355" y="239649"/>
                  </a:lnTo>
                  <a:lnTo>
                    <a:pt x="177355" y="232029"/>
                  </a:lnTo>
                  <a:close/>
                </a:path>
                <a:path w="3651250" h="293369">
                  <a:moveTo>
                    <a:pt x="226212" y="232029"/>
                  </a:moveTo>
                  <a:lnTo>
                    <a:pt x="224688" y="232029"/>
                  </a:lnTo>
                  <a:lnTo>
                    <a:pt x="221640" y="230505"/>
                  </a:lnTo>
                  <a:lnTo>
                    <a:pt x="207924" y="230505"/>
                  </a:lnTo>
                  <a:lnTo>
                    <a:pt x="201828" y="233553"/>
                  </a:lnTo>
                  <a:lnTo>
                    <a:pt x="200304" y="235077"/>
                  </a:lnTo>
                  <a:lnTo>
                    <a:pt x="197256" y="236601"/>
                  </a:lnTo>
                  <a:lnTo>
                    <a:pt x="195732" y="238125"/>
                  </a:lnTo>
                  <a:lnTo>
                    <a:pt x="194208" y="241173"/>
                  </a:lnTo>
                  <a:lnTo>
                    <a:pt x="194208" y="244221"/>
                  </a:lnTo>
                  <a:lnTo>
                    <a:pt x="191160" y="250317"/>
                  </a:lnTo>
                  <a:lnTo>
                    <a:pt x="191160" y="260985"/>
                  </a:lnTo>
                  <a:lnTo>
                    <a:pt x="197256" y="270129"/>
                  </a:lnTo>
                  <a:lnTo>
                    <a:pt x="201828" y="273177"/>
                  </a:lnTo>
                  <a:lnTo>
                    <a:pt x="206400" y="274701"/>
                  </a:lnTo>
                  <a:lnTo>
                    <a:pt x="221640" y="274701"/>
                  </a:lnTo>
                  <a:lnTo>
                    <a:pt x="223164" y="273177"/>
                  </a:lnTo>
                  <a:lnTo>
                    <a:pt x="226212" y="273177"/>
                  </a:lnTo>
                  <a:lnTo>
                    <a:pt x="226212" y="265557"/>
                  </a:lnTo>
                  <a:lnTo>
                    <a:pt x="224688" y="267081"/>
                  </a:lnTo>
                  <a:lnTo>
                    <a:pt x="221640" y="267081"/>
                  </a:lnTo>
                  <a:lnTo>
                    <a:pt x="220116" y="268605"/>
                  </a:lnTo>
                  <a:lnTo>
                    <a:pt x="209448" y="268605"/>
                  </a:lnTo>
                  <a:lnTo>
                    <a:pt x="206400" y="267081"/>
                  </a:lnTo>
                  <a:lnTo>
                    <a:pt x="203352" y="264033"/>
                  </a:lnTo>
                  <a:lnTo>
                    <a:pt x="200304" y="262509"/>
                  </a:lnTo>
                  <a:lnTo>
                    <a:pt x="200304" y="245745"/>
                  </a:lnTo>
                  <a:lnTo>
                    <a:pt x="203352" y="242697"/>
                  </a:lnTo>
                  <a:lnTo>
                    <a:pt x="203352" y="241173"/>
                  </a:lnTo>
                  <a:lnTo>
                    <a:pt x="206400" y="238125"/>
                  </a:lnTo>
                  <a:lnTo>
                    <a:pt x="207924" y="238125"/>
                  </a:lnTo>
                  <a:lnTo>
                    <a:pt x="210972" y="236601"/>
                  </a:lnTo>
                  <a:lnTo>
                    <a:pt x="220116" y="236601"/>
                  </a:lnTo>
                  <a:lnTo>
                    <a:pt x="221640" y="238125"/>
                  </a:lnTo>
                  <a:lnTo>
                    <a:pt x="224688" y="238125"/>
                  </a:lnTo>
                  <a:lnTo>
                    <a:pt x="226212" y="239649"/>
                  </a:lnTo>
                  <a:lnTo>
                    <a:pt x="226212" y="232029"/>
                  </a:lnTo>
                  <a:close/>
                </a:path>
                <a:path w="3651250" h="293369">
                  <a:moveTo>
                    <a:pt x="276593" y="230505"/>
                  </a:moveTo>
                  <a:lnTo>
                    <a:pt x="268973" y="230505"/>
                  </a:lnTo>
                  <a:lnTo>
                    <a:pt x="268973" y="259461"/>
                  </a:lnTo>
                  <a:lnTo>
                    <a:pt x="261353" y="267081"/>
                  </a:lnTo>
                  <a:lnTo>
                    <a:pt x="259829" y="267081"/>
                  </a:lnTo>
                  <a:lnTo>
                    <a:pt x="259829" y="268605"/>
                  </a:lnTo>
                  <a:lnTo>
                    <a:pt x="250685" y="268605"/>
                  </a:lnTo>
                  <a:lnTo>
                    <a:pt x="249161" y="265557"/>
                  </a:lnTo>
                  <a:lnTo>
                    <a:pt x="249161" y="230505"/>
                  </a:lnTo>
                  <a:lnTo>
                    <a:pt x="241541" y="230505"/>
                  </a:lnTo>
                  <a:lnTo>
                    <a:pt x="241541" y="268605"/>
                  </a:lnTo>
                  <a:lnTo>
                    <a:pt x="246113" y="273177"/>
                  </a:lnTo>
                  <a:lnTo>
                    <a:pt x="250685" y="274701"/>
                  </a:lnTo>
                  <a:lnTo>
                    <a:pt x="259829" y="274701"/>
                  </a:lnTo>
                  <a:lnTo>
                    <a:pt x="261353" y="273177"/>
                  </a:lnTo>
                  <a:lnTo>
                    <a:pt x="262877" y="273177"/>
                  </a:lnTo>
                  <a:lnTo>
                    <a:pt x="267449" y="268605"/>
                  </a:lnTo>
                  <a:lnTo>
                    <a:pt x="268973" y="267081"/>
                  </a:lnTo>
                  <a:lnTo>
                    <a:pt x="268973" y="274701"/>
                  </a:lnTo>
                  <a:lnTo>
                    <a:pt x="276593" y="274701"/>
                  </a:lnTo>
                  <a:lnTo>
                    <a:pt x="276593" y="230505"/>
                  </a:lnTo>
                  <a:close/>
                </a:path>
                <a:path w="3651250" h="293369">
                  <a:moveTo>
                    <a:pt x="326986" y="238125"/>
                  </a:moveTo>
                  <a:lnTo>
                    <a:pt x="325462" y="236601"/>
                  </a:lnTo>
                  <a:lnTo>
                    <a:pt x="323938" y="235077"/>
                  </a:lnTo>
                  <a:lnTo>
                    <a:pt x="322414" y="232029"/>
                  </a:lnTo>
                  <a:lnTo>
                    <a:pt x="317842" y="230505"/>
                  </a:lnTo>
                  <a:lnTo>
                    <a:pt x="308698" y="230505"/>
                  </a:lnTo>
                  <a:lnTo>
                    <a:pt x="305650" y="232029"/>
                  </a:lnTo>
                  <a:lnTo>
                    <a:pt x="304126" y="233553"/>
                  </a:lnTo>
                  <a:lnTo>
                    <a:pt x="301078" y="235077"/>
                  </a:lnTo>
                  <a:lnTo>
                    <a:pt x="298030" y="239649"/>
                  </a:lnTo>
                  <a:lnTo>
                    <a:pt x="298030" y="230505"/>
                  </a:lnTo>
                  <a:lnTo>
                    <a:pt x="291833" y="230505"/>
                  </a:lnTo>
                  <a:lnTo>
                    <a:pt x="291833" y="274701"/>
                  </a:lnTo>
                  <a:lnTo>
                    <a:pt x="299554" y="274701"/>
                  </a:lnTo>
                  <a:lnTo>
                    <a:pt x="299554" y="245745"/>
                  </a:lnTo>
                  <a:lnTo>
                    <a:pt x="302602" y="242697"/>
                  </a:lnTo>
                  <a:lnTo>
                    <a:pt x="302602" y="241173"/>
                  </a:lnTo>
                  <a:lnTo>
                    <a:pt x="304126" y="241173"/>
                  </a:lnTo>
                  <a:lnTo>
                    <a:pt x="305650" y="239649"/>
                  </a:lnTo>
                  <a:lnTo>
                    <a:pt x="307174" y="238125"/>
                  </a:lnTo>
                  <a:lnTo>
                    <a:pt x="308698" y="238125"/>
                  </a:lnTo>
                  <a:lnTo>
                    <a:pt x="310222" y="236601"/>
                  </a:lnTo>
                  <a:lnTo>
                    <a:pt x="314794" y="236601"/>
                  </a:lnTo>
                  <a:lnTo>
                    <a:pt x="319366" y="241173"/>
                  </a:lnTo>
                  <a:lnTo>
                    <a:pt x="319366" y="247269"/>
                  </a:lnTo>
                  <a:lnTo>
                    <a:pt x="326986" y="247269"/>
                  </a:lnTo>
                  <a:lnTo>
                    <a:pt x="326986" y="238125"/>
                  </a:lnTo>
                  <a:close/>
                </a:path>
                <a:path w="3651250" h="293369">
                  <a:moveTo>
                    <a:pt x="372808" y="238125"/>
                  </a:moveTo>
                  <a:lnTo>
                    <a:pt x="371284" y="236601"/>
                  </a:lnTo>
                  <a:lnTo>
                    <a:pt x="366712" y="232029"/>
                  </a:lnTo>
                  <a:lnTo>
                    <a:pt x="365188" y="232029"/>
                  </a:lnTo>
                  <a:lnTo>
                    <a:pt x="363664" y="230505"/>
                  </a:lnTo>
                  <a:lnTo>
                    <a:pt x="346798" y="230505"/>
                  </a:lnTo>
                  <a:lnTo>
                    <a:pt x="345274" y="232029"/>
                  </a:lnTo>
                  <a:lnTo>
                    <a:pt x="342226" y="232029"/>
                  </a:lnTo>
                  <a:lnTo>
                    <a:pt x="340702" y="233553"/>
                  </a:lnTo>
                  <a:lnTo>
                    <a:pt x="340702" y="239649"/>
                  </a:lnTo>
                  <a:lnTo>
                    <a:pt x="343750" y="238125"/>
                  </a:lnTo>
                  <a:lnTo>
                    <a:pt x="346798" y="238125"/>
                  </a:lnTo>
                  <a:lnTo>
                    <a:pt x="348424" y="236601"/>
                  </a:lnTo>
                  <a:lnTo>
                    <a:pt x="362140" y="236601"/>
                  </a:lnTo>
                  <a:lnTo>
                    <a:pt x="365188" y="239649"/>
                  </a:lnTo>
                  <a:lnTo>
                    <a:pt x="365188" y="248793"/>
                  </a:lnTo>
                  <a:lnTo>
                    <a:pt x="365188" y="254889"/>
                  </a:lnTo>
                  <a:lnTo>
                    <a:pt x="365188" y="262509"/>
                  </a:lnTo>
                  <a:lnTo>
                    <a:pt x="363664" y="264033"/>
                  </a:lnTo>
                  <a:lnTo>
                    <a:pt x="360616" y="265557"/>
                  </a:lnTo>
                  <a:lnTo>
                    <a:pt x="359092" y="267081"/>
                  </a:lnTo>
                  <a:lnTo>
                    <a:pt x="356044" y="268605"/>
                  </a:lnTo>
                  <a:lnTo>
                    <a:pt x="348424" y="268605"/>
                  </a:lnTo>
                  <a:lnTo>
                    <a:pt x="348424" y="267081"/>
                  </a:lnTo>
                  <a:lnTo>
                    <a:pt x="346798" y="267081"/>
                  </a:lnTo>
                  <a:lnTo>
                    <a:pt x="345274" y="265557"/>
                  </a:lnTo>
                  <a:lnTo>
                    <a:pt x="345274" y="259461"/>
                  </a:lnTo>
                  <a:lnTo>
                    <a:pt x="346798" y="257937"/>
                  </a:lnTo>
                  <a:lnTo>
                    <a:pt x="348424" y="256413"/>
                  </a:lnTo>
                  <a:lnTo>
                    <a:pt x="349948" y="254889"/>
                  </a:lnTo>
                  <a:lnTo>
                    <a:pt x="365188" y="254889"/>
                  </a:lnTo>
                  <a:lnTo>
                    <a:pt x="365188" y="248793"/>
                  </a:lnTo>
                  <a:lnTo>
                    <a:pt x="349948" y="248793"/>
                  </a:lnTo>
                  <a:lnTo>
                    <a:pt x="345274" y="250317"/>
                  </a:lnTo>
                  <a:lnTo>
                    <a:pt x="342226" y="251841"/>
                  </a:lnTo>
                  <a:lnTo>
                    <a:pt x="339178" y="254889"/>
                  </a:lnTo>
                  <a:lnTo>
                    <a:pt x="337654" y="257937"/>
                  </a:lnTo>
                  <a:lnTo>
                    <a:pt x="337654" y="267081"/>
                  </a:lnTo>
                  <a:lnTo>
                    <a:pt x="339178" y="268605"/>
                  </a:lnTo>
                  <a:lnTo>
                    <a:pt x="339178" y="270129"/>
                  </a:lnTo>
                  <a:lnTo>
                    <a:pt x="342226" y="273177"/>
                  </a:lnTo>
                  <a:lnTo>
                    <a:pt x="343750" y="273177"/>
                  </a:lnTo>
                  <a:lnTo>
                    <a:pt x="345274" y="274701"/>
                  </a:lnTo>
                  <a:lnTo>
                    <a:pt x="357568" y="274701"/>
                  </a:lnTo>
                  <a:lnTo>
                    <a:pt x="359092" y="273177"/>
                  </a:lnTo>
                  <a:lnTo>
                    <a:pt x="362140" y="273177"/>
                  </a:lnTo>
                  <a:lnTo>
                    <a:pt x="366712" y="268605"/>
                  </a:lnTo>
                  <a:lnTo>
                    <a:pt x="366712" y="274701"/>
                  </a:lnTo>
                  <a:lnTo>
                    <a:pt x="372808" y="274701"/>
                  </a:lnTo>
                  <a:lnTo>
                    <a:pt x="372808" y="254889"/>
                  </a:lnTo>
                  <a:lnTo>
                    <a:pt x="372808" y="238125"/>
                  </a:lnTo>
                  <a:close/>
                </a:path>
                <a:path w="3651250" h="293369">
                  <a:moveTo>
                    <a:pt x="421665" y="232029"/>
                  </a:moveTo>
                  <a:lnTo>
                    <a:pt x="420141" y="232029"/>
                  </a:lnTo>
                  <a:lnTo>
                    <a:pt x="417093" y="230505"/>
                  </a:lnTo>
                  <a:lnTo>
                    <a:pt x="403377" y="230505"/>
                  </a:lnTo>
                  <a:lnTo>
                    <a:pt x="397179" y="233553"/>
                  </a:lnTo>
                  <a:lnTo>
                    <a:pt x="394131" y="236601"/>
                  </a:lnTo>
                  <a:lnTo>
                    <a:pt x="391083" y="238125"/>
                  </a:lnTo>
                  <a:lnTo>
                    <a:pt x="389559" y="241173"/>
                  </a:lnTo>
                  <a:lnTo>
                    <a:pt x="389559" y="244221"/>
                  </a:lnTo>
                  <a:lnTo>
                    <a:pt x="388035" y="247269"/>
                  </a:lnTo>
                  <a:lnTo>
                    <a:pt x="388035" y="260985"/>
                  </a:lnTo>
                  <a:lnTo>
                    <a:pt x="389559" y="265557"/>
                  </a:lnTo>
                  <a:lnTo>
                    <a:pt x="392607" y="270129"/>
                  </a:lnTo>
                  <a:lnTo>
                    <a:pt x="397179" y="273177"/>
                  </a:lnTo>
                  <a:lnTo>
                    <a:pt x="401853" y="274701"/>
                  </a:lnTo>
                  <a:lnTo>
                    <a:pt x="417093" y="274701"/>
                  </a:lnTo>
                  <a:lnTo>
                    <a:pt x="420141" y="273177"/>
                  </a:lnTo>
                  <a:lnTo>
                    <a:pt x="421665" y="273177"/>
                  </a:lnTo>
                  <a:lnTo>
                    <a:pt x="421665" y="265557"/>
                  </a:lnTo>
                  <a:lnTo>
                    <a:pt x="420141" y="267081"/>
                  </a:lnTo>
                  <a:lnTo>
                    <a:pt x="417093" y="267081"/>
                  </a:lnTo>
                  <a:lnTo>
                    <a:pt x="415569" y="268605"/>
                  </a:lnTo>
                  <a:lnTo>
                    <a:pt x="404901" y="268605"/>
                  </a:lnTo>
                  <a:lnTo>
                    <a:pt x="401853" y="267081"/>
                  </a:lnTo>
                  <a:lnTo>
                    <a:pt x="397179" y="262509"/>
                  </a:lnTo>
                  <a:lnTo>
                    <a:pt x="395655" y="257937"/>
                  </a:lnTo>
                  <a:lnTo>
                    <a:pt x="395655" y="245745"/>
                  </a:lnTo>
                  <a:lnTo>
                    <a:pt x="400329" y="241173"/>
                  </a:lnTo>
                  <a:lnTo>
                    <a:pt x="400329" y="239649"/>
                  </a:lnTo>
                  <a:lnTo>
                    <a:pt x="401853" y="238125"/>
                  </a:lnTo>
                  <a:lnTo>
                    <a:pt x="403377" y="238125"/>
                  </a:lnTo>
                  <a:lnTo>
                    <a:pt x="406425" y="236601"/>
                  </a:lnTo>
                  <a:lnTo>
                    <a:pt x="415569" y="236601"/>
                  </a:lnTo>
                  <a:lnTo>
                    <a:pt x="417093" y="238125"/>
                  </a:lnTo>
                  <a:lnTo>
                    <a:pt x="420141" y="238125"/>
                  </a:lnTo>
                  <a:lnTo>
                    <a:pt x="421665" y="239649"/>
                  </a:lnTo>
                  <a:lnTo>
                    <a:pt x="421665" y="232029"/>
                  </a:lnTo>
                  <a:close/>
                </a:path>
                <a:path w="3651250" h="293369">
                  <a:moveTo>
                    <a:pt x="475107" y="230505"/>
                  </a:moveTo>
                  <a:lnTo>
                    <a:pt x="467487" y="230505"/>
                  </a:lnTo>
                  <a:lnTo>
                    <a:pt x="456819" y="259461"/>
                  </a:lnTo>
                  <a:lnTo>
                    <a:pt x="453771" y="267081"/>
                  </a:lnTo>
                  <a:lnTo>
                    <a:pt x="452145" y="259461"/>
                  </a:lnTo>
                  <a:lnTo>
                    <a:pt x="441477" y="230505"/>
                  </a:lnTo>
                  <a:lnTo>
                    <a:pt x="432333" y="230505"/>
                  </a:lnTo>
                  <a:lnTo>
                    <a:pt x="449097" y="274701"/>
                  </a:lnTo>
                  <a:lnTo>
                    <a:pt x="449097" y="276225"/>
                  </a:lnTo>
                  <a:lnTo>
                    <a:pt x="447573" y="277749"/>
                  </a:lnTo>
                  <a:lnTo>
                    <a:pt x="447573" y="279273"/>
                  </a:lnTo>
                  <a:lnTo>
                    <a:pt x="446049" y="280797"/>
                  </a:lnTo>
                  <a:lnTo>
                    <a:pt x="444525" y="282422"/>
                  </a:lnTo>
                  <a:lnTo>
                    <a:pt x="441477" y="285470"/>
                  </a:lnTo>
                  <a:lnTo>
                    <a:pt x="432333" y="285470"/>
                  </a:lnTo>
                  <a:lnTo>
                    <a:pt x="432333" y="293090"/>
                  </a:lnTo>
                  <a:lnTo>
                    <a:pt x="438429" y="293090"/>
                  </a:lnTo>
                  <a:lnTo>
                    <a:pt x="441477" y="291566"/>
                  </a:lnTo>
                  <a:lnTo>
                    <a:pt x="444525" y="291566"/>
                  </a:lnTo>
                  <a:lnTo>
                    <a:pt x="447573" y="288518"/>
                  </a:lnTo>
                  <a:lnTo>
                    <a:pt x="450621" y="286994"/>
                  </a:lnTo>
                  <a:lnTo>
                    <a:pt x="452145" y="285470"/>
                  </a:lnTo>
                  <a:lnTo>
                    <a:pt x="453771" y="282422"/>
                  </a:lnTo>
                  <a:lnTo>
                    <a:pt x="455295" y="280797"/>
                  </a:lnTo>
                  <a:lnTo>
                    <a:pt x="456819" y="277749"/>
                  </a:lnTo>
                  <a:lnTo>
                    <a:pt x="458343" y="273177"/>
                  </a:lnTo>
                  <a:lnTo>
                    <a:pt x="459867" y="270129"/>
                  </a:lnTo>
                  <a:lnTo>
                    <a:pt x="461035" y="267081"/>
                  </a:lnTo>
                  <a:lnTo>
                    <a:pt x="475107" y="230505"/>
                  </a:lnTo>
                  <a:close/>
                </a:path>
                <a:path w="3651250" h="293369">
                  <a:moveTo>
                    <a:pt x="510247" y="267081"/>
                  </a:moveTo>
                  <a:lnTo>
                    <a:pt x="508723" y="267081"/>
                  </a:lnTo>
                  <a:lnTo>
                    <a:pt x="508723" y="264033"/>
                  </a:lnTo>
                  <a:lnTo>
                    <a:pt x="507199" y="264033"/>
                  </a:lnTo>
                  <a:lnTo>
                    <a:pt x="505574" y="262509"/>
                  </a:lnTo>
                  <a:lnTo>
                    <a:pt x="499478" y="262509"/>
                  </a:lnTo>
                  <a:lnTo>
                    <a:pt x="496430" y="265557"/>
                  </a:lnTo>
                  <a:lnTo>
                    <a:pt x="496430" y="271653"/>
                  </a:lnTo>
                  <a:lnTo>
                    <a:pt x="499478" y="274701"/>
                  </a:lnTo>
                  <a:lnTo>
                    <a:pt x="505574" y="274701"/>
                  </a:lnTo>
                  <a:lnTo>
                    <a:pt x="507199" y="273177"/>
                  </a:lnTo>
                  <a:lnTo>
                    <a:pt x="508723" y="273177"/>
                  </a:lnTo>
                  <a:lnTo>
                    <a:pt x="508723" y="270129"/>
                  </a:lnTo>
                  <a:lnTo>
                    <a:pt x="510247" y="270129"/>
                  </a:lnTo>
                  <a:lnTo>
                    <a:pt x="510247" y="267081"/>
                  </a:lnTo>
                  <a:close/>
                </a:path>
                <a:path w="3651250" h="293369">
                  <a:moveTo>
                    <a:pt x="510247" y="236601"/>
                  </a:moveTo>
                  <a:lnTo>
                    <a:pt x="508723" y="235077"/>
                  </a:lnTo>
                  <a:lnTo>
                    <a:pt x="508723" y="232029"/>
                  </a:lnTo>
                  <a:lnTo>
                    <a:pt x="507199" y="232029"/>
                  </a:lnTo>
                  <a:lnTo>
                    <a:pt x="505574" y="230505"/>
                  </a:lnTo>
                  <a:lnTo>
                    <a:pt x="499478" y="230505"/>
                  </a:lnTo>
                  <a:lnTo>
                    <a:pt x="496430" y="233553"/>
                  </a:lnTo>
                  <a:lnTo>
                    <a:pt x="496430" y="239649"/>
                  </a:lnTo>
                  <a:lnTo>
                    <a:pt x="497954" y="241173"/>
                  </a:lnTo>
                  <a:lnTo>
                    <a:pt x="497954" y="242697"/>
                  </a:lnTo>
                  <a:lnTo>
                    <a:pt x="507199" y="242697"/>
                  </a:lnTo>
                  <a:lnTo>
                    <a:pt x="507199" y="241173"/>
                  </a:lnTo>
                  <a:lnTo>
                    <a:pt x="508723" y="241173"/>
                  </a:lnTo>
                  <a:lnTo>
                    <a:pt x="508723" y="238125"/>
                  </a:lnTo>
                  <a:lnTo>
                    <a:pt x="510247" y="238125"/>
                  </a:lnTo>
                  <a:lnTo>
                    <a:pt x="510247" y="236601"/>
                  </a:lnTo>
                  <a:close/>
                </a:path>
                <a:path w="3651250" h="293369">
                  <a:moveTo>
                    <a:pt x="621690" y="241173"/>
                  </a:moveTo>
                  <a:lnTo>
                    <a:pt x="620166" y="236601"/>
                  </a:lnTo>
                  <a:lnTo>
                    <a:pt x="620166" y="233553"/>
                  </a:lnTo>
                  <a:lnTo>
                    <a:pt x="618642" y="228981"/>
                  </a:lnTo>
                  <a:lnTo>
                    <a:pt x="617118" y="225933"/>
                  </a:lnTo>
                  <a:lnTo>
                    <a:pt x="615594" y="224409"/>
                  </a:lnTo>
                  <a:lnTo>
                    <a:pt x="614832" y="222885"/>
                  </a:lnTo>
                  <a:lnTo>
                    <a:pt x="614070" y="221361"/>
                  </a:lnTo>
                  <a:lnTo>
                    <a:pt x="614070" y="241173"/>
                  </a:lnTo>
                  <a:lnTo>
                    <a:pt x="614070" y="253365"/>
                  </a:lnTo>
                  <a:lnTo>
                    <a:pt x="612444" y="256413"/>
                  </a:lnTo>
                  <a:lnTo>
                    <a:pt x="612444" y="259461"/>
                  </a:lnTo>
                  <a:lnTo>
                    <a:pt x="609396" y="262509"/>
                  </a:lnTo>
                  <a:lnTo>
                    <a:pt x="609396" y="265557"/>
                  </a:lnTo>
                  <a:lnTo>
                    <a:pt x="607872" y="267081"/>
                  </a:lnTo>
                  <a:lnTo>
                    <a:pt x="606348" y="267081"/>
                  </a:lnTo>
                  <a:lnTo>
                    <a:pt x="604824" y="268605"/>
                  </a:lnTo>
                  <a:lnTo>
                    <a:pt x="597204" y="268605"/>
                  </a:lnTo>
                  <a:lnTo>
                    <a:pt x="595680" y="267081"/>
                  </a:lnTo>
                  <a:lnTo>
                    <a:pt x="594156" y="267081"/>
                  </a:lnTo>
                  <a:lnTo>
                    <a:pt x="591108" y="264033"/>
                  </a:lnTo>
                  <a:lnTo>
                    <a:pt x="591108" y="262509"/>
                  </a:lnTo>
                  <a:lnTo>
                    <a:pt x="589584" y="260985"/>
                  </a:lnTo>
                  <a:lnTo>
                    <a:pt x="589584" y="257937"/>
                  </a:lnTo>
                  <a:lnTo>
                    <a:pt x="597903" y="251841"/>
                  </a:lnTo>
                  <a:lnTo>
                    <a:pt x="612444" y="241173"/>
                  </a:lnTo>
                  <a:lnTo>
                    <a:pt x="614070" y="241173"/>
                  </a:lnTo>
                  <a:lnTo>
                    <a:pt x="614070" y="221361"/>
                  </a:lnTo>
                  <a:lnTo>
                    <a:pt x="612444" y="219837"/>
                  </a:lnTo>
                  <a:lnTo>
                    <a:pt x="612444" y="233553"/>
                  </a:lnTo>
                  <a:lnTo>
                    <a:pt x="588060" y="251841"/>
                  </a:lnTo>
                  <a:lnTo>
                    <a:pt x="588060" y="236601"/>
                  </a:lnTo>
                  <a:lnTo>
                    <a:pt x="589584" y="233553"/>
                  </a:lnTo>
                  <a:lnTo>
                    <a:pt x="589584" y="230505"/>
                  </a:lnTo>
                  <a:lnTo>
                    <a:pt x="595680" y="224409"/>
                  </a:lnTo>
                  <a:lnTo>
                    <a:pt x="597204" y="224409"/>
                  </a:lnTo>
                  <a:lnTo>
                    <a:pt x="598728" y="222885"/>
                  </a:lnTo>
                  <a:lnTo>
                    <a:pt x="601776" y="222885"/>
                  </a:lnTo>
                  <a:lnTo>
                    <a:pt x="603300" y="224409"/>
                  </a:lnTo>
                  <a:lnTo>
                    <a:pt x="606348" y="224409"/>
                  </a:lnTo>
                  <a:lnTo>
                    <a:pt x="606348" y="225933"/>
                  </a:lnTo>
                  <a:lnTo>
                    <a:pt x="607872" y="225933"/>
                  </a:lnTo>
                  <a:lnTo>
                    <a:pt x="609396" y="227457"/>
                  </a:lnTo>
                  <a:lnTo>
                    <a:pt x="609396" y="228981"/>
                  </a:lnTo>
                  <a:lnTo>
                    <a:pt x="610920" y="230505"/>
                  </a:lnTo>
                  <a:lnTo>
                    <a:pt x="610920" y="232029"/>
                  </a:lnTo>
                  <a:lnTo>
                    <a:pt x="612444" y="233553"/>
                  </a:lnTo>
                  <a:lnTo>
                    <a:pt x="612444" y="219837"/>
                  </a:lnTo>
                  <a:lnTo>
                    <a:pt x="606348" y="216789"/>
                  </a:lnTo>
                  <a:lnTo>
                    <a:pt x="597204" y="216789"/>
                  </a:lnTo>
                  <a:lnTo>
                    <a:pt x="594156" y="218313"/>
                  </a:lnTo>
                  <a:lnTo>
                    <a:pt x="591108" y="218313"/>
                  </a:lnTo>
                  <a:lnTo>
                    <a:pt x="585012" y="224409"/>
                  </a:lnTo>
                  <a:lnTo>
                    <a:pt x="581964" y="230505"/>
                  </a:lnTo>
                  <a:lnTo>
                    <a:pt x="581964" y="233553"/>
                  </a:lnTo>
                  <a:lnTo>
                    <a:pt x="580440" y="238125"/>
                  </a:lnTo>
                  <a:lnTo>
                    <a:pt x="580440" y="254889"/>
                  </a:lnTo>
                  <a:lnTo>
                    <a:pt x="581964" y="259461"/>
                  </a:lnTo>
                  <a:lnTo>
                    <a:pt x="581964" y="262509"/>
                  </a:lnTo>
                  <a:lnTo>
                    <a:pt x="585012" y="268605"/>
                  </a:lnTo>
                  <a:lnTo>
                    <a:pt x="586536" y="270129"/>
                  </a:lnTo>
                  <a:lnTo>
                    <a:pt x="589584" y="271653"/>
                  </a:lnTo>
                  <a:lnTo>
                    <a:pt x="591108" y="273177"/>
                  </a:lnTo>
                  <a:lnTo>
                    <a:pt x="594156" y="274701"/>
                  </a:lnTo>
                  <a:lnTo>
                    <a:pt x="606348" y="274701"/>
                  </a:lnTo>
                  <a:lnTo>
                    <a:pt x="612444" y="271653"/>
                  </a:lnTo>
                  <a:lnTo>
                    <a:pt x="614070" y="270129"/>
                  </a:lnTo>
                  <a:lnTo>
                    <a:pt x="614832" y="268605"/>
                  </a:lnTo>
                  <a:lnTo>
                    <a:pt x="620166" y="257937"/>
                  </a:lnTo>
                  <a:lnTo>
                    <a:pt x="620166" y="254889"/>
                  </a:lnTo>
                  <a:lnTo>
                    <a:pt x="621690" y="250317"/>
                  </a:lnTo>
                  <a:lnTo>
                    <a:pt x="621690" y="241173"/>
                  </a:lnTo>
                  <a:close/>
                </a:path>
                <a:path w="3651250" h="293369">
                  <a:moveTo>
                    <a:pt x="656844" y="265645"/>
                  </a:moveTo>
                  <a:lnTo>
                    <a:pt x="655320" y="265645"/>
                  </a:lnTo>
                  <a:lnTo>
                    <a:pt x="655320" y="264121"/>
                  </a:lnTo>
                  <a:lnTo>
                    <a:pt x="652170" y="260985"/>
                  </a:lnTo>
                  <a:lnTo>
                    <a:pt x="646074" y="260985"/>
                  </a:lnTo>
                  <a:lnTo>
                    <a:pt x="644550" y="262597"/>
                  </a:lnTo>
                  <a:lnTo>
                    <a:pt x="643026" y="264121"/>
                  </a:lnTo>
                  <a:lnTo>
                    <a:pt x="643026" y="265645"/>
                  </a:lnTo>
                  <a:lnTo>
                    <a:pt x="641502" y="265645"/>
                  </a:lnTo>
                  <a:lnTo>
                    <a:pt x="641502" y="270217"/>
                  </a:lnTo>
                  <a:lnTo>
                    <a:pt x="643026" y="270217"/>
                  </a:lnTo>
                  <a:lnTo>
                    <a:pt x="643026" y="273265"/>
                  </a:lnTo>
                  <a:lnTo>
                    <a:pt x="644550" y="273265"/>
                  </a:lnTo>
                  <a:lnTo>
                    <a:pt x="646074" y="274789"/>
                  </a:lnTo>
                  <a:lnTo>
                    <a:pt x="652170" y="274789"/>
                  </a:lnTo>
                  <a:lnTo>
                    <a:pt x="653796" y="273265"/>
                  </a:lnTo>
                  <a:lnTo>
                    <a:pt x="655320" y="273265"/>
                  </a:lnTo>
                  <a:lnTo>
                    <a:pt x="655320" y="270217"/>
                  </a:lnTo>
                  <a:lnTo>
                    <a:pt x="656844" y="270217"/>
                  </a:lnTo>
                  <a:lnTo>
                    <a:pt x="656844" y="265645"/>
                  </a:lnTo>
                  <a:close/>
                </a:path>
                <a:path w="3651250" h="293369">
                  <a:moveTo>
                    <a:pt x="717791" y="238125"/>
                  </a:moveTo>
                  <a:lnTo>
                    <a:pt x="716267" y="233553"/>
                  </a:lnTo>
                  <a:lnTo>
                    <a:pt x="716267" y="230505"/>
                  </a:lnTo>
                  <a:lnTo>
                    <a:pt x="713219" y="224409"/>
                  </a:lnTo>
                  <a:lnTo>
                    <a:pt x="711695" y="222885"/>
                  </a:lnTo>
                  <a:lnTo>
                    <a:pt x="710171" y="221361"/>
                  </a:lnTo>
                  <a:lnTo>
                    <a:pt x="710171" y="239649"/>
                  </a:lnTo>
                  <a:lnTo>
                    <a:pt x="710171" y="242697"/>
                  </a:lnTo>
                  <a:lnTo>
                    <a:pt x="708647" y="242697"/>
                  </a:lnTo>
                  <a:lnTo>
                    <a:pt x="708647" y="244221"/>
                  </a:lnTo>
                  <a:lnTo>
                    <a:pt x="705599" y="244221"/>
                  </a:lnTo>
                  <a:lnTo>
                    <a:pt x="705599" y="245745"/>
                  </a:lnTo>
                  <a:lnTo>
                    <a:pt x="699503" y="245745"/>
                  </a:lnTo>
                  <a:lnTo>
                    <a:pt x="697979" y="247269"/>
                  </a:lnTo>
                  <a:lnTo>
                    <a:pt x="694931" y="247269"/>
                  </a:lnTo>
                  <a:lnTo>
                    <a:pt x="693407" y="245745"/>
                  </a:lnTo>
                  <a:lnTo>
                    <a:pt x="690359" y="245745"/>
                  </a:lnTo>
                  <a:lnTo>
                    <a:pt x="690359" y="244221"/>
                  </a:lnTo>
                  <a:lnTo>
                    <a:pt x="688835" y="244221"/>
                  </a:lnTo>
                  <a:lnTo>
                    <a:pt x="687311" y="242697"/>
                  </a:lnTo>
                  <a:lnTo>
                    <a:pt x="687311" y="239649"/>
                  </a:lnTo>
                  <a:lnTo>
                    <a:pt x="685787" y="238125"/>
                  </a:lnTo>
                  <a:lnTo>
                    <a:pt x="685787" y="232029"/>
                  </a:lnTo>
                  <a:lnTo>
                    <a:pt x="687311" y="230505"/>
                  </a:lnTo>
                  <a:lnTo>
                    <a:pt x="687311" y="228981"/>
                  </a:lnTo>
                  <a:lnTo>
                    <a:pt x="688835" y="227457"/>
                  </a:lnTo>
                  <a:lnTo>
                    <a:pt x="688835" y="225933"/>
                  </a:lnTo>
                  <a:lnTo>
                    <a:pt x="690359" y="225933"/>
                  </a:lnTo>
                  <a:lnTo>
                    <a:pt x="691883" y="224409"/>
                  </a:lnTo>
                  <a:lnTo>
                    <a:pt x="693407" y="224409"/>
                  </a:lnTo>
                  <a:lnTo>
                    <a:pt x="694931" y="222885"/>
                  </a:lnTo>
                  <a:lnTo>
                    <a:pt x="701027" y="222885"/>
                  </a:lnTo>
                  <a:lnTo>
                    <a:pt x="702551" y="224409"/>
                  </a:lnTo>
                  <a:lnTo>
                    <a:pt x="704075" y="224409"/>
                  </a:lnTo>
                  <a:lnTo>
                    <a:pt x="705599" y="225933"/>
                  </a:lnTo>
                  <a:lnTo>
                    <a:pt x="705599" y="227457"/>
                  </a:lnTo>
                  <a:lnTo>
                    <a:pt x="708647" y="230505"/>
                  </a:lnTo>
                  <a:lnTo>
                    <a:pt x="708647" y="236601"/>
                  </a:lnTo>
                  <a:lnTo>
                    <a:pt x="710171" y="239649"/>
                  </a:lnTo>
                  <a:lnTo>
                    <a:pt x="710171" y="221361"/>
                  </a:lnTo>
                  <a:lnTo>
                    <a:pt x="708647" y="219837"/>
                  </a:lnTo>
                  <a:lnTo>
                    <a:pt x="702551" y="216789"/>
                  </a:lnTo>
                  <a:lnTo>
                    <a:pt x="691883" y="216789"/>
                  </a:lnTo>
                  <a:lnTo>
                    <a:pt x="690359" y="218313"/>
                  </a:lnTo>
                  <a:lnTo>
                    <a:pt x="687311" y="219837"/>
                  </a:lnTo>
                  <a:lnTo>
                    <a:pt x="684263" y="222885"/>
                  </a:lnTo>
                  <a:lnTo>
                    <a:pt x="681215" y="224409"/>
                  </a:lnTo>
                  <a:lnTo>
                    <a:pt x="681215" y="225933"/>
                  </a:lnTo>
                  <a:lnTo>
                    <a:pt x="679691" y="228981"/>
                  </a:lnTo>
                  <a:lnTo>
                    <a:pt x="678167" y="230505"/>
                  </a:lnTo>
                  <a:lnTo>
                    <a:pt x="678167" y="241173"/>
                  </a:lnTo>
                  <a:lnTo>
                    <a:pt x="679691" y="242697"/>
                  </a:lnTo>
                  <a:lnTo>
                    <a:pt x="679691" y="244221"/>
                  </a:lnTo>
                  <a:lnTo>
                    <a:pt x="687311" y="251841"/>
                  </a:lnTo>
                  <a:lnTo>
                    <a:pt x="690359" y="251841"/>
                  </a:lnTo>
                  <a:lnTo>
                    <a:pt x="693407" y="253365"/>
                  </a:lnTo>
                  <a:lnTo>
                    <a:pt x="697979" y="253365"/>
                  </a:lnTo>
                  <a:lnTo>
                    <a:pt x="701027" y="251841"/>
                  </a:lnTo>
                  <a:lnTo>
                    <a:pt x="702551" y="251841"/>
                  </a:lnTo>
                  <a:lnTo>
                    <a:pt x="705599" y="250317"/>
                  </a:lnTo>
                  <a:lnTo>
                    <a:pt x="707123" y="250317"/>
                  </a:lnTo>
                  <a:lnTo>
                    <a:pt x="710171" y="248793"/>
                  </a:lnTo>
                  <a:lnTo>
                    <a:pt x="708647" y="250317"/>
                  </a:lnTo>
                  <a:lnTo>
                    <a:pt x="708647" y="256413"/>
                  </a:lnTo>
                  <a:lnTo>
                    <a:pt x="707123" y="257937"/>
                  </a:lnTo>
                  <a:lnTo>
                    <a:pt x="707123" y="259461"/>
                  </a:lnTo>
                  <a:lnTo>
                    <a:pt x="705599" y="262509"/>
                  </a:lnTo>
                  <a:lnTo>
                    <a:pt x="704075" y="264033"/>
                  </a:lnTo>
                  <a:lnTo>
                    <a:pt x="701027" y="265557"/>
                  </a:lnTo>
                  <a:lnTo>
                    <a:pt x="699503" y="265557"/>
                  </a:lnTo>
                  <a:lnTo>
                    <a:pt x="696455" y="267081"/>
                  </a:lnTo>
                  <a:lnTo>
                    <a:pt x="693407" y="267081"/>
                  </a:lnTo>
                  <a:lnTo>
                    <a:pt x="690359" y="268605"/>
                  </a:lnTo>
                  <a:lnTo>
                    <a:pt x="681215" y="268605"/>
                  </a:lnTo>
                  <a:lnTo>
                    <a:pt x="681215" y="274701"/>
                  </a:lnTo>
                  <a:lnTo>
                    <a:pt x="691883" y="274701"/>
                  </a:lnTo>
                  <a:lnTo>
                    <a:pt x="696455" y="273177"/>
                  </a:lnTo>
                  <a:lnTo>
                    <a:pt x="699503" y="273177"/>
                  </a:lnTo>
                  <a:lnTo>
                    <a:pt x="704075" y="271653"/>
                  </a:lnTo>
                  <a:lnTo>
                    <a:pt x="707123" y="270129"/>
                  </a:lnTo>
                  <a:lnTo>
                    <a:pt x="710171" y="267081"/>
                  </a:lnTo>
                  <a:lnTo>
                    <a:pt x="711695" y="264033"/>
                  </a:lnTo>
                  <a:lnTo>
                    <a:pt x="714743" y="260985"/>
                  </a:lnTo>
                  <a:lnTo>
                    <a:pt x="714743" y="256413"/>
                  </a:lnTo>
                  <a:lnTo>
                    <a:pt x="716267" y="253365"/>
                  </a:lnTo>
                  <a:lnTo>
                    <a:pt x="717791" y="248793"/>
                  </a:lnTo>
                  <a:lnTo>
                    <a:pt x="717791" y="247269"/>
                  </a:lnTo>
                  <a:lnTo>
                    <a:pt x="717791" y="238125"/>
                  </a:lnTo>
                  <a:close/>
                </a:path>
                <a:path w="3651250" h="293369">
                  <a:moveTo>
                    <a:pt x="766660" y="250317"/>
                  </a:moveTo>
                  <a:lnTo>
                    <a:pt x="765136" y="247269"/>
                  </a:lnTo>
                  <a:lnTo>
                    <a:pt x="765136" y="245745"/>
                  </a:lnTo>
                  <a:lnTo>
                    <a:pt x="762088" y="242697"/>
                  </a:lnTo>
                  <a:lnTo>
                    <a:pt x="759040" y="241173"/>
                  </a:lnTo>
                  <a:lnTo>
                    <a:pt x="759040" y="250317"/>
                  </a:lnTo>
                  <a:lnTo>
                    <a:pt x="759040" y="262509"/>
                  </a:lnTo>
                  <a:lnTo>
                    <a:pt x="757516" y="264033"/>
                  </a:lnTo>
                  <a:lnTo>
                    <a:pt x="757516" y="265557"/>
                  </a:lnTo>
                  <a:lnTo>
                    <a:pt x="755992" y="265557"/>
                  </a:lnTo>
                  <a:lnTo>
                    <a:pt x="752944" y="268605"/>
                  </a:lnTo>
                  <a:lnTo>
                    <a:pt x="742276" y="268605"/>
                  </a:lnTo>
                  <a:lnTo>
                    <a:pt x="737704" y="264033"/>
                  </a:lnTo>
                  <a:lnTo>
                    <a:pt x="737704" y="260985"/>
                  </a:lnTo>
                  <a:lnTo>
                    <a:pt x="736180" y="259461"/>
                  </a:lnTo>
                  <a:lnTo>
                    <a:pt x="736180" y="248793"/>
                  </a:lnTo>
                  <a:lnTo>
                    <a:pt x="737704" y="248793"/>
                  </a:lnTo>
                  <a:lnTo>
                    <a:pt x="739228" y="247269"/>
                  </a:lnTo>
                  <a:lnTo>
                    <a:pt x="742276" y="247269"/>
                  </a:lnTo>
                  <a:lnTo>
                    <a:pt x="742276" y="245745"/>
                  </a:lnTo>
                  <a:lnTo>
                    <a:pt x="752944" y="245745"/>
                  </a:lnTo>
                  <a:lnTo>
                    <a:pt x="754468" y="247269"/>
                  </a:lnTo>
                  <a:lnTo>
                    <a:pt x="755992" y="247269"/>
                  </a:lnTo>
                  <a:lnTo>
                    <a:pt x="757516" y="248793"/>
                  </a:lnTo>
                  <a:lnTo>
                    <a:pt x="757516" y="250317"/>
                  </a:lnTo>
                  <a:lnTo>
                    <a:pt x="759040" y="250317"/>
                  </a:lnTo>
                  <a:lnTo>
                    <a:pt x="759040" y="241173"/>
                  </a:lnTo>
                  <a:lnTo>
                    <a:pt x="757516" y="241173"/>
                  </a:lnTo>
                  <a:lnTo>
                    <a:pt x="755992" y="239649"/>
                  </a:lnTo>
                  <a:lnTo>
                    <a:pt x="745324" y="239649"/>
                  </a:lnTo>
                  <a:lnTo>
                    <a:pt x="742276" y="241173"/>
                  </a:lnTo>
                  <a:lnTo>
                    <a:pt x="739228" y="241173"/>
                  </a:lnTo>
                  <a:lnTo>
                    <a:pt x="737704" y="242697"/>
                  </a:lnTo>
                  <a:lnTo>
                    <a:pt x="736180" y="242697"/>
                  </a:lnTo>
                  <a:lnTo>
                    <a:pt x="736180" y="238125"/>
                  </a:lnTo>
                  <a:lnTo>
                    <a:pt x="737704" y="236601"/>
                  </a:lnTo>
                  <a:lnTo>
                    <a:pt x="737704" y="233553"/>
                  </a:lnTo>
                  <a:lnTo>
                    <a:pt x="745324" y="225933"/>
                  </a:lnTo>
                  <a:lnTo>
                    <a:pt x="748372" y="225933"/>
                  </a:lnTo>
                  <a:lnTo>
                    <a:pt x="749896" y="224409"/>
                  </a:lnTo>
                  <a:lnTo>
                    <a:pt x="762088" y="224409"/>
                  </a:lnTo>
                  <a:lnTo>
                    <a:pt x="762088" y="218224"/>
                  </a:lnTo>
                  <a:lnTo>
                    <a:pt x="746848" y="218224"/>
                  </a:lnTo>
                  <a:lnTo>
                    <a:pt x="743800" y="219748"/>
                  </a:lnTo>
                  <a:lnTo>
                    <a:pt x="742276" y="221272"/>
                  </a:lnTo>
                  <a:lnTo>
                    <a:pt x="739228" y="222796"/>
                  </a:lnTo>
                  <a:lnTo>
                    <a:pt x="737704" y="224409"/>
                  </a:lnTo>
                  <a:lnTo>
                    <a:pt x="733132" y="228981"/>
                  </a:lnTo>
                  <a:lnTo>
                    <a:pt x="731608" y="232029"/>
                  </a:lnTo>
                  <a:lnTo>
                    <a:pt x="730084" y="233553"/>
                  </a:lnTo>
                  <a:lnTo>
                    <a:pt x="730084" y="236601"/>
                  </a:lnTo>
                  <a:lnTo>
                    <a:pt x="728560" y="239649"/>
                  </a:lnTo>
                  <a:lnTo>
                    <a:pt x="728560" y="257937"/>
                  </a:lnTo>
                  <a:lnTo>
                    <a:pt x="730084" y="260985"/>
                  </a:lnTo>
                  <a:lnTo>
                    <a:pt x="730084" y="264033"/>
                  </a:lnTo>
                  <a:lnTo>
                    <a:pt x="731608" y="267081"/>
                  </a:lnTo>
                  <a:lnTo>
                    <a:pt x="733132" y="268605"/>
                  </a:lnTo>
                  <a:lnTo>
                    <a:pt x="734656" y="271653"/>
                  </a:lnTo>
                  <a:lnTo>
                    <a:pt x="736180" y="273177"/>
                  </a:lnTo>
                  <a:lnTo>
                    <a:pt x="739228" y="273177"/>
                  </a:lnTo>
                  <a:lnTo>
                    <a:pt x="742276" y="274701"/>
                  </a:lnTo>
                  <a:lnTo>
                    <a:pt x="752944" y="274701"/>
                  </a:lnTo>
                  <a:lnTo>
                    <a:pt x="755992" y="273177"/>
                  </a:lnTo>
                  <a:lnTo>
                    <a:pt x="757516" y="273177"/>
                  </a:lnTo>
                  <a:lnTo>
                    <a:pt x="760564" y="271653"/>
                  </a:lnTo>
                  <a:lnTo>
                    <a:pt x="763612" y="268605"/>
                  </a:lnTo>
                  <a:lnTo>
                    <a:pt x="765136" y="265557"/>
                  </a:lnTo>
                  <a:lnTo>
                    <a:pt x="765136" y="264033"/>
                  </a:lnTo>
                  <a:lnTo>
                    <a:pt x="766660" y="260985"/>
                  </a:lnTo>
                  <a:lnTo>
                    <a:pt x="766660" y="250317"/>
                  </a:lnTo>
                  <a:close/>
                </a:path>
                <a:path w="3651250" h="293369">
                  <a:moveTo>
                    <a:pt x="814006" y="250317"/>
                  </a:moveTo>
                  <a:lnTo>
                    <a:pt x="812469" y="248793"/>
                  </a:lnTo>
                  <a:lnTo>
                    <a:pt x="810945" y="245745"/>
                  </a:lnTo>
                  <a:lnTo>
                    <a:pt x="809421" y="244221"/>
                  </a:lnTo>
                  <a:lnTo>
                    <a:pt x="807897" y="244221"/>
                  </a:lnTo>
                  <a:lnTo>
                    <a:pt x="804849" y="242697"/>
                  </a:lnTo>
                  <a:lnTo>
                    <a:pt x="803325" y="241173"/>
                  </a:lnTo>
                  <a:lnTo>
                    <a:pt x="797229" y="241173"/>
                  </a:lnTo>
                  <a:lnTo>
                    <a:pt x="795705" y="239649"/>
                  </a:lnTo>
                  <a:lnTo>
                    <a:pt x="788085" y="239649"/>
                  </a:lnTo>
                  <a:lnTo>
                    <a:pt x="788085" y="224409"/>
                  </a:lnTo>
                  <a:lnTo>
                    <a:pt x="810945" y="224409"/>
                  </a:lnTo>
                  <a:lnTo>
                    <a:pt x="810945" y="218224"/>
                  </a:lnTo>
                  <a:lnTo>
                    <a:pt x="780465" y="218224"/>
                  </a:lnTo>
                  <a:lnTo>
                    <a:pt x="780465" y="247269"/>
                  </a:lnTo>
                  <a:lnTo>
                    <a:pt x="800277" y="247269"/>
                  </a:lnTo>
                  <a:lnTo>
                    <a:pt x="801801" y="248793"/>
                  </a:lnTo>
                  <a:lnTo>
                    <a:pt x="804849" y="250317"/>
                  </a:lnTo>
                  <a:lnTo>
                    <a:pt x="806373" y="253365"/>
                  </a:lnTo>
                  <a:lnTo>
                    <a:pt x="806373" y="257937"/>
                  </a:lnTo>
                  <a:lnTo>
                    <a:pt x="804849" y="260985"/>
                  </a:lnTo>
                  <a:lnTo>
                    <a:pt x="804849" y="262509"/>
                  </a:lnTo>
                  <a:lnTo>
                    <a:pt x="800277" y="267081"/>
                  </a:lnTo>
                  <a:lnTo>
                    <a:pt x="798753" y="267081"/>
                  </a:lnTo>
                  <a:lnTo>
                    <a:pt x="797229" y="268605"/>
                  </a:lnTo>
                  <a:lnTo>
                    <a:pt x="780465" y="268605"/>
                  </a:lnTo>
                  <a:lnTo>
                    <a:pt x="778941" y="267081"/>
                  </a:lnTo>
                  <a:lnTo>
                    <a:pt x="778941" y="274701"/>
                  </a:lnTo>
                  <a:lnTo>
                    <a:pt x="797229" y="274701"/>
                  </a:lnTo>
                  <a:lnTo>
                    <a:pt x="800277" y="273177"/>
                  </a:lnTo>
                  <a:lnTo>
                    <a:pt x="803325" y="273177"/>
                  </a:lnTo>
                  <a:lnTo>
                    <a:pt x="804849" y="271653"/>
                  </a:lnTo>
                  <a:lnTo>
                    <a:pt x="807897" y="270129"/>
                  </a:lnTo>
                  <a:lnTo>
                    <a:pt x="809421" y="268605"/>
                  </a:lnTo>
                  <a:lnTo>
                    <a:pt x="810945" y="265557"/>
                  </a:lnTo>
                  <a:lnTo>
                    <a:pt x="812469" y="264033"/>
                  </a:lnTo>
                  <a:lnTo>
                    <a:pt x="814006" y="260985"/>
                  </a:lnTo>
                  <a:lnTo>
                    <a:pt x="814006" y="250317"/>
                  </a:lnTo>
                  <a:close/>
                </a:path>
                <a:path w="3651250" h="293369">
                  <a:moveTo>
                    <a:pt x="867435" y="254889"/>
                  </a:moveTo>
                  <a:lnTo>
                    <a:pt x="856767" y="254889"/>
                  </a:lnTo>
                  <a:lnTo>
                    <a:pt x="856767" y="224409"/>
                  </a:lnTo>
                  <a:lnTo>
                    <a:pt x="856767" y="218211"/>
                  </a:lnTo>
                  <a:lnTo>
                    <a:pt x="849147" y="218211"/>
                  </a:lnTo>
                  <a:lnTo>
                    <a:pt x="849147" y="224409"/>
                  </a:lnTo>
                  <a:lnTo>
                    <a:pt x="849147" y="254889"/>
                  </a:lnTo>
                  <a:lnTo>
                    <a:pt x="829335" y="254889"/>
                  </a:lnTo>
                  <a:lnTo>
                    <a:pt x="849147" y="224409"/>
                  </a:lnTo>
                  <a:lnTo>
                    <a:pt x="849147" y="218211"/>
                  </a:lnTo>
                  <a:lnTo>
                    <a:pt x="846099" y="218211"/>
                  </a:lnTo>
                  <a:lnTo>
                    <a:pt x="823137" y="254889"/>
                  </a:lnTo>
                  <a:lnTo>
                    <a:pt x="823137" y="262509"/>
                  </a:lnTo>
                  <a:lnTo>
                    <a:pt x="849147" y="262509"/>
                  </a:lnTo>
                  <a:lnTo>
                    <a:pt x="849147" y="274701"/>
                  </a:lnTo>
                  <a:lnTo>
                    <a:pt x="856767" y="274701"/>
                  </a:lnTo>
                  <a:lnTo>
                    <a:pt x="856767" y="262509"/>
                  </a:lnTo>
                  <a:lnTo>
                    <a:pt x="867435" y="262509"/>
                  </a:lnTo>
                  <a:lnTo>
                    <a:pt x="867435" y="254889"/>
                  </a:lnTo>
                  <a:close/>
                </a:path>
                <a:path w="3651250" h="293369">
                  <a:moveTo>
                    <a:pt x="955535" y="246976"/>
                  </a:moveTo>
                  <a:lnTo>
                    <a:pt x="928116" y="246976"/>
                  </a:lnTo>
                  <a:lnTo>
                    <a:pt x="928116" y="254609"/>
                  </a:lnTo>
                  <a:lnTo>
                    <a:pt x="955535" y="254609"/>
                  </a:lnTo>
                  <a:lnTo>
                    <a:pt x="955535" y="246976"/>
                  </a:lnTo>
                  <a:close/>
                </a:path>
                <a:path w="3651250" h="293369">
                  <a:moveTo>
                    <a:pt x="1058214" y="268605"/>
                  </a:moveTo>
                  <a:lnTo>
                    <a:pt x="1046022" y="268605"/>
                  </a:lnTo>
                  <a:lnTo>
                    <a:pt x="1046022" y="213652"/>
                  </a:lnTo>
                  <a:lnTo>
                    <a:pt x="1024686" y="213652"/>
                  </a:lnTo>
                  <a:lnTo>
                    <a:pt x="1024686" y="219748"/>
                  </a:lnTo>
                  <a:lnTo>
                    <a:pt x="1038402" y="219748"/>
                  </a:lnTo>
                  <a:lnTo>
                    <a:pt x="1038402" y="268605"/>
                  </a:lnTo>
                  <a:lnTo>
                    <a:pt x="1023162" y="268605"/>
                  </a:lnTo>
                  <a:lnTo>
                    <a:pt x="1023162" y="274701"/>
                  </a:lnTo>
                  <a:lnTo>
                    <a:pt x="1058214" y="274701"/>
                  </a:lnTo>
                  <a:lnTo>
                    <a:pt x="1058214" y="268605"/>
                  </a:lnTo>
                  <a:close/>
                </a:path>
                <a:path w="3651250" h="293369">
                  <a:moveTo>
                    <a:pt x="1110234" y="245745"/>
                  </a:moveTo>
                  <a:lnTo>
                    <a:pt x="1107186" y="239649"/>
                  </a:lnTo>
                  <a:lnTo>
                    <a:pt x="1107186" y="238125"/>
                  </a:lnTo>
                  <a:lnTo>
                    <a:pt x="1105662" y="236601"/>
                  </a:lnTo>
                  <a:lnTo>
                    <a:pt x="1102614" y="233553"/>
                  </a:lnTo>
                  <a:lnTo>
                    <a:pt x="1102614" y="247269"/>
                  </a:lnTo>
                  <a:lnTo>
                    <a:pt x="1102614" y="256413"/>
                  </a:lnTo>
                  <a:lnTo>
                    <a:pt x="1101090" y="259461"/>
                  </a:lnTo>
                  <a:lnTo>
                    <a:pt x="1101090" y="262509"/>
                  </a:lnTo>
                  <a:lnTo>
                    <a:pt x="1096518" y="267081"/>
                  </a:lnTo>
                  <a:lnTo>
                    <a:pt x="1094994" y="267081"/>
                  </a:lnTo>
                  <a:lnTo>
                    <a:pt x="1093470" y="268605"/>
                  </a:lnTo>
                  <a:lnTo>
                    <a:pt x="1085748" y="268605"/>
                  </a:lnTo>
                  <a:lnTo>
                    <a:pt x="1084224" y="267081"/>
                  </a:lnTo>
                  <a:lnTo>
                    <a:pt x="1082700" y="267081"/>
                  </a:lnTo>
                  <a:lnTo>
                    <a:pt x="1078128" y="262509"/>
                  </a:lnTo>
                  <a:lnTo>
                    <a:pt x="1078128" y="259461"/>
                  </a:lnTo>
                  <a:lnTo>
                    <a:pt x="1076604" y="257937"/>
                  </a:lnTo>
                  <a:lnTo>
                    <a:pt x="1076604" y="248793"/>
                  </a:lnTo>
                  <a:lnTo>
                    <a:pt x="1078128" y="247269"/>
                  </a:lnTo>
                  <a:lnTo>
                    <a:pt x="1078128" y="242697"/>
                  </a:lnTo>
                  <a:lnTo>
                    <a:pt x="1082700" y="238125"/>
                  </a:lnTo>
                  <a:lnTo>
                    <a:pt x="1084224" y="238125"/>
                  </a:lnTo>
                  <a:lnTo>
                    <a:pt x="1085748" y="236601"/>
                  </a:lnTo>
                  <a:lnTo>
                    <a:pt x="1093470" y="236601"/>
                  </a:lnTo>
                  <a:lnTo>
                    <a:pt x="1094994" y="238125"/>
                  </a:lnTo>
                  <a:lnTo>
                    <a:pt x="1096518" y="238125"/>
                  </a:lnTo>
                  <a:lnTo>
                    <a:pt x="1099566" y="241173"/>
                  </a:lnTo>
                  <a:lnTo>
                    <a:pt x="1101090" y="244221"/>
                  </a:lnTo>
                  <a:lnTo>
                    <a:pt x="1101090" y="245745"/>
                  </a:lnTo>
                  <a:lnTo>
                    <a:pt x="1102614" y="247269"/>
                  </a:lnTo>
                  <a:lnTo>
                    <a:pt x="1102614" y="233553"/>
                  </a:lnTo>
                  <a:lnTo>
                    <a:pt x="1101090" y="232029"/>
                  </a:lnTo>
                  <a:lnTo>
                    <a:pt x="1098042" y="232029"/>
                  </a:lnTo>
                  <a:lnTo>
                    <a:pt x="1096518" y="230505"/>
                  </a:lnTo>
                  <a:lnTo>
                    <a:pt x="1084224" y="230505"/>
                  </a:lnTo>
                  <a:lnTo>
                    <a:pt x="1078128" y="233553"/>
                  </a:lnTo>
                  <a:lnTo>
                    <a:pt x="1075080" y="236601"/>
                  </a:lnTo>
                  <a:lnTo>
                    <a:pt x="1072032" y="238125"/>
                  </a:lnTo>
                  <a:lnTo>
                    <a:pt x="1072032" y="241173"/>
                  </a:lnTo>
                  <a:lnTo>
                    <a:pt x="1070508" y="244221"/>
                  </a:lnTo>
                  <a:lnTo>
                    <a:pt x="1068984" y="245745"/>
                  </a:lnTo>
                  <a:lnTo>
                    <a:pt x="1068984" y="259461"/>
                  </a:lnTo>
                  <a:lnTo>
                    <a:pt x="1072032" y="265557"/>
                  </a:lnTo>
                  <a:lnTo>
                    <a:pt x="1072032" y="267081"/>
                  </a:lnTo>
                  <a:lnTo>
                    <a:pt x="1078128" y="273177"/>
                  </a:lnTo>
                  <a:lnTo>
                    <a:pt x="1081176" y="273177"/>
                  </a:lnTo>
                  <a:lnTo>
                    <a:pt x="1082700" y="274701"/>
                  </a:lnTo>
                  <a:lnTo>
                    <a:pt x="1094994" y="274701"/>
                  </a:lnTo>
                  <a:lnTo>
                    <a:pt x="1098042" y="273177"/>
                  </a:lnTo>
                  <a:lnTo>
                    <a:pt x="1101090" y="273177"/>
                  </a:lnTo>
                  <a:lnTo>
                    <a:pt x="1102614" y="270129"/>
                  </a:lnTo>
                  <a:lnTo>
                    <a:pt x="1104138" y="268605"/>
                  </a:lnTo>
                  <a:lnTo>
                    <a:pt x="1105662" y="267081"/>
                  </a:lnTo>
                  <a:lnTo>
                    <a:pt x="1108710" y="260985"/>
                  </a:lnTo>
                  <a:lnTo>
                    <a:pt x="1110234" y="259461"/>
                  </a:lnTo>
                  <a:lnTo>
                    <a:pt x="1110234" y="245745"/>
                  </a:lnTo>
                  <a:close/>
                </a:path>
                <a:path w="3651250" h="293369">
                  <a:moveTo>
                    <a:pt x="1156042" y="260985"/>
                  </a:moveTo>
                  <a:lnTo>
                    <a:pt x="1154518" y="259461"/>
                  </a:lnTo>
                  <a:lnTo>
                    <a:pt x="1154518" y="256413"/>
                  </a:lnTo>
                  <a:lnTo>
                    <a:pt x="1152994" y="256413"/>
                  </a:lnTo>
                  <a:lnTo>
                    <a:pt x="1152994" y="254889"/>
                  </a:lnTo>
                  <a:lnTo>
                    <a:pt x="1151470" y="253365"/>
                  </a:lnTo>
                  <a:lnTo>
                    <a:pt x="1149946" y="253365"/>
                  </a:lnTo>
                  <a:lnTo>
                    <a:pt x="1148422" y="251841"/>
                  </a:lnTo>
                  <a:lnTo>
                    <a:pt x="1146898" y="251841"/>
                  </a:lnTo>
                  <a:lnTo>
                    <a:pt x="1143762" y="250317"/>
                  </a:lnTo>
                  <a:lnTo>
                    <a:pt x="1142238" y="250317"/>
                  </a:lnTo>
                  <a:lnTo>
                    <a:pt x="1139190" y="248793"/>
                  </a:lnTo>
                  <a:lnTo>
                    <a:pt x="1137666" y="248793"/>
                  </a:lnTo>
                  <a:lnTo>
                    <a:pt x="1136142" y="247269"/>
                  </a:lnTo>
                  <a:lnTo>
                    <a:pt x="1133094" y="247269"/>
                  </a:lnTo>
                  <a:lnTo>
                    <a:pt x="1131570" y="245745"/>
                  </a:lnTo>
                  <a:lnTo>
                    <a:pt x="1131570" y="244221"/>
                  </a:lnTo>
                  <a:lnTo>
                    <a:pt x="1130046" y="244221"/>
                  </a:lnTo>
                  <a:lnTo>
                    <a:pt x="1130046" y="239649"/>
                  </a:lnTo>
                  <a:lnTo>
                    <a:pt x="1131570" y="239649"/>
                  </a:lnTo>
                  <a:lnTo>
                    <a:pt x="1131570" y="238125"/>
                  </a:lnTo>
                  <a:lnTo>
                    <a:pt x="1133094" y="238125"/>
                  </a:lnTo>
                  <a:lnTo>
                    <a:pt x="1134618" y="236601"/>
                  </a:lnTo>
                  <a:lnTo>
                    <a:pt x="1148422" y="236601"/>
                  </a:lnTo>
                  <a:lnTo>
                    <a:pt x="1149946" y="238125"/>
                  </a:lnTo>
                  <a:lnTo>
                    <a:pt x="1152994" y="238125"/>
                  </a:lnTo>
                  <a:lnTo>
                    <a:pt x="1152994" y="236601"/>
                  </a:lnTo>
                  <a:lnTo>
                    <a:pt x="1152994" y="232029"/>
                  </a:lnTo>
                  <a:lnTo>
                    <a:pt x="1149946" y="230505"/>
                  </a:lnTo>
                  <a:lnTo>
                    <a:pt x="1134618" y="230505"/>
                  </a:lnTo>
                  <a:lnTo>
                    <a:pt x="1131570" y="232029"/>
                  </a:lnTo>
                  <a:lnTo>
                    <a:pt x="1130046" y="232029"/>
                  </a:lnTo>
                  <a:lnTo>
                    <a:pt x="1126998" y="233553"/>
                  </a:lnTo>
                  <a:lnTo>
                    <a:pt x="1123950" y="236601"/>
                  </a:lnTo>
                  <a:lnTo>
                    <a:pt x="1123950" y="238125"/>
                  </a:lnTo>
                  <a:lnTo>
                    <a:pt x="1122426" y="239649"/>
                  </a:lnTo>
                  <a:lnTo>
                    <a:pt x="1122426" y="245745"/>
                  </a:lnTo>
                  <a:lnTo>
                    <a:pt x="1123950" y="247269"/>
                  </a:lnTo>
                  <a:lnTo>
                    <a:pt x="1123950" y="248793"/>
                  </a:lnTo>
                  <a:lnTo>
                    <a:pt x="1125474" y="250317"/>
                  </a:lnTo>
                  <a:lnTo>
                    <a:pt x="1126998" y="250317"/>
                  </a:lnTo>
                  <a:lnTo>
                    <a:pt x="1126998" y="251841"/>
                  </a:lnTo>
                  <a:lnTo>
                    <a:pt x="1128522" y="253365"/>
                  </a:lnTo>
                  <a:lnTo>
                    <a:pt x="1130046" y="253365"/>
                  </a:lnTo>
                  <a:lnTo>
                    <a:pt x="1131570" y="254889"/>
                  </a:lnTo>
                  <a:lnTo>
                    <a:pt x="1136142" y="254889"/>
                  </a:lnTo>
                  <a:lnTo>
                    <a:pt x="1139190" y="256413"/>
                  </a:lnTo>
                  <a:lnTo>
                    <a:pt x="1140714" y="256413"/>
                  </a:lnTo>
                  <a:lnTo>
                    <a:pt x="1142238" y="257937"/>
                  </a:lnTo>
                  <a:lnTo>
                    <a:pt x="1143762" y="257937"/>
                  </a:lnTo>
                  <a:lnTo>
                    <a:pt x="1145374" y="259461"/>
                  </a:lnTo>
                  <a:lnTo>
                    <a:pt x="1146898" y="259461"/>
                  </a:lnTo>
                  <a:lnTo>
                    <a:pt x="1146898" y="260985"/>
                  </a:lnTo>
                  <a:lnTo>
                    <a:pt x="1148422" y="262509"/>
                  </a:lnTo>
                  <a:lnTo>
                    <a:pt x="1148422" y="265557"/>
                  </a:lnTo>
                  <a:lnTo>
                    <a:pt x="1146898" y="267081"/>
                  </a:lnTo>
                  <a:lnTo>
                    <a:pt x="1145374" y="267081"/>
                  </a:lnTo>
                  <a:lnTo>
                    <a:pt x="1143762" y="268605"/>
                  </a:lnTo>
                  <a:lnTo>
                    <a:pt x="1126998" y="268605"/>
                  </a:lnTo>
                  <a:lnTo>
                    <a:pt x="1123950" y="267081"/>
                  </a:lnTo>
                  <a:lnTo>
                    <a:pt x="1122426" y="267081"/>
                  </a:lnTo>
                  <a:lnTo>
                    <a:pt x="1122426" y="273177"/>
                  </a:lnTo>
                  <a:lnTo>
                    <a:pt x="1123950" y="274701"/>
                  </a:lnTo>
                  <a:lnTo>
                    <a:pt x="1145374" y="274701"/>
                  </a:lnTo>
                  <a:lnTo>
                    <a:pt x="1146898" y="273177"/>
                  </a:lnTo>
                  <a:lnTo>
                    <a:pt x="1148422" y="273177"/>
                  </a:lnTo>
                  <a:lnTo>
                    <a:pt x="1151470" y="270129"/>
                  </a:lnTo>
                  <a:lnTo>
                    <a:pt x="1152994" y="270129"/>
                  </a:lnTo>
                  <a:lnTo>
                    <a:pt x="1152994" y="268605"/>
                  </a:lnTo>
                  <a:lnTo>
                    <a:pt x="1154518" y="268605"/>
                  </a:lnTo>
                  <a:lnTo>
                    <a:pt x="1154518" y="265557"/>
                  </a:lnTo>
                  <a:lnTo>
                    <a:pt x="1156042" y="264033"/>
                  </a:lnTo>
                  <a:lnTo>
                    <a:pt x="1156042" y="260985"/>
                  </a:lnTo>
                  <a:close/>
                </a:path>
                <a:path w="3651250" h="293369">
                  <a:moveTo>
                    <a:pt x="1204912" y="259461"/>
                  </a:moveTo>
                  <a:lnTo>
                    <a:pt x="1203388" y="257937"/>
                  </a:lnTo>
                  <a:lnTo>
                    <a:pt x="1203388" y="256413"/>
                  </a:lnTo>
                  <a:lnTo>
                    <a:pt x="1201864" y="256413"/>
                  </a:lnTo>
                  <a:lnTo>
                    <a:pt x="1201864" y="254889"/>
                  </a:lnTo>
                  <a:lnTo>
                    <a:pt x="1200340" y="253365"/>
                  </a:lnTo>
                  <a:lnTo>
                    <a:pt x="1198816" y="253365"/>
                  </a:lnTo>
                  <a:lnTo>
                    <a:pt x="1197190" y="251841"/>
                  </a:lnTo>
                  <a:lnTo>
                    <a:pt x="1195666" y="251841"/>
                  </a:lnTo>
                  <a:lnTo>
                    <a:pt x="1192618" y="250317"/>
                  </a:lnTo>
                  <a:lnTo>
                    <a:pt x="1191094" y="250317"/>
                  </a:lnTo>
                  <a:lnTo>
                    <a:pt x="1188046" y="248793"/>
                  </a:lnTo>
                  <a:lnTo>
                    <a:pt x="1186522" y="248793"/>
                  </a:lnTo>
                  <a:lnTo>
                    <a:pt x="1184998" y="247269"/>
                  </a:lnTo>
                  <a:lnTo>
                    <a:pt x="1181950" y="247269"/>
                  </a:lnTo>
                  <a:lnTo>
                    <a:pt x="1180426" y="245745"/>
                  </a:lnTo>
                  <a:lnTo>
                    <a:pt x="1180426" y="244221"/>
                  </a:lnTo>
                  <a:lnTo>
                    <a:pt x="1178902" y="244221"/>
                  </a:lnTo>
                  <a:lnTo>
                    <a:pt x="1178902" y="239649"/>
                  </a:lnTo>
                  <a:lnTo>
                    <a:pt x="1180426" y="239649"/>
                  </a:lnTo>
                  <a:lnTo>
                    <a:pt x="1180426" y="238125"/>
                  </a:lnTo>
                  <a:lnTo>
                    <a:pt x="1181950" y="238125"/>
                  </a:lnTo>
                  <a:lnTo>
                    <a:pt x="1183474" y="236601"/>
                  </a:lnTo>
                  <a:lnTo>
                    <a:pt x="1197190" y="236601"/>
                  </a:lnTo>
                  <a:lnTo>
                    <a:pt x="1198816" y="238125"/>
                  </a:lnTo>
                  <a:lnTo>
                    <a:pt x="1201864" y="238125"/>
                  </a:lnTo>
                  <a:lnTo>
                    <a:pt x="1201864" y="236601"/>
                  </a:lnTo>
                  <a:lnTo>
                    <a:pt x="1201864" y="232029"/>
                  </a:lnTo>
                  <a:lnTo>
                    <a:pt x="1198816" y="230505"/>
                  </a:lnTo>
                  <a:lnTo>
                    <a:pt x="1183474" y="230505"/>
                  </a:lnTo>
                  <a:lnTo>
                    <a:pt x="1180426" y="232029"/>
                  </a:lnTo>
                  <a:lnTo>
                    <a:pt x="1178902" y="232029"/>
                  </a:lnTo>
                  <a:lnTo>
                    <a:pt x="1175854" y="233553"/>
                  </a:lnTo>
                  <a:lnTo>
                    <a:pt x="1172806" y="236601"/>
                  </a:lnTo>
                  <a:lnTo>
                    <a:pt x="1172806" y="238125"/>
                  </a:lnTo>
                  <a:lnTo>
                    <a:pt x="1171282" y="239649"/>
                  </a:lnTo>
                  <a:lnTo>
                    <a:pt x="1171282" y="245745"/>
                  </a:lnTo>
                  <a:lnTo>
                    <a:pt x="1172806" y="247269"/>
                  </a:lnTo>
                  <a:lnTo>
                    <a:pt x="1172806" y="248793"/>
                  </a:lnTo>
                  <a:lnTo>
                    <a:pt x="1174330" y="250317"/>
                  </a:lnTo>
                  <a:lnTo>
                    <a:pt x="1175854" y="250317"/>
                  </a:lnTo>
                  <a:lnTo>
                    <a:pt x="1175854" y="251841"/>
                  </a:lnTo>
                  <a:lnTo>
                    <a:pt x="1177378" y="253365"/>
                  </a:lnTo>
                  <a:lnTo>
                    <a:pt x="1178902" y="253365"/>
                  </a:lnTo>
                  <a:lnTo>
                    <a:pt x="1181950" y="254889"/>
                  </a:lnTo>
                  <a:lnTo>
                    <a:pt x="1184998" y="254889"/>
                  </a:lnTo>
                  <a:lnTo>
                    <a:pt x="1188046" y="256413"/>
                  </a:lnTo>
                  <a:lnTo>
                    <a:pt x="1189570" y="256413"/>
                  </a:lnTo>
                  <a:lnTo>
                    <a:pt x="1191094" y="257937"/>
                  </a:lnTo>
                  <a:lnTo>
                    <a:pt x="1192618" y="257937"/>
                  </a:lnTo>
                  <a:lnTo>
                    <a:pt x="1194142" y="259461"/>
                  </a:lnTo>
                  <a:lnTo>
                    <a:pt x="1195666" y="259461"/>
                  </a:lnTo>
                  <a:lnTo>
                    <a:pt x="1195666" y="260985"/>
                  </a:lnTo>
                  <a:lnTo>
                    <a:pt x="1197190" y="262509"/>
                  </a:lnTo>
                  <a:lnTo>
                    <a:pt x="1197190" y="265557"/>
                  </a:lnTo>
                  <a:lnTo>
                    <a:pt x="1195666" y="267081"/>
                  </a:lnTo>
                  <a:lnTo>
                    <a:pt x="1194142" y="267081"/>
                  </a:lnTo>
                  <a:lnTo>
                    <a:pt x="1192618" y="268605"/>
                  </a:lnTo>
                  <a:lnTo>
                    <a:pt x="1175854" y="268605"/>
                  </a:lnTo>
                  <a:lnTo>
                    <a:pt x="1172806" y="267081"/>
                  </a:lnTo>
                  <a:lnTo>
                    <a:pt x="1171282" y="267081"/>
                  </a:lnTo>
                  <a:lnTo>
                    <a:pt x="1171282" y="273177"/>
                  </a:lnTo>
                  <a:lnTo>
                    <a:pt x="1172806" y="274701"/>
                  </a:lnTo>
                  <a:lnTo>
                    <a:pt x="1194142" y="274701"/>
                  </a:lnTo>
                  <a:lnTo>
                    <a:pt x="1195666" y="273177"/>
                  </a:lnTo>
                  <a:lnTo>
                    <a:pt x="1197190" y="273177"/>
                  </a:lnTo>
                  <a:lnTo>
                    <a:pt x="1198816" y="271653"/>
                  </a:lnTo>
                  <a:lnTo>
                    <a:pt x="1200340" y="270129"/>
                  </a:lnTo>
                  <a:lnTo>
                    <a:pt x="1201864" y="270129"/>
                  </a:lnTo>
                  <a:lnTo>
                    <a:pt x="1201864" y="268605"/>
                  </a:lnTo>
                  <a:lnTo>
                    <a:pt x="1203388" y="268605"/>
                  </a:lnTo>
                  <a:lnTo>
                    <a:pt x="1203388" y="265557"/>
                  </a:lnTo>
                  <a:lnTo>
                    <a:pt x="1204912" y="264033"/>
                  </a:lnTo>
                  <a:lnTo>
                    <a:pt x="1204912" y="259461"/>
                  </a:lnTo>
                  <a:close/>
                </a:path>
                <a:path w="3651250" h="293369">
                  <a:moveTo>
                    <a:pt x="1242999" y="265557"/>
                  </a:moveTo>
                  <a:lnTo>
                    <a:pt x="1241475" y="265557"/>
                  </a:lnTo>
                  <a:lnTo>
                    <a:pt x="1241475" y="264033"/>
                  </a:lnTo>
                  <a:lnTo>
                    <a:pt x="1239951" y="264033"/>
                  </a:lnTo>
                  <a:lnTo>
                    <a:pt x="1239951" y="262509"/>
                  </a:lnTo>
                  <a:lnTo>
                    <a:pt x="1232331" y="262509"/>
                  </a:lnTo>
                  <a:lnTo>
                    <a:pt x="1232331" y="264033"/>
                  </a:lnTo>
                  <a:lnTo>
                    <a:pt x="1230807" y="264033"/>
                  </a:lnTo>
                  <a:lnTo>
                    <a:pt x="1230807" y="265557"/>
                  </a:lnTo>
                  <a:lnTo>
                    <a:pt x="1229283" y="267081"/>
                  </a:lnTo>
                  <a:lnTo>
                    <a:pt x="1229283" y="270129"/>
                  </a:lnTo>
                  <a:lnTo>
                    <a:pt x="1230807" y="271653"/>
                  </a:lnTo>
                  <a:lnTo>
                    <a:pt x="1230807" y="273177"/>
                  </a:lnTo>
                  <a:lnTo>
                    <a:pt x="1232331" y="273177"/>
                  </a:lnTo>
                  <a:lnTo>
                    <a:pt x="1232331" y="274701"/>
                  </a:lnTo>
                  <a:lnTo>
                    <a:pt x="1239951" y="274701"/>
                  </a:lnTo>
                  <a:lnTo>
                    <a:pt x="1239951" y="273177"/>
                  </a:lnTo>
                  <a:lnTo>
                    <a:pt x="1241475" y="273177"/>
                  </a:lnTo>
                  <a:lnTo>
                    <a:pt x="1241475" y="271653"/>
                  </a:lnTo>
                  <a:lnTo>
                    <a:pt x="1242999" y="271653"/>
                  </a:lnTo>
                  <a:lnTo>
                    <a:pt x="1242999" y="265557"/>
                  </a:lnTo>
                  <a:close/>
                </a:path>
                <a:path w="3651250" h="293369">
                  <a:moveTo>
                    <a:pt x="1242999" y="233553"/>
                  </a:moveTo>
                  <a:lnTo>
                    <a:pt x="1241475" y="233553"/>
                  </a:lnTo>
                  <a:lnTo>
                    <a:pt x="1241475" y="232029"/>
                  </a:lnTo>
                  <a:lnTo>
                    <a:pt x="1239951" y="232029"/>
                  </a:lnTo>
                  <a:lnTo>
                    <a:pt x="1239951" y="230505"/>
                  </a:lnTo>
                  <a:lnTo>
                    <a:pt x="1232331" y="230505"/>
                  </a:lnTo>
                  <a:lnTo>
                    <a:pt x="1232331" y="232029"/>
                  </a:lnTo>
                  <a:lnTo>
                    <a:pt x="1230807" y="232029"/>
                  </a:lnTo>
                  <a:lnTo>
                    <a:pt x="1230807" y="233553"/>
                  </a:lnTo>
                  <a:lnTo>
                    <a:pt x="1229283" y="235077"/>
                  </a:lnTo>
                  <a:lnTo>
                    <a:pt x="1229283" y="238125"/>
                  </a:lnTo>
                  <a:lnTo>
                    <a:pt x="1230807" y="239649"/>
                  </a:lnTo>
                  <a:lnTo>
                    <a:pt x="1230807" y="241173"/>
                  </a:lnTo>
                  <a:lnTo>
                    <a:pt x="1232331" y="242697"/>
                  </a:lnTo>
                  <a:lnTo>
                    <a:pt x="1239951" y="242697"/>
                  </a:lnTo>
                  <a:lnTo>
                    <a:pt x="1241475" y="241173"/>
                  </a:lnTo>
                  <a:lnTo>
                    <a:pt x="1241475" y="239649"/>
                  </a:lnTo>
                  <a:lnTo>
                    <a:pt x="1242999" y="239649"/>
                  </a:lnTo>
                  <a:lnTo>
                    <a:pt x="1242999" y="233553"/>
                  </a:lnTo>
                  <a:close/>
                </a:path>
                <a:path w="3651250" h="293369">
                  <a:moveTo>
                    <a:pt x="3296501" y="50380"/>
                  </a:moveTo>
                  <a:lnTo>
                    <a:pt x="3294977" y="48856"/>
                  </a:lnTo>
                  <a:lnTo>
                    <a:pt x="3294977" y="47332"/>
                  </a:lnTo>
                  <a:lnTo>
                    <a:pt x="3293453" y="47332"/>
                  </a:lnTo>
                  <a:lnTo>
                    <a:pt x="3291929" y="45808"/>
                  </a:lnTo>
                  <a:lnTo>
                    <a:pt x="3287357" y="45808"/>
                  </a:lnTo>
                  <a:lnTo>
                    <a:pt x="3285833" y="47332"/>
                  </a:lnTo>
                  <a:lnTo>
                    <a:pt x="3284309" y="47332"/>
                  </a:lnTo>
                  <a:lnTo>
                    <a:pt x="3284309" y="50380"/>
                  </a:lnTo>
                  <a:lnTo>
                    <a:pt x="3282785" y="50380"/>
                  </a:lnTo>
                  <a:lnTo>
                    <a:pt x="3282785" y="54952"/>
                  </a:lnTo>
                  <a:lnTo>
                    <a:pt x="3284309" y="54952"/>
                  </a:lnTo>
                  <a:lnTo>
                    <a:pt x="3284309" y="56476"/>
                  </a:lnTo>
                  <a:lnTo>
                    <a:pt x="3285833" y="58000"/>
                  </a:lnTo>
                  <a:lnTo>
                    <a:pt x="3287357" y="58000"/>
                  </a:lnTo>
                  <a:lnTo>
                    <a:pt x="3287357" y="59524"/>
                  </a:lnTo>
                  <a:lnTo>
                    <a:pt x="3291929" y="59524"/>
                  </a:lnTo>
                  <a:lnTo>
                    <a:pt x="3291929" y="58000"/>
                  </a:lnTo>
                  <a:lnTo>
                    <a:pt x="3293453" y="58000"/>
                  </a:lnTo>
                  <a:lnTo>
                    <a:pt x="3296501" y="54952"/>
                  </a:lnTo>
                  <a:lnTo>
                    <a:pt x="3296501" y="50380"/>
                  </a:lnTo>
                  <a:close/>
                </a:path>
                <a:path w="3651250" h="293369">
                  <a:moveTo>
                    <a:pt x="3296501" y="18288"/>
                  </a:moveTo>
                  <a:lnTo>
                    <a:pt x="3294977" y="16764"/>
                  </a:lnTo>
                  <a:lnTo>
                    <a:pt x="3294977" y="15240"/>
                  </a:lnTo>
                  <a:lnTo>
                    <a:pt x="3293453" y="15240"/>
                  </a:lnTo>
                  <a:lnTo>
                    <a:pt x="3291929" y="13716"/>
                  </a:lnTo>
                  <a:lnTo>
                    <a:pt x="3287357" y="13716"/>
                  </a:lnTo>
                  <a:lnTo>
                    <a:pt x="3285833" y="15240"/>
                  </a:lnTo>
                  <a:lnTo>
                    <a:pt x="3284309" y="15240"/>
                  </a:lnTo>
                  <a:lnTo>
                    <a:pt x="3284309" y="18288"/>
                  </a:lnTo>
                  <a:lnTo>
                    <a:pt x="3282785" y="18288"/>
                  </a:lnTo>
                  <a:lnTo>
                    <a:pt x="3282785" y="22860"/>
                  </a:lnTo>
                  <a:lnTo>
                    <a:pt x="3284309" y="22860"/>
                  </a:lnTo>
                  <a:lnTo>
                    <a:pt x="3284309" y="25908"/>
                  </a:lnTo>
                  <a:lnTo>
                    <a:pt x="3287357" y="25908"/>
                  </a:lnTo>
                  <a:lnTo>
                    <a:pt x="3287357" y="27432"/>
                  </a:lnTo>
                  <a:lnTo>
                    <a:pt x="3291929" y="27432"/>
                  </a:lnTo>
                  <a:lnTo>
                    <a:pt x="3291929" y="25908"/>
                  </a:lnTo>
                  <a:lnTo>
                    <a:pt x="3294977" y="25908"/>
                  </a:lnTo>
                  <a:lnTo>
                    <a:pt x="3294977" y="24384"/>
                  </a:lnTo>
                  <a:lnTo>
                    <a:pt x="3296501" y="22860"/>
                  </a:lnTo>
                  <a:lnTo>
                    <a:pt x="3296501" y="18288"/>
                  </a:lnTo>
                  <a:close/>
                </a:path>
                <a:path w="3651250" h="293369">
                  <a:moveTo>
                    <a:pt x="3407943" y="19900"/>
                  </a:moveTo>
                  <a:lnTo>
                    <a:pt x="3406419" y="16852"/>
                  </a:lnTo>
                  <a:lnTo>
                    <a:pt x="3406419" y="13804"/>
                  </a:lnTo>
                  <a:lnTo>
                    <a:pt x="3403371" y="7708"/>
                  </a:lnTo>
                  <a:lnTo>
                    <a:pt x="3400323" y="4660"/>
                  </a:lnTo>
                  <a:lnTo>
                    <a:pt x="3400323" y="24472"/>
                  </a:lnTo>
                  <a:lnTo>
                    <a:pt x="3400323" y="39712"/>
                  </a:lnTo>
                  <a:lnTo>
                    <a:pt x="3398799" y="42760"/>
                  </a:lnTo>
                  <a:lnTo>
                    <a:pt x="3398799" y="44284"/>
                  </a:lnTo>
                  <a:lnTo>
                    <a:pt x="3397275" y="47332"/>
                  </a:lnTo>
                  <a:lnTo>
                    <a:pt x="3394227" y="50380"/>
                  </a:lnTo>
                  <a:lnTo>
                    <a:pt x="3392703" y="50380"/>
                  </a:lnTo>
                  <a:lnTo>
                    <a:pt x="3391179" y="51904"/>
                  </a:lnTo>
                  <a:lnTo>
                    <a:pt x="3382035" y="51904"/>
                  </a:lnTo>
                  <a:lnTo>
                    <a:pt x="3380422" y="50380"/>
                  </a:lnTo>
                  <a:lnTo>
                    <a:pt x="3378898" y="48856"/>
                  </a:lnTo>
                  <a:lnTo>
                    <a:pt x="3378898" y="47332"/>
                  </a:lnTo>
                  <a:lnTo>
                    <a:pt x="3375850" y="44284"/>
                  </a:lnTo>
                  <a:lnTo>
                    <a:pt x="3375850" y="42760"/>
                  </a:lnTo>
                  <a:lnTo>
                    <a:pt x="3386048" y="35140"/>
                  </a:lnTo>
                  <a:lnTo>
                    <a:pt x="3400323" y="24472"/>
                  </a:lnTo>
                  <a:lnTo>
                    <a:pt x="3400323" y="4660"/>
                  </a:lnTo>
                  <a:lnTo>
                    <a:pt x="3398799" y="3136"/>
                  </a:lnTo>
                  <a:lnTo>
                    <a:pt x="3398799" y="15328"/>
                  </a:lnTo>
                  <a:lnTo>
                    <a:pt x="3398799" y="16852"/>
                  </a:lnTo>
                  <a:lnTo>
                    <a:pt x="3374326" y="35140"/>
                  </a:lnTo>
                  <a:lnTo>
                    <a:pt x="3374326" y="22948"/>
                  </a:lnTo>
                  <a:lnTo>
                    <a:pt x="3375850" y="19900"/>
                  </a:lnTo>
                  <a:lnTo>
                    <a:pt x="3375850" y="16852"/>
                  </a:lnTo>
                  <a:lnTo>
                    <a:pt x="3377374" y="15328"/>
                  </a:lnTo>
                  <a:lnTo>
                    <a:pt x="3377374" y="12280"/>
                  </a:lnTo>
                  <a:lnTo>
                    <a:pt x="3380422" y="9232"/>
                  </a:lnTo>
                  <a:lnTo>
                    <a:pt x="3382035" y="9232"/>
                  </a:lnTo>
                  <a:lnTo>
                    <a:pt x="3383559" y="7708"/>
                  </a:lnTo>
                  <a:lnTo>
                    <a:pt x="3392703" y="7708"/>
                  </a:lnTo>
                  <a:lnTo>
                    <a:pt x="3394227" y="9232"/>
                  </a:lnTo>
                  <a:lnTo>
                    <a:pt x="3394227" y="10756"/>
                  </a:lnTo>
                  <a:lnTo>
                    <a:pt x="3395751" y="10756"/>
                  </a:lnTo>
                  <a:lnTo>
                    <a:pt x="3395751" y="12280"/>
                  </a:lnTo>
                  <a:lnTo>
                    <a:pt x="3398799" y="15328"/>
                  </a:lnTo>
                  <a:lnTo>
                    <a:pt x="3398799" y="3136"/>
                  </a:lnTo>
                  <a:lnTo>
                    <a:pt x="3395751" y="3136"/>
                  </a:lnTo>
                  <a:lnTo>
                    <a:pt x="3394227" y="1612"/>
                  </a:lnTo>
                  <a:lnTo>
                    <a:pt x="3391179" y="88"/>
                  </a:lnTo>
                  <a:lnTo>
                    <a:pt x="3385083" y="88"/>
                  </a:lnTo>
                  <a:lnTo>
                    <a:pt x="3382035" y="1612"/>
                  </a:lnTo>
                  <a:lnTo>
                    <a:pt x="3378898" y="3136"/>
                  </a:lnTo>
                  <a:lnTo>
                    <a:pt x="3375850" y="4660"/>
                  </a:lnTo>
                  <a:lnTo>
                    <a:pt x="3374326" y="6184"/>
                  </a:lnTo>
                  <a:lnTo>
                    <a:pt x="3372802" y="9232"/>
                  </a:lnTo>
                  <a:lnTo>
                    <a:pt x="3369754" y="10756"/>
                  </a:lnTo>
                  <a:lnTo>
                    <a:pt x="3369754" y="13804"/>
                  </a:lnTo>
                  <a:lnTo>
                    <a:pt x="3368230" y="18376"/>
                  </a:lnTo>
                  <a:lnTo>
                    <a:pt x="3366706" y="21424"/>
                  </a:lnTo>
                  <a:lnTo>
                    <a:pt x="3366706" y="39712"/>
                  </a:lnTo>
                  <a:lnTo>
                    <a:pt x="3368230" y="42760"/>
                  </a:lnTo>
                  <a:lnTo>
                    <a:pt x="3369754" y="47332"/>
                  </a:lnTo>
                  <a:lnTo>
                    <a:pt x="3371278" y="50380"/>
                  </a:lnTo>
                  <a:lnTo>
                    <a:pt x="3372802" y="51904"/>
                  </a:lnTo>
                  <a:lnTo>
                    <a:pt x="3374326" y="54952"/>
                  </a:lnTo>
                  <a:lnTo>
                    <a:pt x="3375850" y="56476"/>
                  </a:lnTo>
                  <a:lnTo>
                    <a:pt x="3378898" y="58000"/>
                  </a:lnTo>
                  <a:lnTo>
                    <a:pt x="3382035" y="58000"/>
                  </a:lnTo>
                  <a:lnTo>
                    <a:pt x="3383559" y="59524"/>
                  </a:lnTo>
                  <a:lnTo>
                    <a:pt x="3391179" y="59524"/>
                  </a:lnTo>
                  <a:lnTo>
                    <a:pt x="3394227" y="58000"/>
                  </a:lnTo>
                  <a:lnTo>
                    <a:pt x="3395751" y="56476"/>
                  </a:lnTo>
                  <a:lnTo>
                    <a:pt x="3401847" y="53428"/>
                  </a:lnTo>
                  <a:lnTo>
                    <a:pt x="3402609" y="51904"/>
                  </a:lnTo>
                  <a:lnTo>
                    <a:pt x="3403371" y="50380"/>
                  </a:lnTo>
                  <a:lnTo>
                    <a:pt x="3404895" y="48856"/>
                  </a:lnTo>
                  <a:lnTo>
                    <a:pt x="3406419" y="45808"/>
                  </a:lnTo>
                  <a:lnTo>
                    <a:pt x="3406419" y="41236"/>
                  </a:lnTo>
                  <a:lnTo>
                    <a:pt x="3407943" y="38188"/>
                  </a:lnTo>
                  <a:lnTo>
                    <a:pt x="3407943" y="24472"/>
                  </a:lnTo>
                  <a:lnTo>
                    <a:pt x="3407943" y="19900"/>
                  </a:lnTo>
                  <a:close/>
                </a:path>
                <a:path w="3651250" h="293369">
                  <a:moveTo>
                    <a:pt x="3443084" y="48856"/>
                  </a:moveTo>
                  <a:lnTo>
                    <a:pt x="3440036" y="45808"/>
                  </a:lnTo>
                  <a:lnTo>
                    <a:pt x="3438512" y="45808"/>
                  </a:lnTo>
                  <a:lnTo>
                    <a:pt x="3438512" y="44284"/>
                  </a:lnTo>
                  <a:lnTo>
                    <a:pt x="3433940" y="44284"/>
                  </a:lnTo>
                  <a:lnTo>
                    <a:pt x="3433940" y="45808"/>
                  </a:lnTo>
                  <a:lnTo>
                    <a:pt x="3432416" y="45808"/>
                  </a:lnTo>
                  <a:lnTo>
                    <a:pt x="3429368" y="48856"/>
                  </a:lnTo>
                  <a:lnTo>
                    <a:pt x="3429368" y="54952"/>
                  </a:lnTo>
                  <a:lnTo>
                    <a:pt x="3432416" y="58000"/>
                  </a:lnTo>
                  <a:lnTo>
                    <a:pt x="3433940" y="58000"/>
                  </a:lnTo>
                  <a:lnTo>
                    <a:pt x="3433940" y="59524"/>
                  </a:lnTo>
                  <a:lnTo>
                    <a:pt x="3438512" y="59524"/>
                  </a:lnTo>
                  <a:lnTo>
                    <a:pt x="3438512" y="58000"/>
                  </a:lnTo>
                  <a:lnTo>
                    <a:pt x="3440036" y="58000"/>
                  </a:lnTo>
                  <a:lnTo>
                    <a:pt x="3443084" y="54952"/>
                  </a:lnTo>
                  <a:lnTo>
                    <a:pt x="3443084" y="48856"/>
                  </a:lnTo>
                  <a:close/>
                </a:path>
                <a:path w="3651250" h="293369">
                  <a:moveTo>
                    <a:pt x="3504146" y="50380"/>
                  </a:moveTo>
                  <a:lnTo>
                    <a:pt x="3476612" y="50380"/>
                  </a:lnTo>
                  <a:lnTo>
                    <a:pt x="3487382" y="41236"/>
                  </a:lnTo>
                  <a:lnTo>
                    <a:pt x="3493478" y="35140"/>
                  </a:lnTo>
                  <a:lnTo>
                    <a:pt x="3495002" y="32092"/>
                  </a:lnTo>
                  <a:lnTo>
                    <a:pt x="3499574" y="27520"/>
                  </a:lnTo>
                  <a:lnTo>
                    <a:pt x="3499574" y="24472"/>
                  </a:lnTo>
                  <a:lnTo>
                    <a:pt x="3501098" y="22948"/>
                  </a:lnTo>
                  <a:lnTo>
                    <a:pt x="3501098" y="10668"/>
                  </a:lnTo>
                  <a:lnTo>
                    <a:pt x="3499574" y="7620"/>
                  </a:lnTo>
                  <a:lnTo>
                    <a:pt x="3495002" y="3048"/>
                  </a:lnTo>
                  <a:lnTo>
                    <a:pt x="3493478" y="3048"/>
                  </a:lnTo>
                  <a:lnTo>
                    <a:pt x="3491954" y="1524"/>
                  </a:lnTo>
                  <a:lnTo>
                    <a:pt x="3488906" y="1524"/>
                  </a:lnTo>
                  <a:lnTo>
                    <a:pt x="3487382" y="0"/>
                  </a:lnTo>
                  <a:lnTo>
                    <a:pt x="3481184" y="0"/>
                  </a:lnTo>
                  <a:lnTo>
                    <a:pt x="3468992" y="6096"/>
                  </a:lnTo>
                  <a:lnTo>
                    <a:pt x="3467468" y="7620"/>
                  </a:lnTo>
                  <a:lnTo>
                    <a:pt x="3472040" y="13716"/>
                  </a:lnTo>
                  <a:lnTo>
                    <a:pt x="3473564" y="10668"/>
                  </a:lnTo>
                  <a:lnTo>
                    <a:pt x="3475088" y="10668"/>
                  </a:lnTo>
                  <a:lnTo>
                    <a:pt x="3476612" y="9144"/>
                  </a:lnTo>
                  <a:lnTo>
                    <a:pt x="3479660" y="7620"/>
                  </a:lnTo>
                  <a:lnTo>
                    <a:pt x="3487382" y="7620"/>
                  </a:lnTo>
                  <a:lnTo>
                    <a:pt x="3488906" y="9144"/>
                  </a:lnTo>
                  <a:lnTo>
                    <a:pt x="3490430" y="9144"/>
                  </a:lnTo>
                  <a:lnTo>
                    <a:pt x="3490430" y="10668"/>
                  </a:lnTo>
                  <a:lnTo>
                    <a:pt x="3491954" y="10668"/>
                  </a:lnTo>
                  <a:lnTo>
                    <a:pt x="3491954" y="12192"/>
                  </a:lnTo>
                  <a:lnTo>
                    <a:pt x="3493478" y="13716"/>
                  </a:lnTo>
                  <a:lnTo>
                    <a:pt x="3493478" y="22948"/>
                  </a:lnTo>
                  <a:lnTo>
                    <a:pt x="3491954" y="24472"/>
                  </a:lnTo>
                  <a:lnTo>
                    <a:pt x="3491954" y="25996"/>
                  </a:lnTo>
                  <a:lnTo>
                    <a:pt x="3487382" y="30568"/>
                  </a:lnTo>
                  <a:lnTo>
                    <a:pt x="3485756" y="32092"/>
                  </a:lnTo>
                  <a:lnTo>
                    <a:pt x="3484232" y="35140"/>
                  </a:lnTo>
                  <a:lnTo>
                    <a:pt x="3481184" y="36664"/>
                  </a:lnTo>
                  <a:lnTo>
                    <a:pt x="3467468" y="51904"/>
                  </a:lnTo>
                  <a:lnTo>
                    <a:pt x="3467468" y="58000"/>
                  </a:lnTo>
                  <a:lnTo>
                    <a:pt x="3504146" y="58000"/>
                  </a:lnTo>
                  <a:lnTo>
                    <a:pt x="3504146" y="50380"/>
                  </a:lnTo>
                  <a:close/>
                </a:path>
                <a:path w="3651250" h="293369">
                  <a:moveTo>
                    <a:pt x="3556063" y="39712"/>
                  </a:moveTo>
                  <a:lnTo>
                    <a:pt x="3546919" y="39712"/>
                  </a:lnTo>
                  <a:lnTo>
                    <a:pt x="3546919" y="9144"/>
                  </a:lnTo>
                  <a:lnTo>
                    <a:pt x="3546919" y="1524"/>
                  </a:lnTo>
                  <a:lnTo>
                    <a:pt x="3539299" y="1524"/>
                  </a:lnTo>
                  <a:lnTo>
                    <a:pt x="3539299" y="9144"/>
                  </a:lnTo>
                  <a:lnTo>
                    <a:pt x="3539299" y="39712"/>
                  </a:lnTo>
                  <a:lnTo>
                    <a:pt x="3519487" y="39712"/>
                  </a:lnTo>
                  <a:lnTo>
                    <a:pt x="3539299" y="9144"/>
                  </a:lnTo>
                  <a:lnTo>
                    <a:pt x="3539299" y="1524"/>
                  </a:lnTo>
                  <a:lnTo>
                    <a:pt x="3536251" y="1524"/>
                  </a:lnTo>
                  <a:lnTo>
                    <a:pt x="3511766" y="39712"/>
                  </a:lnTo>
                  <a:lnTo>
                    <a:pt x="3511766" y="45808"/>
                  </a:lnTo>
                  <a:lnTo>
                    <a:pt x="3539299" y="45808"/>
                  </a:lnTo>
                  <a:lnTo>
                    <a:pt x="3539299" y="58000"/>
                  </a:lnTo>
                  <a:lnTo>
                    <a:pt x="3546919" y="58000"/>
                  </a:lnTo>
                  <a:lnTo>
                    <a:pt x="3546919" y="45808"/>
                  </a:lnTo>
                  <a:lnTo>
                    <a:pt x="3556063" y="45808"/>
                  </a:lnTo>
                  <a:lnTo>
                    <a:pt x="3556063" y="39712"/>
                  </a:lnTo>
                  <a:close/>
                </a:path>
                <a:path w="3651250" h="293369">
                  <a:moveTo>
                    <a:pt x="3601872" y="39725"/>
                  </a:moveTo>
                  <a:lnTo>
                    <a:pt x="3600348" y="38201"/>
                  </a:lnTo>
                  <a:lnTo>
                    <a:pt x="3600348" y="35153"/>
                  </a:lnTo>
                  <a:lnTo>
                    <a:pt x="3598824" y="33629"/>
                  </a:lnTo>
                  <a:lnTo>
                    <a:pt x="3597300" y="32004"/>
                  </a:lnTo>
                  <a:lnTo>
                    <a:pt x="3594252" y="28956"/>
                  </a:lnTo>
                  <a:lnTo>
                    <a:pt x="3591115" y="28956"/>
                  </a:lnTo>
                  <a:lnTo>
                    <a:pt x="3589591" y="27432"/>
                  </a:lnTo>
                  <a:lnTo>
                    <a:pt x="3592728" y="27432"/>
                  </a:lnTo>
                  <a:lnTo>
                    <a:pt x="3594252" y="24384"/>
                  </a:lnTo>
                  <a:lnTo>
                    <a:pt x="3597300" y="21336"/>
                  </a:lnTo>
                  <a:lnTo>
                    <a:pt x="3598824" y="18288"/>
                  </a:lnTo>
                  <a:lnTo>
                    <a:pt x="3598824" y="10668"/>
                  </a:lnTo>
                  <a:lnTo>
                    <a:pt x="3597300" y="9144"/>
                  </a:lnTo>
                  <a:lnTo>
                    <a:pt x="3597300" y="7620"/>
                  </a:lnTo>
                  <a:lnTo>
                    <a:pt x="3592728" y="3048"/>
                  </a:lnTo>
                  <a:lnTo>
                    <a:pt x="3591115" y="1524"/>
                  </a:lnTo>
                  <a:lnTo>
                    <a:pt x="3586543" y="1524"/>
                  </a:lnTo>
                  <a:lnTo>
                    <a:pt x="3583495" y="0"/>
                  </a:lnTo>
                  <a:lnTo>
                    <a:pt x="3578923" y="0"/>
                  </a:lnTo>
                  <a:lnTo>
                    <a:pt x="3577399" y="1524"/>
                  </a:lnTo>
                  <a:lnTo>
                    <a:pt x="3569779" y="1524"/>
                  </a:lnTo>
                  <a:lnTo>
                    <a:pt x="3568255" y="3048"/>
                  </a:lnTo>
                  <a:lnTo>
                    <a:pt x="3566731" y="3048"/>
                  </a:lnTo>
                  <a:lnTo>
                    <a:pt x="3566731" y="9144"/>
                  </a:lnTo>
                  <a:lnTo>
                    <a:pt x="3569779" y="9144"/>
                  </a:lnTo>
                  <a:lnTo>
                    <a:pt x="3571303" y="7620"/>
                  </a:lnTo>
                  <a:lnTo>
                    <a:pt x="3586543" y="7620"/>
                  </a:lnTo>
                  <a:lnTo>
                    <a:pt x="3591115" y="12192"/>
                  </a:lnTo>
                  <a:lnTo>
                    <a:pt x="3591115" y="16764"/>
                  </a:lnTo>
                  <a:lnTo>
                    <a:pt x="3589591" y="18288"/>
                  </a:lnTo>
                  <a:lnTo>
                    <a:pt x="3589591" y="21336"/>
                  </a:lnTo>
                  <a:lnTo>
                    <a:pt x="3586543" y="24384"/>
                  </a:lnTo>
                  <a:lnTo>
                    <a:pt x="3585019" y="24384"/>
                  </a:lnTo>
                  <a:lnTo>
                    <a:pt x="3583495" y="25908"/>
                  </a:lnTo>
                  <a:lnTo>
                    <a:pt x="3572827" y="25908"/>
                  </a:lnTo>
                  <a:lnTo>
                    <a:pt x="3572827" y="32004"/>
                  </a:lnTo>
                  <a:lnTo>
                    <a:pt x="3585019" y="32004"/>
                  </a:lnTo>
                  <a:lnTo>
                    <a:pt x="3586543" y="33629"/>
                  </a:lnTo>
                  <a:lnTo>
                    <a:pt x="3588067" y="33629"/>
                  </a:lnTo>
                  <a:lnTo>
                    <a:pt x="3589591" y="35153"/>
                  </a:lnTo>
                  <a:lnTo>
                    <a:pt x="3591115" y="35153"/>
                  </a:lnTo>
                  <a:lnTo>
                    <a:pt x="3591115" y="36677"/>
                  </a:lnTo>
                  <a:lnTo>
                    <a:pt x="3592728" y="36677"/>
                  </a:lnTo>
                  <a:lnTo>
                    <a:pt x="3592728" y="38201"/>
                  </a:lnTo>
                  <a:lnTo>
                    <a:pt x="3594252" y="39725"/>
                  </a:lnTo>
                  <a:lnTo>
                    <a:pt x="3594252" y="42773"/>
                  </a:lnTo>
                  <a:lnTo>
                    <a:pt x="3592728" y="44297"/>
                  </a:lnTo>
                  <a:lnTo>
                    <a:pt x="3592728" y="47345"/>
                  </a:lnTo>
                  <a:lnTo>
                    <a:pt x="3591115" y="48869"/>
                  </a:lnTo>
                  <a:lnTo>
                    <a:pt x="3589591" y="48869"/>
                  </a:lnTo>
                  <a:lnTo>
                    <a:pt x="3586543" y="51917"/>
                  </a:lnTo>
                  <a:lnTo>
                    <a:pt x="3565207" y="51917"/>
                  </a:lnTo>
                  <a:lnTo>
                    <a:pt x="3565207" y="58013"/>
                  </a:lnTo>
                  <a:lnTo>
                    <a:pt x="3568255" y="58013"/>
                  </a:lnTo>
                  <a:lnTo>
                    <a:pt x="3571303" y="59537"/>
                  </a:lnTo>
                  <a:lnTo>
                    <a:pt x="3580447" y="59537"/>
                  </a:lnTo>
                  <a:lnTo>
                    <a:pt x="3585019" y="58013"/>
                  </a:lnTo>
                  <a:lnTo>
                    <a:pt x="3588067" y="58013"/>
                  </a:lnTo>
                  <a:lnTo>
                    <a:pt x="3591115" y="56489"/>
                  </a:lnTo>
                  <a:lnTo>
                    <a:pt x="3592728" y="54965"/>
                  </a:lnTo>
                  <a:lnTo>
                    <a:pt x="3595776" y="53441"/>
                  </a:lnTo>
                  <a:lnTo>
                    <a:pt x="3598824" y="50393"/>
                  </a:lnTo>
                  <a:lnTo>
                    <a:pt x="3600348" y="47345"/>
                  </a:lnTo>
                  <a:lnTo>
                    <a:pt x="3600348" y="45821"/>
                  </a:lnTo>
                  <a:lnTo>
                    <a:pt x="3601872" y="42773"/>
                  </a:lnTo>
                  <a:lnTo>
                    <a:pt x="3601872" y="39725"/>
                  </a:lnTo>
                  <a:close/>
                </a:path>
                <a:path w="3651250" h="293369">
                  <a:moveTo>
                    <a:pt x="3650742" y="1524"/>
                  </a:moveTo>
                  <a:lnTo>
                    <a:pt x="3612540" y="1524"/>
                  </a:lnTo>
                  <a:lnTo>
                    <a:pt x="3612540" y="9144"/>
                  </a:lnTo>
                  <a:lnTo>
                    <a:pt x="3643122" y="9144"/>
                  </a:lnTo>
                  <a:lnTo>
                    <a:pt x="3618636" y="58000"/>
                  </a:lnTo>
                  <a:lnTo>
                    <a:pt x="3627780" y="58000"/>
                  </a:lnTo>
                  <a:lnTo>
                    <a:pt x="3650742" y="9144"/>
                  </a:lnTo>
                  <a:lnTo>
                    <a:pt x="3650742" y="152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3" name="object 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237862" y="2758630"/>
              <a:ext cx="283940" cy="5810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587240" y="2755594"/>
              <a:ext cx="1152525" cy="80010"/>
            </a:xfrm>
            <a:custGeom>
              <a:avLst/>
              <a:gdLst/>
              <a:ahLst/>
              <a:cxnLst/>
              <a:rect l="l" t="t" r="r" b="b"/>
              <a:pathLst>
                <a:path w="1152525" h="80010">
                  <a:moveTo>
                    <a:pt x="27432" y="33324"/>
                  </a:moveTo>
                  <a:lnTo>
                    <a:pt x="0" y="33324"/>
                  </a:lnTo>
                  <a:lnTo>
                    <a:pt x="0" y="40957"/>
                  </a:lnTo>
                  <a:lnTo>
                    <a:pt x="27432" y="40957"/>
                  </a:lnTo>
                  <a:lnTo>
                    <a:pt x="27432" y="33324"/>
                  </a:lnTo>
                  <a:close/>
                </a:path>
                <a:path w="1152525" h="80010">
                  <a:moveTo>
                    <a:pt x="132956" y="16852"/>
                  </a:moveTo>
                  <a:lnTo>
                    <a:pt x="123812" y="16852"/>
                  </a:lnTo>
                  <a:lnTo>
                    <a:pt x="113144" y="45910"/>
                  </a:lnTo>
                  <a:lnTo>
                    <a:pt x="111620" y="53530"/>
                  </a:lnTo>
                  <a:lnTo>
                    <a:pt x="108572" y="45910"/>
                  </a:lnTo>
                  <a:lnTo>
                    <a:pt x="97904" y="16852"/>
                  </a:lnTo>
                  <a:lnTo>
                    <a:pt x="90284" y="16852"/>
                  </a:lnTo>
                  <a:lnTo>
                    <a:pt x="107048" y="61150"/>
                  </a:lnTo>
                  <a:lnTo>
                    <a:pt x="116192" y="61150"/>
                  </a:lnTo>
                  <a:lnTo>
                    <a:pt x="132956" y="16852"/>
                  </a:lnTo>
                  <a:close/>
                </a:path>
                <a:path w="1152525" h="80010">
                  <a:moveTo>
                    <a:pt x="177253" y="25895"/>
                  </a:moveTo>
                  <a:lnTo>
                    <a:pt x="175729" y="24371"/>
                  </a:lnTo>
                  <a:lnTo>
                    <a:pt x="175729" y="22847"/>
                  </a:lnTo>
                  <a:lnTo>
                    <a:pt x="171157" y="18275"/>
                  </a:lnTo>
                  <a:lnTo>
                    <a:pt x="169633" y="18275"/>
                  </a:lnTo>
                  <a:lnTo>
                    <a:pt x="168109" y="16751"/>
                  </a:lnTo>
                  <a:lnTo>
                    <a:pt x="151257" y="16751"/>
                  </a:lnTo>
                  <a:lnTo>
                    <a:pt x="149733" y="18275"/>
                  </a:lnTo>
                  <a:lnTo>
                    <a:pt x="146685" y="18275"/>
                  </a:lnTo>
                  <a:lnTo>
                    <a:pt x="145161" y="19799"/>
                  </a:lnTo>
                  <a:lnTo>
                    <a:pt x="145161" y="25895"/>
                  </a:lnTo>
                  <a:lnTo>
                    <a:pt x="148209" y="24371"/>
                  </a:lnTo>
                  <a:lnTo>
                    <a:pt x="149733" y="24371"/>
                  </a:lnTo>
                  <a:lnTo>
                    <a:pt x="152781" y="22847"/>
                  </a:lnTo>
                  <a:lnTo>
                    <a:pt x="165061" y="22847"/>
                  </a:lnTo>
                  <a:lnTo>
                    <a:pt x="168109" y="24371"/>
                  </a:lnTo>
                  <a:lnTo>
                    <a:pt x="169633" y="25895"/>
                  </a:lnTo>
                  <a:lnTo>
                    <a:pt x="169633" y="35039"/>
                  </a:lnTo>
                  <a:lnTo>
                    <a:pt x="169633" y="41135"/>
                  </a:lnTo>
                  <a:lnTo>
                    <a:pt x="169633" y="48856"/>
                  </a:lnTo>
                  <a:lnTo>
                    <a:pt x="168109" y="50380"/>
                  </a:lnTo>
                  <a:lnTo>
                    <a:pt x="165061" y="51904"/>
                  </a:lnTo>
                  <a:lnTo>
                    <a:pt x="163537" y="53428"/>
                  </a:lnTo>
                  <a:lnTo>
                    <a:pt x="160489" y="54952"/>
                  </a:lnTo>
                  <a:lnTo>
                    <a:pt x="152781" y="54952"/>
                  </a:lnTo>
                  <a:lnTo>
                    <a:pt x="149733" y="51904"/>
                  </a:lnTo>
                  <a:lnTo>
                    <a:pt x="149733" y="45707"/>
                  </a:lnTo>
                  <a:lnTo>
                    <a:pt x="154305" y="41135"/>
                  </a:lnTo>
                  <a:lnTo>
                    <a:pt x="169633" y="41135"/>
                  </a:lnTo>
                  <a:lnTo>
                    <a:pt x="169633" y="35039"/>
                  </a:lnTo>
                  <a:lnTo>
                    <a:pt x="154305" y="35039"/>
                  </a:lnTo>
                  <a:lnTo>
                    <a:pt x="149733" y="36563"/>
                  </a:lnTo>
                  <a:lnTo>
                    <a:pt x="146685" y="38087"/>
                  </a:lnTo>
                  <a:lnTo>
                    <a:pt x="143637" y="41135"/>
                  </a:lnTo>
                  <a:lnTo>
                    <a:pt x="142113" y="44183"/>
                  </a:lnTo>
                  <a:lnTo>
                    <a:pt x="142113" y="54952"/>
                  </a:lnTo>
                  <a:lnTo>
                    <a:pt x="146685" y="59524"/>
                  </a:lnTo>
                  <a:lnTo>
                    <a:pt x="149733" y="61048"/>
                  </a:lnTo>
                  <a:lnTo>
                    <a:pt x="160489" y="61048"/>
                  </a:lnTo>
                  <a:lnTo>
                    <a:pt x="163537" y="59524"/>
                  </a:lnTo>
                  <a:lnTo>
                    <a:pt x="165061" y="59524"/>
                  </a:lnTo>
                  <a:lnTo>
                    <a:pt x="168109" y="58000"/>
                  </a:lnTo>
                  <a:lnTo>
                    <a:pt x="171157" y="54952"/>
                  </a:lnTo>
                  <a:lnTo>
                    <a:pt x="171157" y="61048"/>
                  </a:lnTo>
                  <a:lnTo>
                    <a:pt x="177253" y="61048"/>
                  </a:lnTo>
                  <a:lnTo>
                    <a:pt x="177253" y="41135"/>
                  </a:lnTo>
                  <a:lnTo>
                    <a:pt x="177253" y="25895"/>
                  </a:lnTo>
                  <a:close/>
                </a:path>
                <a:path w="1152525" h="80010">
                  <a:moveTo>
                    <a:pt x="227647" y="54952"/>
                  </a:moveTo>
                  <a:lnTo>
                    <a:pt x="213931" y="54952"/>
                  </a:lnTo>
                  <a:lnTo>
                    <a:pt x="213931" y="0"/>
                  </a:lnTo>
                  <a:lnTo>
                    <a:pt x="194119" y="0"/>
                  </a:lnTo>
                  <a:lnTo>
                    <a:pt x="194119" y="6096"/>
                  </a:lnTo>
                  <a:lnTo>
                    <a:pt x="206311" y="6096"/>
                  </a:lnTo>
                  <a:lnTo>
                    <a:pt x="206311" y="54952"/>
                  </a:lnTo>
                  <a:lnTo>
                    <a:pt x="192595" y="54952"/>
                  </a:lnTo>
                  <a:lnTo>
                    <a:pt x="192595" y="61048"/>
                  </a:lnTo>
                  <a:lnTo>
                    <a:pt x="227647" y="61048"/>
                  </a:lnTo>
                  <a:lnTo>
                    <a:pt x="227647" y="54952"/>
                  </a:lnTo>
                  <a:close/>
                </a:path>
                <a:path w="1152525" h="80010">
                  <a:moveTo>
                    <a:pt x="283451" y="71424"/>
                  </a:moveTo>
                  <a:lnTo>
                    <a:pt x="231648" y="71424"/>
                  </a:lnTo>
                  <a:lnTo>
                    <a:pt x="231648" y="79057"/>
                  </a:lnTo>
                  <a:lnTo>
                    <a:pt x="283451" y="79057"/>
                  </a:lnTo>
                  <a:lnTo>
                    <a:pt x="283451" y="71424"/>
                  </a:lnTo>
                  <a:close/>
                </a:path>
                <a:path w="1152525" h="80010">
                  <a:moveTo>
                    <a:pt x="323850" y="25996"/>
                  </a:moveTo>
                  <a:lnTo>
                    <a:pt x="322326" y="24472"/>
                  </a:lnTo>
                  <a:lnTo>
                    <a:pt x="322326" y="22948"/>
                  </a:lnTo>
                  <a:lnTo>
                    <a:pt x="317754" y="18376"/>
                  </a:lnTo>
                  <a:lnTo>
                    <a:pt x="316230" y="18376"/>
                  </a:lnTo>
                  <a:lnTo>
                    <a:pt x="314706" y="16852"/>
                  </a:lnTo>
                  <a:lnTo>
                    <a:pt x="297942" y="16852"/>
                  </a:lnTo>
                  <a:lnTo>
                    <a:pt x="296316" y="18376"/>
                  </a:lnTo>
                  <a:lnTo>
                    <a:pt x="293268" y="18376"/>
                  </a:lnTo>
                  <a:lnTo>
                    <a:pt x="291744" y="19900"/>
                  </a:lnTo>
                  <a:lnTo>
                    <a:pt x="291744" y="25996"/>
                  </a:lnTo>
                  <a:lnTo>
                    <a:pt x="294792" y="24472"/>
                  </a:lnTo>
                  <a:lnTo>
                    <a:pt x="296316" y="24472"/>
                  </a:lnTo>
                  <a:lnTo>
                    <a:pt x="299466" y="22948"/>
                  </a:lnTo>
                  <a:lnTo>
                    <a:pt x="313182" y="22948"/>
                  </a:lnTo>
                  <a:lnTo>
                    <a:pt x="316230" y="25996"/>
                  </a:lnTo>
                  <a:lnTo>
                    <a:pt x="316230" y="35140"/>
                  </a:lnTo>
                  <a:lnTo>
                    <a:pt x="316230" y="41236"/>
                  </a:lnTo>
                  <a:lnTo>
                    <a:pt x="316230" y="48856"/>
                  </a:lnTo>
                  <a:lnTo>
                    <a:pt x="314706" y="50380"/>
                  </a:lnTo>
                  <a:lnTo>
                    <a:pt x="311658" y="51904"/>
                  </a:lnTo>
                  <a:lnTo>
                    <a:pt x="310134" y="53428"/>
                  </a:lnTo>
                  <a:lnTo>
                    <a:pt x="307086" y="54952"/>
                  </a:lnTo>
                  <a:lnTo>
                    <a:pt x="299466" y="54952"/>
                  </a:lnTo>
                  <a:lnTo>
                    <a:pt x="297942" y="53428"/>
                  </a:lnTo>
                  <a:lnTo>
                    <a:pt x="296316" y="51904"/>
                  </a:lnTo>
                  <a:lnTo>
                    <a:pt x="296316" y="45808"/>
                  </a:lnTo>
                  <a:lnTo>
                    <a:pt x="297942" y="44284"/>
                  </a:lnTo>
                  <a:lnTo>
                    <a:pt x="300990" y="41236"/>
                  </a:lnTo>
                  <a:lnTo>
                    <a:pt x="316230" y="41236"/>
                  </a:lnTo>
                  <a:lnTo>
                    <a:pt x="316230" y="35140"/>
                  </a:lnTo>
                  <a:lnTo>
                    <a:pt x="300990" y="35140"/>
                  </a:lnTo>
                  <a:lnTo>
                    <a:pt x="296316" y="36664"/>
                  </a:lnTo>
                  <a:lnTo>
                    <a:pt x="293268" y="38188"/>
                  </a:lnTo>
                  <a:lnTo>
                    <a:pt x="290220" y="41236"/>
                  </a:lnTo>
                  <a:lnTo>
                    <a:pt x="288696" y="44284"/>
                  </a:lnTo>
                  <a:lnTo>
                    <a:pt x="288696" y="53428"/>
                  </a:lnTo>
                  <a:lnTo>
                    <a:pt x="290220" y="54952"/>
                  </a:lnTo>
                  <a:lnTo>
                    <a:pt x="290220" y="56476"/>
                  </a:lnTo>
                  <a:lnTo>
                    <a:pt x="293268" y="59524"/>
                  </a:lnTo>
                  <a:lnTo>
                    <a:pt x="294792" y="59524"/>
                  </a:lnTo>
                  <a:lnTo>
                    <a:pt x="296316" y="61048"/>
                  </a:lnTo>
                  <a:lnTo>
                    <a:pt x="307086" y="61048"/>
                  </a:lnTo>
                  <a:lnTo>
                    <a:pt x="310134" y="59524"/>
                  </a:lnTo>
                  <a:lnTo>
                    <a:pt x="313182" y="59524"/>
                  </a:lnTo>
                  <a:lnTo>
                    <a:pt x="317754" y="54952"/>
                  </a:lnTo>
                  <a:lnTo>
                    <a:pt x="317754" y="61048"/>
                  </a:lnTo>
                  <a:lnTo>
                    <a:pt x="323850" y="61048"/>
                  </a:lnTo>
                  <a:lnTo>
                    <a:pt x="323850" y="41236"/>
                  </a:lnTo>
                  <a:lnTo>
                    <a:pt x="323850" y="25996"/>
                  </a:lnTo>
                  <a:close/>
                </a:path>
                <a:path w="1152525" h="80010">
                  <a:moveTo>
                    <a:pt x="372706" y="18376"/>
                  </a:moveTo>
                  <a:lnTo>
                    <a:pt x="369658" y="18376"/>
                  </a:lnTo>
                  <a:lnTo>
                    <a:pt x="368134" y="16852"/>
                  </a:lnTo>
                  <a:lnTo>
                    <a:pt x="354418" y="16852"/>
                  </a:lnTo>
                  <a:lnTo>
                    <a:pt x="348322" y="19900"/>
                  </a:lnTo>
                  <a:lnTo>
                    <a:pt x="346798" y="21424"/>
                  </a:lnTo>
                  <a:lnTo>
                    <a:pt x="343750" y="22948"/>
                  </a:lnTo>
                  <a:lnTo>
                    <a:pt x="342226" y="24472"/>
                  </a:lnTo>
                  <a:lnTo>
                    <a:pt x="339178" y="30568"/>
                  </a:lnTo>
                  <a:lnTo>
                    <a:pt x="339178" y="33616"/>
                  </a:lnTo>
                  <a:lnTo>
                    <a:pt x="337654" y="36664"/>
                  </a:lnTo>
                  <a:lnTo>
                    <a:pt x="337654" y="47332"/>
                  </a:lnTo>
                  <a:lnTo>
                    <a:pt x="343750" y="56476"/>
                  </a:lnTo>
                  <a:lnTo>
                    <a:pt x="346798" y="59524"/>
                  </a:lnTo>
                  <a:lnTo>
                    <a:pt x="352894" y="61048"/>
                  </a:lnTo>
                  <a:lnTo>
                    <a:pt x="368134" y="61048"/>
                  </a:lnTo>
                  <a:lnTo>
                    <a:pt x="369658" y="59524"/>
                  </a:lnTo>
                  <a:lnTo>
                    <a:pt x="372706" y="59524"/>
                  </a:lnTo>
                  <a:lnTo>
                    <a:pt x="372706" y="51904"/>
                  </a:lnTo>
                  <a:lnTo>
                    <a:pt x="369658" y="53428"/>
                  </a:lnTo>
                  <a:lnTo>
                    <a:pt x="368134" y="53428"/>
                  </a:lnTo>
                  <a:lnTo>
                    <a:pt x="366610" y="54952"/>
                  </a:lnTo>
                  <a:lnTo>
                    <a:pt x="355942" y="54952"/>
                  </a:lnTo>
                  <a:lnTo>
                    <a:pt x="352894" y="53428"/>
                  </a:lnTo>
                  <a:lnTo>
                    <a:pt x="349846" y="50380"/>
                  </a:lnTo>
                  <a:lnTo>
                    <a:pt x="346798" y="48856"/>
                  </a:lnTo>
                  <a:lnTo>
                    <a:pt x="346798" y="32092"/>
                  </a:lnTo>
                  <a:lnTo>
                    <a:pt x="348322" y="30568"/>
                  </a:lnTo>
                  <a:lnTo>
                    <a:pt x="348322" y="29044"/>
                  </a:lnTo>
                  <a:lnTo>
                    <a:pt x="352894" y="24472"/>
                  </a:lnTo>
                  <a:lnTo>
                    <a:pt x="354418" y="24472"/>
                  </a:lnTo>
                  <a:lnTo>
                    <a:pt x="355942" y="22948"/>
                  </a:lnTo>
                  <a:lnTo>
                    <a:pt x="366610" y="22948"/>
                  </a:lnTo>
                  <a:lnTo>
                    <a:pt x="368134" y="24472"/>
                  </a:lnTo>
                  <a:lnTo>
                    <a:pt x="369658" y="24472"/>
                  </a:lnTo>
                  <a:lnTo>
                    <a:pt x="372706" y="25996"/>
                  </a:lnTo>
                  <a:lnTo>
                    <a:pt x="372706" y="18376"/>
                  </a:lnTo>
                  <a:close/>
                </a:path>
                <a:path w="1152525" h="80010">
                  <a:moveTo>
                    <a:pt x="421563" y="18376"/>
                  </a:moveTo>
                  <a:lnTo>
                    <a:pt x="420039" y="18376"/>
                  </a:lnTo>
                  <a:lnTo>
                    <a:pt x="416991" y="16852"/>
                  </a:lnTo>
                  <a:lnTo>
                    <a:pt x="403275" y="16852"/>
                  </a:lnTo>
                  <a:lnTo>
                    <a:pt x="397179" y="19900"/>
                  </a:lnTo>
                  <a:lnTo>
                    <a:pt x="395655" y="21424"/>
                  </a:lnTo>
                  <a:lnTo>
                    <a:pt x="392607" y="22948"/>
                  </a:lnTo>
                  <a:lnTo>
                    <a:pt x="391083" y="24472"/>
                  </a:lnTo>
                  <a:lnTo>
                    <a:pt x="388035" y="30568"/>
                  </a:lnTo>
                  <a:lnTo>
                    <a:pt x="388035" y="33616"/>
                  </a:lnTo>
                  <a:lnTo>
                    <a:pt x="386511" y="36664"/>
                  </a:lnTo>
                  <a:lnTo>
                    <a:pt x="386511" y="47332"/>
                  </a:lnTo>
                  <a:lnTo>
                    <a:pt x="392607" y="56476"/>
                  </a:lnTo>
                  <a:lnTo>
                    <a:pt x="397179" y="59524"/>
                  </a:lnTo>
                  <a:lnTo>
                    <a:pt x="401751" y="61048"/>
                  </a:lnTo>
                  <a:lnTo>
                    <a:pt x="416991" y="61048"/>
                  </a:lnTo>
                  <a:lnTo>
                    <a:pt x="418515" y="59524"/>
                  </a:lnTo>
                  <a:lnTo>
                    <a:pt x="421563" y="59524"/>
                  </a:lnTo>
                  <a:lnTo>
                    <a:pt x="421563" y="51904"/>
                  </a:lnTo>
                  <a:lnTo>
                    <a:pt x="420039" y="53428"/>
                  </a:lnTo>
                  <a:lnTo>
                    <a:pt x="416991" y="53428"/>
                  </a:lnTo>
                  <a:lnTo>
                    <a:pt x="415467" y="54952"/>
                  </a:lnTo>
                  <a:lnTo>
                    <a:pt x="404799" y="54952"/>
                  </a:lnTo>
                  <a:lnTo>
                    <a:pt x="401751" y="53428"/>
                  </a:lnTo>
                  <a:lnTo>
                    <a:pt x="398703" y="50380"/>
                  </a:lnTo>
                  <a:lnTo>
                    <a:pt x="395655" y="48856"/>
                  </a:lnTo>
                  <a:lnTo>
                    <a:pt x="395655" y="32092"/>
                  </a:lnTo>
                  <a:lnTo>
                    <a:pt x="398703" y="29044"/>
                  </a:lnTo>
                  <a:lnTo>
                    <a:pt x="398703" y="27520"/>
                  </a:lnTo>
                  <a:lnTo>
                    <a:pt x="401751" y="24472"/>
                  </a:lnTo>
                  <a:lnTo>
                    <a:pt x="403275" y="24472"/>
                  </a:lnTo>
                  <a:lnTo>
                    <a:pt x="404799" y="22948"/>
                  </a:lnTo>
                  <a:lnTo>
                    <a:pt x="415467" y="22948"/>
                  </a:lnTo>
                  <a:lnTo>
                    <a:pt x="416991" y="24472"/>
                  </a:lnTo>
                  <a:lnTo>
                    <a:pt x="418515" y="24472"/>
                  </a:lnTo>
                  <a:lnTo>
                    <a:pt x="421563" y="25996"/>
                  </a:lnTo>
                  <a:lnTo>
                    <a:pt x="421563" y="18376"/>
                  </a:lnTo>
                  <a:close/>
                </a:path>
                <a:path w="1152525" h="80010">
                  <a:moveTo>
                    <a:pt x="470433" y="16852"/>
                  </a:moveTo>
                  <a:lnTo>
                    <a:pt x="464337" y="16852"/>
                  </a:lnTo>
                  <a:lnTo>
                    <a:pt x="464337" y="45808"/>
                  </a:lnTo>
                  <a:lnTo>
                    <a:pt x="456717" y="53428"/>
                  </a:lnTo>
                  <a:lnTo>
                    <a:pt x="455193" y="53428"/>
                  </a:lnTo>
                  <a:lnTo>
                    <a:pt x="455193" y="54952"/>
                  </a:lnTo>
                  <a:lnTo>
                    <a:pt x="446049" y="54952"/>
                  </a:lnTo>
                  <a:lnTo>
                    <a:pt x="443001" y="51904"/>
                  </a:lnTo>
                  <a:lnTo>
                    <a:pt x="443001" y="16852"/>
                  </a:lnTo>
                  <a:lnTo>
                    <a:pt x="435279" y="16852"/>
                  </a:lnTo>
                  <a:lnTo>
                    <a:pt x="435279" y="50380"/>
                  </a:lnTo>
                  <a:lnTo>
                    <a:pt x="436803" y="54952"/>
                  </a:lnTo>
                  <a:lnTo>
                    <a:pt x="439851" y="58000"/>
                  </a:lnTo>
                  <a:lnTo>
                    <a:pt x="441477" y="59524"/>
                  </a:lnTo>
                  <a:lnTo>
                    <a:pt x="444525" y="61048"/>
                  </a:lnTo>
                  <a:lnTo>
                    <a:pt x="455193" y="61048"/>
                  </a:lnTo>
                  <a:lnTo>
                    <a:pt x="456717" y="59524"/>
                  </a:lnTo>
                  <a:lnTo>
                    <a:pt x="458241" y="59524"/>
                  </a:lnTo>
                  <a:lnTo>
                    <a:pt x="462813" y="54952"/>
                  </a:lnTo>
                  <a:lnTo>
                    <a:pt x="464337" y="53428"/>
                  </a:lnTo>
                  <a:lnTo>
                    <a:pt x="464337" y="61048"/>
                  </a:lnTo>
                  <a:lnTo>
                    <a:pt x="470433" y="61048"/>
                  </a:lnTo>
                  <a:lnTo>
                    <a:pt x="470433" y="16852"/>
                  </a:lnTo>
                  <a:close/>
                </a:path>
                <a:path w="1152525" h="80010">
                  <a:moveTo>
                    <a:pt x="522351" y="24472"/>
                  </a:moveTo>
                  <a:lnTo>
                    <a:pt x="520827" y="22948"/>
                  </a:lnTo>
                  <a:lnTo>
                    <a:pt x="519303" y="21424"/>
                  </a:lnTo>
                  <a:lnTo>
                    <a:pt x="517779" y="18376"/>
                  </a:lnTo>
                  <a:lnTo>
                    <a:pt x="513207" y="16852"/>
                  </a:lnTo>
                  <a:lnTo>
                    <a:pt x="504063" y="16852"/>
                  </a:lnTo>
                  <a:lnTo>
                    <a:pt x="501015" y="18376"/>
                  </a:lnTo>
                  <a:lnTo>
                    <a:pt x="499491" y="19900"/>
                  </a:lnTo>
                  <a:lnTo>
                    <a:pt x="496443" y="21424"/>
                  </a:lnTo>
                  <a:lnTo>
                    <a:pt x="493395" y="25996"/>
                  </a:lnTo>
                  <a:lnTo>
                    <a:pt x="493395" y="16852"/>
                  </a:lnTo>
                  <a:lnTo>
                    <a:pt x="487197" y="16852"/>
                  </a:lnTo>
                  <a:lnTo>
                    <a:pt x="487197" y="61048"/>
                  </a:lnTo>
                  <a:lnTo>
                    <a:pt x="494919" y="61048"/>
                  </a:lnTo>
                  <a:lnTo>
                    <a:pt x="494919" y="32092"/>
                  </a:lnTo>
                  <a:lnTo>
                    <a:pt x="496443" y="30568"/>
                  </a:lnTo>
                  <a:lnTo>
                    <a:pt x="496443" y="29044"/>
                  </a:lnTo>
                  <a:lnTo>
                    <a:pt x="497967" y="27520"/>
                  </a:lnTo>
                  <a:lnTo>
                    <a:pt x="499491" y="27520"/>
                  </a:lnTo>
                  <a:lnTo>
                    <a:pt x="501015" y="25996"/>
                  </a:lnTo>
                  <a:lnTo>
                    <a:pt x="502539" y="24472"/>
                  </a:lnTo>
                  <a:lnTo>
                    <a:pt x="504063" y="24472"/>
                  </a:lnTo>
                  <a:lnTo>
                    <a:pt x="505587" y="22948"/>
                  </a:lnTo>
                  <a:lnTo>
                    <a:pt x="510159" y="22948"/>
                  </a:lnTo>
                  <a:lnTo>
                    <a:pt x="514731" y="27520"/>
                  </a:lnTo>
                  <a:lnTo>
                    <a:pt x="514731" y="33616"/>
                  </a:lnTo>
                  <a:lnTo>
                    <a:pt x="522351" y="33616"/>
                  </a:lnTo>
                  <a:lnTo>
                    <a:pt x="522351" y="24472"/>
                  </a:lnTo>
                  <a:close/>
                </a:path>
                <a:path w="1152525" h="80010">
                  <a:moveTo>
                    <a:pt x="568159" y="24371"/>
                  </a:moveTo>
                  <a:lnTo>
                    <a:pt x="566635" y="22847"/>
                  </a:lnTo>
                  <a:lnTo>
                    <a:pt x="562063" y="18275"/>
                  </a:lnTo>
                  <a:lnTo>
                    <a:pt x="560539" y="18275"/>
                  </a:lnTo>
                  <a:lnTo>
                    <a:pt x="559015" y="16751"/>
                  </a:lnTo>
                  <a:lnTo>
                    <a:pt x="542251" y="16751"/>
                  </a:lnTo>
                  <a:lnTo>
                    <a:pt x="540727" y="18275"/>
                  </a:lnTo>
                  <a:lnTo>
                    <a:pt x="537679" y="18275"/>
                  </a:lnTo>
                  <a:lnTo>
                    <a:pt x="536155" y="19799"/>
                  </a:lnTo>
                  <a:lnTo>
                    <a:pt x="536155" y="25895"/>
                  </a:lnTo>
                  <a:lnTo>
                    <a:pt x="539203" y="24371"/>
                  </a:lnTo>
                  <a:lnTo>
                    <a:pt x="540727" y="24371"/>
                  </a:lnTo>
                  <a:lnTo>
                    <a:pt x="543775" y="22847"/>
                  </a:lnTo>
                  <a:lnTo>
                    <a:pt x="557491" y="22847"/>
                  </a:lnTo>
                  <a:lnTo>
                    <a:pt x="560539" y="25895"/>
                  </a:lnTo>
                  <a:lnTo>
                    <a:pt x="560539" y="35039"/>
                  </a:lnTo>
                  <a:lnTo>
                    <a:pt x="560539" y="41135"/>
                  </a:lnTo>
                  <a:lnTo>
                    <a:pt x="560539" y="48856"/>
                  </a:lnTo>
                  <a:lnTo>
                    <a:pt x="559015" y="50380"/>
                  </a:lnTo>
                  <a:lnTo>
                    <a:pt x="555967" y="51904"/>
                  </a:lnTo>
                  <a:lnTo>
                    <a:pt x="554443" y="53428"/>
                  </a:lnTo>
                  <a:lnTo>
                    <a:pt x="551395" y="54952"/>
                  </a:lnTo>
                  <a:lnTo>
                    <a:pt x="543775" y="54952"/>
                  </a:lnTo>
                  <a:lnTo>
                    <a:pt x="540727" y="51904"/>
                  </a:lnTo>
                  <a:lnTo>
                    <a:pt x="540727" y="45707"/>
                  </a:lnTo>
                  <a:lnTo>
                    <a:pt x="545299" y="41135"/>
                  </a:lnTo>
                  <a:lnTo>
                    <a:pt x="560539" y="41135"/>
                  </a:lnTo>
                  <a:lnTo>
                    <a:pt x="560539" y="35039"/>
                  </a:lnTo>
                  <a:lnTo>
                    <a:pt x="545299" y="35039"/>
                  </a:lnTo>
                  <a:lnTo>
                    <a:pt x="540727" y="36563"/>
                  </a:lnTo>
                  <a:lnTo>
                    <a:pt x="537679" y="38087"/>
                  </a:lnTo>
                  <a:lnTo>
                    <a:pt x="534631" y="41135"/>
                  </a:lnTo>
                  <a:lnTo>
                    <a:pt x="533107" y="44183"/>
                  </a:lnTo>
                  <a:lnTo>
                    <a:pt x="533107" y="53428"/>
                  </a:lnTo>
                  <a:lnTo>
                    <a:pt x="534631" y="54952"/>
                  </a:lnTo>
                  <a:lnTo>
                    <a:pt x="534631" y="56476"/>
                  </a:lnTo>
                  <a:lnTo>
                    <a:pt x="537679" y="59524"/>
                  </a:lnTo>
                  <a:lnTo>
                    <a:pt x="539203" y="59524"/>
                  </a:lnTo>
                  <a:lnTo>
                    <a:pt x="540727" y="61048"/>
                  </a:lnTo>
                  <a:lnTo>
                    <a:pt x="551395" y="61048"/>
                  </a:lnTo>
                  <a:lnTo>
                    <a:pt x="554443" y="59524"/>
                  </a:lnTo>
                  <a:lnTo>
                    <a:pt x="557491" y="59524"/>
                  </a:lnTo>
                  <a:lnTo>
                    <a:pt x="562063" y="54952"/>
                  </a:lnTo>
                  <a:lnTo>
                    <a:pt x="562063" y="61048"/>
                  </a:lnTo>
                  <a:lnTo>
                    <a:pt x="568159" y="61048"/>
                  </a:lnTo>
                  <a:lnTo>
                    <a:pt x="568159" y="41135"/>
                  </a:lnTo>
                  <a:lnTo>
                    <a:pt x="568159" y="24371"/>
                  </a:lnTo>
                  <a:close/>
                </a:path>
                <a:path w="1152525" h="80010">
                  <a:moveTo>
                    <a:pt x="617029" y="18376"/>
                  </a:moveTo>
                  <a:lnTo>
                    <a:pt x="615505" y="18376"/>
                  </a:lnTo>
                  <a:lnTo>
                    <a:pt x="612457" y="16852"/>
                  </a:lnTo>
                  <a:lnTo>
                    <a:pt x="598639" y="16852"/>
                  </a:lnTo>
                  <a:lnTo>
                    <a:pt x="592543" y="19900"/>
                  </a:lnTo>
                  <a:lnTo>
                    <a:pt x="589495" y="22948"/>
                  </a:lnTo>
                  <a:lnTo>
                    <a:pt x="586447" y="24472"/>
                  </a:lnTo>
                  <a:lnTo>
                    <a:pt x="584923" y="27520"/>
                  </a:lnTo>
                  <a:lnTo>
                    <a:pt x="584923" y="30568"/>
                  </a:lnTo>
                  <a:lnTo>
                    <a:pt x="583399" y="33616"/>
                  </a:lnTo>
                  <a:lnTo>
                    <a:pt x="583399" y="47332"/>
                  </a:lnTo>
                  <a:lnTo>
                    <a:pt x="584923" y="51904"/>
                  </a:lnTo>
                  <a:lnTo>
                    <a:pt x="587971" y="56476"/>
                  </a:lnTo>
                  <a:lnTo>
                    <a:pt x="592543" y="59524"/>
                  </a:lnTo>
                  <a:lnTo>
                    <a:pt x="597115" y="61048"/>
                  </a:lnTo>
                  <a:lnTo>
                    <a:pt x="612457" y="61048"/>
                  </a:lnTo>
                  <a:lnTo>
                    <a:pt x="615505" y="59524"/>
                  </a:lnTo>
                  <a:lnTo>
                    <a:pt x="617029" y="59524"/>
                  </a:lnTo>
                  <a:lnTo>
                    <a:pt x="617029" y="51904"/>
                  </a:lnTo>
                  <a:lnTo>
                    <a:pt x="615505" y="53428"/>
                  </a:lnTo>
                  <a:lnTo>
                    <a:pt x="612457" y="53428"/>
                  </a:lnTo>
                  <a:lnTo>
                    <a:pt x="610933" y="54952"/>
                  </a:lnTo>
                  <a:lnTo>
                    <a:pt x="600265" y="54952"/>
                  </a:lnTo>
                  <a:lnTo>
                    <a:pt x="597115" y="53428"/>
                  </a:lnTo>
                  <a:lnTo>
                    <a:pt x="592543" y="48856"/>
                  </a:lnTo>
                  <a:lnTo>
                    <a:pt x="591019" y="44284"/>
                  </a:lnTo>
                  <a:lnTo>
                    <a:pt x="591019" y="32092"/>
                  </a:lnTo>
                  <a:lnTo>
                    <a:pt x="594067" y="29044"/>
                  </a:lnTo>
                  <a:lnTo>
                    <a:pt x="594067" y="27520"/>
                  </a:lnTo>
                  <a:lnTo>
                    <a:pt x="597115" y="24472"/>
                  </a:lnTo>
                  <a:lnTo>
                    <a:pt x="598639" y="24472"/>
                  </a:lnTo>
                  <a:lnTo>
                    <a:pt x="601789" y="22948"/>
                  </a:lnTo>
                  <a:lnTo>
                    <a:pt x="610933" y="22948"/>
                  </a:lnTo>
                  <a:lnTo>
                    <a:pt x="612457" y="24472"/>
                  </a:lnTo>
                  <a:lnTo>
                    <a:pt x="615505" y="24472"/>
                  </a:lnTo>
                  <a:lnTo>
                    <a:pt x="617029" y="25996"/>
                  </a:lnTo>
                  <a:lnTo>
                    <a:pt x="617029" y="18376"/>
                  </a:lnTo>
                  <a:close/>
                </a:path>
                <a:path w="1152525" h="80010">
                  <a:moveTo>
                    <a:pt x="670458" y="16852"/>
                  </a:moveTo>
                  <a:lnTo>
                    <a:pt x="662838" y="16852"/>
                  </a:lnTo>
                  <a:lnTo>
                    <a:pt x="652068" y="45808"/>
                  </a:lnTo>
                  <a:lnTo>
                    <a:pt x="649020" y="53428"/>
                  </a:lnTo>
                  <a:lnTo>
                    <a:pt x="647496" y="45808"/>
                  </a:lnTo>
                  <a:lnTo>
                    <a:pt x="636828" y="16852"/>
                  </a:lnTo>
                  <a:lnTo>
                    <a:pt x="627684" y="16852"/>
                  </a:lnTo>
                  <a:lnTo>
                    <a:pt x="644448" y="61048"/>
                  </a:lnTo>
                  <a:lnTo>
                    <a:pt x="644448" y="62572"/>
                  </a:lnTo>
                  <a:lnTo>
                    <a:pt x="641400" y="65620"/>
                  </a:lnTo>
                  <a:lnTo>
                    <a:pt x="641400" y="67144"/>
                  </a:lnTo>
                  <a:lnTo>
                    <a:pt x="639876" y="68770"/>
                  </a:lnTo>
                  <a:lnTo>
                    <a:pt x="636828" y="71818"/>
                  </a:lnTo>
                  <a:lnTo>
                    <a:pt x="627684" y="71818"/>
                  </a:lnTo>
                  <a:lnTo>
                    <a:pt x="627684" y="79438"/>
                  </a:lnTo>
                  <a:lnTo>
                    <a:pt x="633780" y="79438"/>
                  </a:lnTo>
                  <a:lnTo>
                    <a:pt x="636828" y="77914"/>
                  </a:lnTo>
                  <a:lnTo>
                    <a:pt x="638352" y="77914"/>
                  </a:lnTo>
                  <a:lnTo>
                    <a:pt x="641400" y="76390"/>
                  </a:lnTo>
                  <a:lnTo>
                    <a:pt x="642924" y="74866"/>
                  </a:lnTo>
                  <a:lnTo>
                    <a:pt x="645972" y="73342"/>
                  </a:lnTo>
                  <a:lnTo>
                    <a:pt x="647496" y="71818"/>
                  </a:lnTo>
                  <a:lnTo>
                    <a:pt x="649020" y="68770"/>
                  </a:lnTo>
                  <a:lnTo>
                    <a:pt x="650544" y="67144"/>
                  </a:lnTo>
                  <a:lnTo>
                    <a:pt x="652068" y="64096"/>
                  </a:lnTo>
                  <a:lnTo>
                    <a:pt x="653694" y="59524"/>
                  </a:lnTo>
                  <a:lnTo>
                    <a:pt x="655218" y="56476"/>
                  </a:lnTo>
                  <a:lnTo>
                    <a:pt x="656386" y="53428"/>
                  </a:lnTo>
                  <a:lnTo>
                    <a:pt x="670458" y="16852"/>
                  </a:lnTo>
                  <a:close/>
                </a:path>
                <a:path w="1152525" h="80010">
                  <a:moveTo>
                    <a:pt x="703986" y="50380"/>
                  </a:moveTo>
                  <a:lnTo>
                    <a:pt x="702462" y="50380"/>
                  </a:lnTo>
                  <a:lnTo>
                    <a:pt x="700938" y="48856"/>
                  </a:lnTo>
                  <a:lnTo>
                    <a:pt x="694842" y="48856"/>
                  </a:lnTo>
                  <a:lnTo>
                    <a:pt x="691794" y="51904"/>
                  </a:lnTo>
                  <a:lnTo>
                    <a:pt x="691794" y="58000"/>
                  </a:lnTo>
                  <a:lnTo>
                    <a:pt x="694842" y="61048"/>
                  </a:lnTo>
                  <a:lnTo>
                    <a:pt x="700938" y="61048"/>
                  </a:lnTo>
                  <a:lnTo>
                    <a:pt x="702462" y="59524"/>
                  </a:lnTo>
                  <a:lnTo>
                    <a:pt x="703986" y="59524"/>
                  </a:lnTo>
                  <a:lnTo>
                    <a:pt x="703986" y="50380"/>
                  </a:lnTo>
                  <a:close/>
                </a:path>
                <a:path w="1152525" h="80010">
                  <a:moveTo>
                    <a:pt x="703986" y="18376"/>
                  </a:moveTo>
                  <a:lnTo>
                    <a:pt x="702462" y="18376"/>
                  </a:lnTo>
                  <a:lnTo>
                    <a:pt x="700938" y="16852"/>
                  </a:lnTo>
                  <a:lnTo>
                    <a:pt x="694842" y="16852"/>
                  </a:lnTo>
                  <a:lnTo>
                    <a:pt x="691794" y="19900"/>
                  </a:lnTo>
                  <a:lnTo>
                    <a:pt x="691794" y="25996"/>
                  </a:lnTo>
                  <a:lnTo>
                    <a:pt x="693318" y="27520"/>
                  </a:lnTo>
                  <a:lnTo>
                    <a:pt x="693318" y="29044"/>
                  </a:lnTo>
                  <a:lnTo>
                    <a:pt x="702462" y="29044"/>
                  </a:lnTo>
                  <a:lnTo>
                    <a:pt x="702462" y="27520"/>
                  </a:lnTo>
                  <a:lnTo>
                    <a:pt x="703986" y="27520"/>
                  </a:lnTo>
                  <a:lnTo>
                    <a:pt x="703986" y="18376"/>
                  </a:lnTo>
                  <a:close/>
                </a:path>
                <a:path w="1152525" h="80010">
                  <a:moveTo>
                    <a:pt x="817054" y="27520"/>
                  </a:moveTo>
                  <a:lnTo>
                    <a:pt x="815530" y="22948"/>
                  </a:lnTo>
                  <a:lnTo>
                    <a:pt x="815530" y="19900"/>
                  </a:lnTo>
                  <a:lnTo>
                    <a:pt x="814006" y="15328"/>
                  </a:lnTo>
                  <a:lnTo>
                    <a:pt x="812380" y="12280"/>
                  </a:lnTo>
                  <a:lnTo>
                    <a:pt x="810856" y="10756"/>
                  </a:lnTo>
                  <a:lnTo>
                    <a:pt x="810094" y="9232"/>
                  </a:lnTo>
                  <a:lnTo>
                    <a:pt x="809332" y="7708"/>
                  </a:lnTo>
                  <a:lnTo>
                    <a:pt x="809332" y="29044"/>
                  </a:lnTo>
                  <a:lnTo>
                    <a:pt x="809332" y="36664"/>
                  </a:lnTo>
                  <a:lnTo>
                    <a:pt x="807808" y="39712"/>
                  </a:lnTo>
                  <a:lnTo>
                    <a:pt x="807808" y="45808"/>
                  </a:lnTo>
                  <a:lnTo>
                    <a:pt x="804760" y="48856"/>
                  </a:lnTo>
                  <a:lnTo>
                    <a:pt x="804760" y="51904"/>
                  </a:lnTo>
                  <a:lnTo>
                    <a:pt x="803236" y="53428"/>
                  </a:lnTo>
                  <a:lnTo>
                    <a:pt x="801712" y="53428"/>
                  </a:lnTo>
                  <a:lnTo>
                    <a:pt x="800188" y="54952"/>
                  </a:lnTo>
                  <a:lnTo>
                    <a:pt x="791044" y="54952"/>
                  </a:lnTo>
                  <a:lnTo>
                    <a:pt x="791044" y="53428"/>
                  </a:lnTo>
                  <a:lnTo>
                    <a:pt x="789520" y="53428"/>
                  </a:lnTo>
                  <a:lnTo>
                    <a:pt x="786472" y="50380"/>
                  </a:lnTo>
                  <a:lnTo>
                    <a:pt x="786472" y="48856"/>
                  </a:lnTo>
                  <a:lnTo>
                    <a:pt x="784948" y="47332"/>
                  </a:lnTo>
                  <a:lnTo>
                    <a:pt x="784948" y="44284"/>
                  </a:lnTo>
                  <a:lnTo>
                    <a:pt x="793267" y="38188"/>
                  </a:lnTo>
                  <a:lnTo>
                    <a:pt x="807808" y="27520"/>
                  </a:lnTo>
                  <a:lnTo>
                    <a:pt x="809332" y="29044"/>
                  </a:lnTo>
                  <a:lnTo>
                    <a:pt x="809332" y="7708"/>
                  </a:lnTo>
                  <a:lnTo>
                    <a:pt x="806284" y="6184"/>
                  </a:lnTo>
                  <a:lnTo>
                    <a:pt x="806284" y="16852"/>
                  </a:lnTo>
                  <a:lnTo>
                    <a:pt x="806284" y="19900"/>
                  </a:lnTo>
                  <a:lnTo>
                    <a:pt x="783424" y="38188"/>
                  </a:lnTo>
                  <a:lnTo>
                    <a:pt x="783424" y="22948"/>
                  </a:lnTo>
                  <a:lnTo>
                    <a:pt x="784948" y="19900"/>
                  </a:lnTo>
                  <a:lnTo>
                    <a:pt x="784948" y="16852"/>
                  </a:lnTo>
                  <a:lnTo>
                    <a:pt x="791044" y="10756"/>
                  </a:lnTo>
                  <a:lnTo>
                    <a:pt x="792568" y="10756"/>
                  </a:lnTo>
                  <a:lnTo>
                    <a:pt x="794092" y="9232"/>
                  </a:lnTo>
                  <a:lnTo>
                    <a:pt x="797140" y="9232"/>
                  </a:lnTo>
                  <a:lnTo>
                    <a:pt x="798664" y="10756"/>
                  </a:lnTo>
                  <a:lnTo>
                    <a:pt x="801712" y="10756"/>
                  </a:lnTo>
                  <a:lnTo>
                    <a:pt x="801712" y="12280"/>
                  </a:lnTo>
                  <a:lnTo>
                    <a:pt x="803236" y="12280"/>
                  </a:lnTo>
                  <a:lnTo>
                    <a:pt x="803236" y="13804"/>
                  </a:lnTo>
                  <a:lnTo>
                    <a:pt x="804760" y="13804"/>
                  </a:lnTo>
                  <a:lnTo>
                    <a:pt x="804760" y="15328"/>
                  </a:lnTo>
                  <a:lnTo>
                    <a:pt x="806284" y="16852"/>
                  </a:lnTo>
                  <a:lnTo>
                    <a:pt x="806284" y="6184"/>
                  </a:lnTo>
                  <a:lnTo>
                    <a:pt x="804760" y="4660"/>
                  </a:lnTo>
                  <a:lnTo>
                    <a:pt x="801712" y="3136"/>
                  </a:lnTo>
                  <a:lnTo>
                    <a:pt x="792568" y="3136"/>
                  </a:lnTo>
                  <a:lnTo>
                    <a:pt x="789520" y="4660"/>
                  </a:lnTo>
                  <a:lnTo>
                    <a:pt x="786472" y="4660"/>
                  </a:lnTo>
                  <a:lnTo>
                    <a:pt x="780376" y="10756"/>
                  </a:lnTo>
                  <a:lnTo>
                    <a:pt x="775804" y="19900"/>
                  </a:lnTo>
                  <a:lnTo>
                    <a:pt x="775804" y="41236"/>
                  </a:lnTo>
                  <a:lnTo>
                    <a:pt x="777328" y="45808"/>
                  </a:lnTo>
                  <a:lnTo>
                    <a:pt x="777328" y="48856"/>
                  </a:lnTo>
                  <a:lnTo>
                    <a:pt x="780376" y="54952"/>
                  </a:lnTo>
                  <a:lnTo>
                    <a:pt x="781900" y="56476"/>
                  </a:lnTo>
                  <a:lnTo>
                    <a:pt x="784948" y="58000"/>
                  </a:lnTo>
                  <a:lnTo>
                    <a:pt x="786472" y="59524"/>
                  </a:lnTo>
                  <a:lnTo>
                    <a:pt x="789520" y="61048"/>
                  </a:lnTo>
                  <a:lnTo>
                    <a:pt x="801712" y="61048"/>
                  </a:lnTo>
                  <a:lnTo>
                    <a:pt x="807808" y="58000"/>
                  </a:lnTo>
                  <a:lnTo>
                    <a:pt x="809332" y="56476"/>
                  </a:lnTo>
                  <a:lnTo>
                    <a:pt x="810094" y="54952"/>
                  </a:lnTo>
                  <a:lnTo>
                    <a:pt x="812380" y="50380"/>
                  </a:lnTo>
                  <a:lnTo>
                    <a:pt x="814006" y="47332"/>
                  </a:lnTo>
                  <a:lnTo>
                    <a:pt x="815530" y="44284"/>
                  </a:lnTo>
                  <a:lnTo>
                    <a:pt x="815530" y="41236"/>
                  </a:lnTo>
                  <a:lnTo>
                    <a:pt x="817054" y="36664"/>
                  </a:lnTo>
                  <a:lnTo>
                    <a:pt x="817054" y="27520"/>
                  </a:lnTo>
                  <a:close/>
                </a:path>
                <a:path w="1152525" h="80010">
                  <a:moveTo>
                    <a:pt x="852195" y="51993"/>
                  </a:moveTo>
                  <a:lnTo>
                    <a:pt x="850671" y="51993"/>
                  </a:lnTo>
                  <a:lnTo>
                    <a:pt x="850671" y="50469"/>
                  </a:lnTo>
                  <a:lnTo>
                    <a:pt x="847534" y="47332"/>
                  </a:lnTo>
                  <a:lnTo>
                    <a:pt x="841438" y="47332"/>
                  </a:lnTo>
                  <a:lnTo>
                    <a:pt x="839914" y="48945"/>
                  </a:lnTo>
                  <a:lnTo>
                    <a:pt x="838390" y="50469"/>
                  </a:lnTo>
                  <a:lnTo>
                    <a:pt x="838390" y="51993"/>
                  </a:lnTo>
                  <a:lnTo>
                    <a:pt x="836866" y="51993"/>
                  </a:lnTo>
                  <a:lnTo>
                    <a:pt x="836866" y="56565"/>
                  </a:lnTo>
                  <a:lnTo>
                    <a:pt x="838390" y="56565"/>
                  </a:lnTo>
                  <a:lnTo>
                    <a:pt x="838390" y="59613"/>
                  </a:lnTo>
                  <a:lnTo>
                    <a:pt x="839914" y="59613"/>
                  </a:lnTo>
                  <a:lnTo>
                    <a:pt x="841438" y="61137"/>
                  </a:lnTo>
                  <a:lnTo>
                    <a:pt x="847534" y="61137"/>
                  </a:lnTo>
                  <a:lnTo>
                    <a:pt x="849147" y="59613"/>
                  </a:lnTo>
                  <a:lnTo>
                    <a:pt x="850671" y="59613"/>
                  </a:lnTo>
                  <a:lnTo>
                    <a:pt x="850671" y="56565"/>
                  </a:lnTo>
                  <a:lnTo>
                    <a:pt x="852195" y="56565"/>
                  </a:lnTo>
                  <a:lnTo>
                    <a:pt x="852195" y="51993"/>
                  </a:lnTo>
                  <a:close/>
                </a:path>
                <a:path w="1152525" h="80010">
                  <a:moveTo>
                    <a:pt x="913155" y="24472"/>
                  </a:moveTo>
                  <a:lnTo>
                    <a:pt x="911631" y="19900"/>
                  </a:lnTo>
                  <a:lnTo>
                    <a:pt x="911631" y="16852"/>
                  </a:lnTo>
                  <a:lnTo>
                    <a:pt x="908583" y="10756"/>
                  </a:lnTo>
                  <a:lnTo>
                    <a:pt x="907059" y="9232"/>
                  </a:lnTo>
                  <a:lnTo>
                    <a:pt x="905535" y="7708"/>
                  </a:lnTo>
                  <a:lnTo>
                    <a:pt x="905535" y="25996"/>
                  </a:lnTo>
                  <a:lnTo>
                    <a:pt x="905535" y="29044"/>
                  </a:lnTo>
                  <a:lnTo>
                    <a:pt x="904011" y="29044"/>
                  </a:lnTo>
                  <a:lnTo>
                    <a:pt x="902487" y="30568"/>
                  </a:lnTo>
                  <a:lnTo>
                    <a:pt x="900963" y="30568"/>
                  </a:lnTo>
                  <a:lnTo>
                    <a:pt x="899439" y="32092"/>
                  </a:lnTo>
                  <a:lnTo>
                    <a:pt x="894867" y="32092"/>
                  </a:lnTo>
                  <a:lnTo>
                    <a:pt x="893343" y="33616"/>
                  </a:lnTo>
                  <a:lnTo>
                    <a:pt x="890295" y="33616"/>
                  </a:lnTo>
                  <a:lnTo>
                    <a:pt x="888771" y="32092"/>
                  </a:lnTo>
                  <a:lnTo>
                    <a:pt x="885723" y="32092"/>
                  </a:lnTo>
                  <a:lnTo>
                    <a:pt x="882675" y="29044"/>
                  </a:lnTo>
                  <a:lnTo>
                    <a:pt x="882675" y="25996"/>
                  </a:lnTo>
                  <a:lnTo>
                    <a:pt x="881151" y="24472"/>
                  </a:lnTo>
                  <a:lnTo>
                    <a:pt x="881151" y="18376"/>
                  </a:lnTo>
                  <a:lnTo>
                    <a:pt x="882675" y="16852"/>
                  </a:lnTo>
                  <a:lnTo>
                    <a:pt x="882675" y="15328"/>
                  </a:lnTo>
                  <a:lnTo>
                    <a:pt x="884199" y="13804"/>
                  </a:lnTo>
                  <a:lnTo>
                    <a:pt x="884199" y="12280"/>
                  </a:lnTo>
                  <a:lnTo>
                    <a:pt x="885723" y="12280"/>
                  </a:lnTo>
                  <a:lnTo>
                    <a:pt x="887247" y="10756"/>
                  </a:lnTo>
                  <a:lnTo>
                    <a:pt x="888771" y="10756"/>
                  </a:lnTo>
                  <a:lnTo>
                    <a:pt x="890295" y="9232"/>
                  </a:lnTo>
                  <a:lnTo>
                    <a:pt x="896391" y="9232"/>
                  </a:lnTo>
                  <a:lnTo>
                    <a:pt x="897915" y="10756"/>
                  </a:lnTo>
                  <a:lnTo>
                    <a:pt x="899439" y="10756"/>
                  </a:lnTo>
                  <a:lnTo>
                    <a:pt x="900963" y="12280"/>
                  </a:lnTo>
                  <a:lnTo>
                    <a:pt x="900963" y="13804"/>
                  </a:lnTo>
                  <a:lnTo>
                    <a:pt x="904011" y="16852"/>
                  </a:lnTo>
                  <a:lnTo>
                    <a:pt x="904011" y="22948"/>
                  </a:lnTo>
                  <a:lnTo>
                    <a:pt x="905535" y="25996"/>
                  </a:lnTo>
                  <a:lnTo>
                    <a:pt x="905535" y="7708"/>
                  </a:lnTo>
                  <a:lnTo>
                    <a:pt x="904011" y="6184"/>
                  </a:lnTo>
                  <a:lnTo>
                    <a:pt x="897915" y="3136"/>
                  </a:lnTo>
                  <a:lnTo>
                    <a:pt x="887247" y="3136"/>
                  </a:lnTo>
                  <a:lnTo>
                    <a:pt x="885723" y="4660"/>
                  </a:lnTo>
                  <a:lnTo>
                    <a:pt x="882675" y="6184"/>
                  </a:lnTo>
                  <a:lnTo>
                    <a:pt x="879627" y="9232"/>
                  </a:lnTo>
                  <a:lnTo>
                    <a:pt x="876579" y="10756"/>
                  </a:lnTo>
                  <a:lnTo>
                    <a:pt x="876579" y="12280"/>
                  </a:lnTo>
                  <a:lnTo>
                    <a:pt x="875055" y="15328"/>
                  </a:lnTo>
                  <a:lnTo>
                    <a:pt x="873531" y="16852"/>
                  </a:lnTo>
                  <a:lnTo>
                    <a:pt x="873531" y="27520"/>
                  </a:lnTo>
                  <a:lnTo>
                    <a:pt x="875055" y="29044"/>
                  </a:lnTo>
                  <a:lnTo>
                    <a:pt x="875055" y="30568"/>
                  </a:lnTo>
                  <a:lnTo>
                    <a:pt x="882675" y="38188"/>
                  </a:lnTo>
                  <a:lnTo>
                    <a:pt x="885723" y="38188"/>
                  </a:lnTo>
                  <a:lnTo>
                    <a:pt x="887247" y="39712"/>
                  </a:lnTo>
                  <a:lnTo>
                    <a:pt x="893343" y="39712"/>
                  </a:lnTo>
                  <a:lnTo>
                    <a:pt x="896391" y="38188"/>
                  </a:lnTo>
                  <a:lnTo>
                    <a:pt x="897915" y="38188"/>
                  </a:lnTo>
                  <a:lnTo>
                    <a:pt x="900963" y="36664"/>
                  </a:lnTo>
                  <a:lnTo>
                    <a:pt x="902487" y="36664"/>
                  </a:lnTo>
                  <a:lnTo>
                    <a:pt x="905535" y="35140"/>
                  </a:lnTo>
                  <a:lnTo>
                    <a:pt x="904011" y="36664"/>
                  </a:lnTo>
                  <a:lnTo>
                    <a:pt x="904011" y="42760"/>
                  </a:lnTo>
                  <a:lnTo>
                    <a:pt x="902487" y="44284"/>
                  </a:lnTo>
                  <a:lnTo>
                    <a:pt x="902487" y="45808"/>
                  </a:lnTo>
                  <a:lnTo>
                    <a:pt x="900963" y="48856"/>
                  </a:lnTo>
                  <a:lnTo>
                    <a:pt x="899439" y="50380"/>
                  </a:lnTo>
                  <a:lnTo>
                    <a:pt x="896391" y="51904"/>
                  </a:lnTo>
                  <a:lnTo>
                    <a:pt x="894867" y="51904"/>
                  </a:lnTo>
                  <a:lnTo>
                    <a:pt x="891819" y="53428"/>
                  </a:lnTo>
                  <a:lnTo>
                    <a:pt x="888771" y="53428"/>
                  </a:lnTo>
                  <a:lnTo>
                    <a:pt x="885723" y="54952"/>
                  </a:lnTo>
                  <a:lnTo>
                    <a:pt x="876579" y="54952"/>
                  </a:lnTo>
                  <a:lnTo>
                    <a:pt x="876579" y="61048"/>
                  </a:lnTo>
                  <a:lnTo>
                    <a:pt x="887247" y="61048"/>
                  </a:lnTo>
                  <a:lnTo>
                    <a:pt x="891819" y="59524"/>
                  </a:lnTo>
                  <a:lnTo>
                    <a:pt x="894867" y="59524"/>
                  </a:lnTo>
                  <a:lnTo>
                    <a:pt x="899439" y="58000"/>
                  </a:lnTo>
                  <a:lnTo>
                    <a:pt x="902487" y="56476"/>
                  </a:lnTo>
                  <a:lnTo>
                    <a:pt x="904011" y="53428"/>
                  </a:lnTo>
                  <a:lnTo>
                    <a:pt x="907059" y="50380"/>
                  </a:lnTo>
                  <a:lnTo>
                    <a:pt x="908583" y="47332"/>
                  </a:lnTo>
                  <a:lnTo>
                    <a:pt x="910107" y="42760"/>
                  </a:lnTo>
                  <a:lnTo>
                    <a:pt x="911631" y="39712"/>
                  </a:lnTo>
                  <a:lnTo>
                    <a:pt x="913155" y="35140"/>
                  </a:lnTo>
                  <a:lnTo>
                    <a:pt x="913155" y="33616"/>
                  </a:lnTo>
                  <a:lnTo>
                    <a:pt x="913155" y="24472"/>
                  </a:lnTo>
                  <a:close/>
                </a:path>
                <a:path w="1152525" h="80010">
                  <a:moveTo>
                    <a:pt x="960501" y="36664"/>
                  </a:moveTo>
                  <a:lnTo>
                    <a:pt x="958977" y="35140"/>
                  </a:lnTo>
                  <a:lnTo>
                    <a:pt x="957453" y="32092"/>
                  </a:lnTo>
                  <a:lnTo>
                    <a:pt x="955929" y="30568"/>
                  </a:lnTo>
                  <a:lnTo>
                    <a:pt x="954405" y="30568"/>
                  </a:lnTo>
                  <a:lnTo>
                    <a:pt x="951357" y="29044"/>
                  </a:lnTo>
                  <a:lnTo>
                    <a:pt x="949833" y="27520"/>
                  </a:lnTo>
                  <a:lnTo>
                    <a:pt x="943737" y="27520"/>
                  </a:lnTo>
                  <a:lnTo>
                    <a:pt x="942213" y="25996"/>
                  </a:lnTo>
                  <a:lnTo>
                    <a:pt x="934593" y="25996"/>
                  </a:lnTo>
                  <a:lnTo>
                    <a:pt x="934593" y="10756"/>
                  </a:lnTo>
                  <a:lnTo>
                    <a:pt x="957453" y="10756"/>
                  </a:lnTo>
                  <a:lnTo>
                    <a:pt x="957453" y="4660"/>
                  </a:lnTo>
                  <a:lnTo>
                    <a:pt x="926973" y="4660"/>
                  </a:lnTo>
                  <a:lnTo>
                    <a:pt x="926973" y="33616"/>
                  </a:lnTo>
                  <a:lnTo>
                    <a:pt x="945261" y="33616"/>
                  </a:lnTo>
                  <a:lnTo>
                    <a:pt x="951357" y="36664"/>
                  </a:lnTo>
                  <a:lnTo>
                    <a:pt x="952881" y="39712"/>
                  </a:lnTo>
                  <a:lnTo>
                    <a:pt x="952881" y="44284"/>
                  </a:lnTo>
                  <a:lnTo>
                    <a:pt x="951357" y="47332"/>
                  </a:lnTo>
                  <a:lnTo>
                    <a:pt x="951357" y="48856"/>
                  </a:lnTo>
                  <a:lnTo>
                    <a:pt x="949833" y="48856"/>
                  </a:lnTo>
                  <a:lnTo>
                    <a:pt x="949833" y="50380"/>
                  </a:lnTo>
                  <a:lnTo>
                    <a:pt x="946785" y="53428"/>
                  </a:lnTo>
                  <a:lnTo>
                    <a:pt x="945261" y="53428"/>
                  </a:lnTo>
                  <a:lnTo>
                    <a:pt x="943737" y="54952"/>
                  </a:lnTo>
                  <a:lnTo>
                    <a:pt x="926973" y="54952"/>
                  </a:lnTo>
                  <a:lnTo>
                    <a:pt x="925449" y="53428"/>
                  </a:lnTo>
                  <a:lnTo>
                    <a:pt x="925449" y="61048"/>
                  </a:lnTo>
                  <a:lnTo>
                    <a:pt x="943737" y="61048"/>
                  </a:lnTo>
                  <a:lnTo>
                    <a:pt x="946785" y="59524"/>
                  </a:lnTo>
                  <a:lnTo>
                    <a:pt x="948309" y="59524"/>
                  </a:lnTo>
                  <a:lnTo>
                    <a:pt x="951357" y="58000"/>
                  </a:lnTo>
                  <a:lnTo>
                    <a:pt x="952881" y="56476"/>
                  </a:lnTo>
                  <a:lnTo>
                    <a:pt x="955929" y="54952"/>
                  </a:lnTo>
                  <a:lnTo>
                    <a:pt x="957453" y="51904"/>
                  </a:lnTo>
                  <a:lnTo>
                    <a:pt x="958977" y="50380"/>
                  </a:lnTo>
                  <a:lnTo>
                    <a:pt x="960501" y="47332"/>
                  </a:lnTo>
                  <a:lnTo>
                    <a:pt x="960501" y="42760"/>
                  </a:lnTo>
                  <a:lnTo>
                    <a:pt x="960501" y="36664"/>
                  </a:lnTo>
                  <a:close/>
                </a:path>
                <a:path w="1152525" h="80010">
                  <a:moveTo>
                    <a:pt x="1009357" y="38188"/>
                  </a:moveTo>
                  <a:lnTo>
                    <a:pt x="1003261" y="32092"/>
                  </a:lnTo>
                  <a:lnTo>
                    <a:pt x="1000213" y="32092"/>
                  </a:lnTo>
                  <a:lnTo>
                    <a:pt x="998689" y="30568"/>
                  </a:lnTo>
                  <a:lnTo>
                    <a:pt x="997165" y="30568"/>
                  </a:lnTo>
                  <a:lnTo>
                    <a:pt x="1003261" y="27520"/>
                  </a:lnTo>
                  <a:lnTo>
                    <a:pt x="1004785" y="25996"/>
                  </a:lnTo>
                  <a:lnTo>
                    <a:pt x="1006309" y="22948"/>
                  </a:lnTo>
                  <a:lnTo>
                    <a:pt x="1006309" y="10756"/>
                  </a:lnTo>
                  <a:lnTo>
                    <a:pt x="1004785" y="9232"/>
                  </a:lnTo>
                  <a:lnTo>
                    <a:pt x="1003261" y="7708"/>
                  </a:lnTo>
                  <a:lnTo>
                    <a:pt x="1001737" y="7708"/>
                  </a:lnTo>
                  <a:lnTo>
                    <a:pt x="998689" y="4660"/>
                  </a:lnTo>
                  <a:lnTo>
                    <a:pt x="997165" y="4660"/>
                  </a:lnTo>
                  <a:lnTo>
                    <a:pt x="994117" y="3136"/>
                  </a:lnTo>
                  <a:lnTo>
                    <a:pt x="981925" y="3136"/>
                  </a:lnTo>
                  <a:lnTo>
                    <a:pt x="980401" y="4660"/>
                  </a:lnTo>
                  <a:lnTo>
                    <a:pt x="977353" y="4660"/>
                  </a:lnTo>
                  <a:lnTo>
                    <a:pt x="975829" y="6184"/>
                  </a:lnTo>
                  <a:lnTo>
                    <a:pt x="975829" y="12280"/>
                  </a:lnTo>
                  <a:lnTo>
                    <a:pt x="977353" y="10756"/>
                  </a:lnTo>
                  <a:lnTo>
                    <a:pt x="983449" y="10756"/>
                  </a:lnTo>
                  <a:lnTo>
                    <a:pt x="986497" y="9232"/>
                  </a:lnTo>
                  <a:lnTo>
                    <a:pt x="991069" y="9232"/>
                  </a:lnTo>
                  <a:lnTo>
                    <a:pt x="994117" y="10756"/>
                  </a:lnTo>
                  <a:lnTo>
                    <a:pt x="995641" y="12280"/>
                  </a:lnTo>
                  <a:lnTo>
                    <a:pt x="998689" y="13804"/>
                  </a:lnTo>
                  <a:lnTo>
                    <a:pt x="998689" y="22948"/>
                  </a:lnTo>
                  <a:lnTo>
                    <a:pt x="994117" y="27520"/>
                  </a:lnTo>
                  <a:lnTo>
                    <a:pt x="991069" y="27520"/>
                  </a:lnTo>
                  <a:lnTo>
                    <a:pt x="989545" y="29044"/>
                  </a:lnTo>
                  <a:lnTo>
                    <a:pt x="980401" y="29044"/>
                  </a:lnTo>
                  <a:lnTo>
                    <a:pt x="980401" y="35140"/>
                  </a:lnTo>
                  <a:lnTo>
                    <a:pt x="995641" y="35140"/>
                  </a:lnTo>
                  <a:lnTo>
                    <a:pt x="998689" y="38188"/>
                  </a:lnTo>
                  <a:lnTo>
                    <a:pt x="1000213" y="38188"/>
                  </a:lnTo>
                  <a:lnTo>
                    <a:pt x="1000213" y="39712"/>
                  </a:lnTo>
                  <a:lnTo>
                    <a:pt x="1001737" y="41236"/>
                  </a:lnTo>
                  <a:lnTo>
                    <a:pt x="1001737" y="47332"/>
                  </a:lnTo>
                  <a:lnTo>
                    <a:pt x="1000213" y="48856"/>
                  </a:lnTo>
                  <a:lnTo>
                    <a:pt x="1000213" y="50380"/>
                  </a:lnTo>
                  <a:lnTo>
                    <a:pt x="998689" y="50380"/>
                  </a:lnTo>
                  <a:lnTo>
                    <a:pt x="998689" y="51904"/>
                  </a:lnTo>
                  <a:lnTo>
                    <a:pt x="997165" y="53428"/>
                  </a:lnTo>
                  <a:lnTo>
                    <a:pt x="995641" y="53428"/>
                  </a:lnTo>
                  <a:lnTo>
                    <a:pt x="992593" y="54952"/>
                  </a:lnTo>
                  <a:lnTo>
                    <a:pt x="975829" y="54952"/>
                  </a:lnTo>
                  <a:lnTo>
                    <a:pt x="974305" y="53428"/>
                  </a:lnTo>
                  <a:lnTo>
                    <a:pt x="974305" y="61048"/>
                  </a:lnTo>
                  <a:lnTo>
                    <a:pt x="992593" y="61048"/>
                  </a:lnTo>
                  <a:lnTo>
                    <a:pt x="995641" y="59524"/>
                  </a:lnTo>
                  <a:lnTo>
                    <a:pt x="998689" y="59524"/>
                  </a:lnTo>
                  <a:lnTo>
                    <a:pt x="1001737" y="58000"/>
                  </a:lnTo>
                  <a:lnTo>
                    <a:pt x="1003261" y="56476"/>
                  </a:lnTo>
                  <a:lnTo>
                    <a:pt x="1006309" y="54952"/>
                  </a:lnTo>
                  <a:lnTo>
                    <a:pt x="1007833" y="53428"/>
                  </a:lnTo>
                  <a:lnTo>
                    <a:pt x="1007833" y="50380"/>
                  </a:lnTo>
                  <a:lnTo>
                    <a:pt x="1009357" y="48856"/>
                  </a:lnTo>
                  <a:lnTo>
                    <a:pt x="1009357" y="38188"/>
                  </a:lnTo>
                  <a:close/>
                </a:path>
                <a:path w="1152525" h="80010">
                  <a:moveTo>
                    <a:pt x="1059738" y="53428"/>
                  </a:moveTo>
                  <a:lnTo>
                    <a:pt x="1032306" y="53428"/>
                  </a:lnTo>
                  <a:lnTo>
                    <a:pt x="1042974" y="44284"/>
                  </a:lnTo>
                  <a:lnTo>
                    <a:pt x="1044498" y="41236"/>
                  </a:lnTo>
                  <a:lnTo>
                    <a:pt x="1047546" y="39712"/>
                  </a:lnTo>
                  <a:lnTo>
                    <a:pt x="1049070" y="36664"/>
                  </a:lnTo>
                  <a:lnTo>
                    <a:pt x="1053642" y="32092"/>
                  </a:lnTo>
                  <a:lnTo>
                    <a:pt x="1053642" y="29044"/>
                  </a:lnTo>
                  <a:lnTo>
                    <a:pt x="1055166" y="27520"/>
                  </a:lnTo>
                  <a:lnTo>
                    <a:pt x="1055166" y="25996"/>
                  </a:lnTo>
                  <a:lnTo>
                    <a:pt x="1056690" y="24472"/>
                  </a:lnTo>
                  <a:lnTo>
                    <a:pt x="1056690" y="15328"/>
                  </a:lnTo>
                  <a:lnTo>
                    <a:pt x="1055166" y="12280"/>
                  </a:lnTo>
                  <a:lnTo>
                    <a:pt x="1055166" y="10756"/>
                  </a:lnTo>
                  <a:lnTo>
                    <a:pt x="1049070" y="4660"/>
                  </a:lnTo>
                  <a:lnTo>
                    <a:pt x="1046022" y="4660"/>
                  </a:lnTo>
                  <a:lnTo>
                    <a:pt x="1044498" y="3136"/>
                  </a:lnTo>
                  <a:lnTo>
                    <a:pt x="1035354" y="3136"/>
                  </a:lnTo>
                  <a:lnTo>
                    <a:pt x="1032306" y="4660"/>
                  </a:lnTo>
                  <a:lnTo>
                    <a:pt x="1029258" y="4660"/>
                  </a:lnTo>
                  <a:lnTo>
                    <a:pt x="1023073" y="10756"/>
                  </a:lnTo>
                  <a:lnTo>
                    <a:pt x="1026210" y="15328"/>
                  </a:lnTo>
                  <a:lnTo>
                    <a:pt x="1027734" y="13804"/>
                  </a:lnTo>
                  <a:lnTo>
                    <a:pt x="1030782" y="12280"/>
                  </a:lnTo>
                  <a:lnTo>
                    <a:pt x="1032306" y="12280"/>
                  </a:lnTo>
                  <a:lnTo>
                    <a:pt x="1033830" y="10756"/>
                  </a:lnTo>
                  <a:lnTo>
                    <a:pt x="1036878" y="9232"/>
                  </a:lnTo>
                  <a:lnTo>
                    <a:pt x="1039926" y="9232"/>
                  </a:lnTo>
                  <a:lnTo>
                    <a:pt x="1041450" y="10756"/>
                  </a:lnTo>
                  <a:lnTo>
                    <a:pt x="1044498" y="10756"/>
                  </a:lnTo>
                  <a:lnTo>
                    <a:pt x="1046022" y="12280"/>
                  </a:lnTo>
                  <a:lnTo>
                    <a:pt x="1046022" y="13804"/>
                  </a:lnTo>
                  <a:lnTo>
                    <a:pt x="1047546" y="13804"/>
                  </a:lnTo>
                  <a:lnTo>
                    <a:pt x="1047546" y="18376"/>
                  </a:lnTo>
                  <a:lnTo>
                    <a:pt x="1049070" y="18376"/>
                  </a:lnTo>
                  <a:lnTo>
                    <a:pt x="1049070" y="22948"/>
                  </a:lnTo>
                  <a:lnTo>
                    <a:pt x="1047546" y="24472"/>
                  </a:lnTo>
                  <a:lnTo>
                    <a:pt x="1047546" y="27520"/>
                  </a:lnTo>
                  <a:lnTo>
                    <a:pt x="1046022" y="29044"/>
                  </a:lnTo>
                  <a:lnTo>
                    <a:pt x="1046022" y="30568"/>
                  </a:lnTo>
                  <a:lnTo>
                    <a:pt x="1036878" y="39712"/>
                  </a:lnTo>
                  <a:lnTo>
                    <a:pt x="1021549" y="53428"/>
                  </a:lnTo>
                  <a:lnTo>
                    <a:pt x="1021549" y="61048"/>
                  </a:lnTo>
                  <a:lnTo>
                    <a:pt x="1059738" y="61048"/>
                  </a:lnTo>
                  <a:lnTo>
                    <a:pt x="1059738" y="53428"/>
                  </a:lnTo>
                  <a:close/>
                </a:path>
                <a:path w="1152525" h="80010">
                  <a:moveTo>
                    <a:pt x="1152131" y="33324"/>
                  </a:moveTo>
                  <a:lnTo>
                    <a:pt x="1123188" y="33324"/>
                  </a:lnTo>
                  <a:lnTo>
                    <a:pt x="1123188" y="40957"/>
                  </a:lnTo>
                  <a:lnTo>
                    <a:pt x="1152131" y="40957"/>
                  </a:lnTo>
                  <a:lnTo>
                    <a:pt x="1152131" y="3332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5" name="object 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01201" y="2755582"/>
              <a:ext cx="381666" cy="7905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207347" y="2772441"/>
              <a:ext cx="13970" cy="44450"/>
            </a:xfrm>
            <a:custGeom>
              <a:avLst/>
              <a:gdLst/>
              <a:ahLst/>
              <a:cxnLst/>
              <a:rect l="l" t="t" r="r" b="b"/>
              <a:pathLst>
                <a:path w="13970" h="44450">
                  <a:moveTo>
                    <a:pt x="10668" y="1524"/>
                  </a:moveTo>
                  <a:lnTo>
                    <a:pt x="3048" y="1524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0668" y="1524"/>
                  </a:lnTo>
                  <a:close/>
                </a:path>
                <a:path w="13970" h="44450">
                  <a:moveTo>
                    <a:pt x="10668" y="12192"/>
                  </a:moveTo>
                  <a:lnTo>
                    <a:pt x="3048" y="12192"/>
                  </a:lnTo>
                  <a:lnTo>
                    <a:pt x="1524" y="10668"/>
                  </a:lnTo>
                  <a:lnTo>
                    <a:pt x="1524" y="9144"/>
                  </a:lnTo>
                  <a:lnTo>
                    <a:pt x="0" y="7620"/>
                  </a:lnTo>
                  <a:lnTo>
                    <a:pt x="0" y="4572"/>
                  </a:lnTo>
                  <a:lnTo>
                    <a:pt x="1524" y="3048"/>
                  </a:lnTo>
                  <a:lnTo>
                    <a:pt x="1524" y="1524"/>
                  </a:lnTo>
                  <a:lnTo>
                    <a:pt x="12192" y="1524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3716" y="9144"/>
                  </a:lnTo>
                  <a:lnTo>
                    <a:pt x="12192" y="9144"/>
                  </a:lnTo>
                  <a:lnTo>
                    <a:pt x="12192" y="10668"/>
                  </a:lnTo>
                  <a:lnTo>
                    <a:pt x="10668" y="12192"/>
                  </a:lnTo>
                  <a:close/>
                </a:path>
                <a:path w="13970" h="44450">
                  <a:moveTo>
                    <a:pt x="10668" y="33528"/>
                  </a:moveTo>
                  <a:lnTo>
                    <a:pt x="3048" y="33528"/>
                  </a:lnTo>
                  <a:lnTo>
                    <a:pt x="3048" y="32004"/>
                  </a:lnTo>
                  <a:lnTo>
                    <a:pt x="10668" y="32004"/>
                  </a:lnTo>
                  <a:lnTo>
                    <a:pt x="10668" y="33528"/>
                  </a:lnTo>
                  <a:close/>
                </a:path>
                <a:path w="13970" h="44450">
                  <a:moveTo>
                    <a:pt x="12192" y="42672"/>
                  </a:moveTo>
                  <a:lnTo>
                    <a:pt x="1524" y="42672"/>
                  </a:lnTo>
                  <a:lnTo>
                    <a:pt x="1524" y="41148"/>
                  </a:lnTo>
                  <a:lnTo>
                    <a:pt x="0" y="39624"/>
                  </a:lnTo>
                  <a:lnTo>
                    <a:pt x="0" y="36576"/>
                  </a:lnTo>
                  <a:lnTo>
                    <a:pt x="1524" y="35052"/>
                  </a:lnTo>
                  <a:lnTo>
                    <a:pt x="1524" y="33528"/>
                  </a:lnTo>
                  <a:lnTo>
                    <a:pt x="12192" y="33528"/>
                  </a:lnTo>
                  <a:lnTo>
                    <a:pt x="12192" y="35052"/>
                  </a:lnTo>
                  <a:lnTo>
                    <a:pt x="13716" y="35052"/>
                  </a:lnTo>
                  <a:lnTo>
                    <a:pt x="13716" y="41148"/>
                  </a:lnTo>
                  <a:lnTo>
                    <a:pt x="12192" y="41148"/>
                  </a:lnTo>
                  <a:lnTo>
                    <a:pt x="12192" y="42672"/>
                  </a:lnTo>
                  <a:close/>
                </a:path>
                <a:path w="13970" h="44450">
                  <a:moveTo>
                    <a:pt x="10668" y="44196"/>
                  </a:moveTo>
                  <a:lnTo>
                    <a:pt x="3048" y="44196"/>
                  </a:lnTo>
                  <a:lnTo>
                    <a:pt x="3048" y="42672"/>
                  </a:lnTo>
                  <a:lnTo>
                    <a:pt x="10668" y="42672"/>
                  </a:lnTo>
                  <a:lnTo>
                    <a:pt x="10668" y="4419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7" name="object 5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91262" y="2758630"/>
              <a:ext cx="284035" cy="5800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924556" y="2976943"/>
              <a:ext cx="2814955" cy="81280"/>
            </a:xfrm>
            <a:custGeom>
              <a:avLst/>
              <a:gdLst/>
              <a:ahLst/>
              <a:cxnLst/>
              <a:rect l="l" t="t" r="r" b="b"/>
              <a:pathLst>
                <a:path w="2814954" h="81280">
                  <a:moveTo>
                    <a:pt x="27432" y="34493"/>
                  </a:moveTo>
                  <a:lnTo>
                    <a:pt x="0" y="34493"/>
                  </a:lnTo>
                  <a:lnTo>
                    <a:pt x="0" y="42100"/>
                  </a:lnTo>
                  <a:lnTo>
                    <a:pt x="27432" y="42100"/>
                  </a:lnTo>
                  <a:lnTo>
                    <a:pt x="27432" y="34493"/>
                  </a:lnTo>
                  <a:close/>
                </a:path>
                <a:path w="2814954" h="81280">
                  <a:moveTo>
                    <a:pt x="128485" y="26009"/>
                  </a:moveTo>
                  <a:lnTo>
                    <a:pt x="126961" y="24384"/>
                  </a:lnTo>
                  <a:lnTo>
                    <a:pt x="120865" y="18288"/>
                  </a:lnTo>
                  <a:lnTo>
                    <a:pt x="100965" y="18288"/>
                  </a:lnTo>
                  <a:lnTo>
                    <a:pt x="99441" y="19812"/>
                  </a:lnTo>
                  <a:lnTo>
                    <a:pt x="96393" y="19812"/>
                  </a:lnTo>
                  <a:lnTo>
                    <a:pt x="96393" y="27533"/>
                  </a:lnTo>
                  <a:lnTo>
                    <a:pt x="99441" y="26009"/>
                  </a:lnTo>
                  <a:lnTo>
                    <a:pt x="100965" y="26009"/>
                  </a:lnTo>
                  <a:lnTo>
                    <a:pt x="104013" y="24384"/>
                  </a:lnTo>
                  <a:lnTo>
                    <a:pt x="117817" y="24384"/>
                  </a:lnTo>
                  <a:lnTo>
                    <a:pt x="119341" y="26009"/>
                  </a:lnTo>
                  <a:lnTo>
                    <a:pt x="120865" y="27533"/>
                  </a:lnTo>
                  <a:lnTo>
                    <a:pt x="120865" y="36677"/>
                  </a:lnTo>
                  <a:lnTo>
                    <a:pt x="120865" y="42773"/>
                  </a:lnTo>
                  <a:lnTo>
                    <a:pt x="120865" y="50393"/>
                  </a:lnTo>
                  <a:lnTo>
                    <a:pt x="119341" y="51917"/>
                  </a:lnTo>
                  <a:lnTo>
                    <a:pt x="116293" y="53441"/>
                  </a:lnTo>
                  <a:lnTo>
                    <a:pt x="114769" y="54965"/>
                  </a:lnTo>
                  <a:lnTo>
                    <a:pt x="111721" y="56489"/>
                  </a:lnTo>
                  <a:lnTo>
                    <a:pt x="105537" y="56489"/>
                  </a:lnTo>
                  <a:lnTo>
                    <a:pt x="104013" y="54965"/>
                  </a:lnTo>
                  <a:lnTo>
                    <a:pt x="102489" y="54965"/>
                  </a:lnTo>
                  <a:lnTo>
                    <a:pt x="102489" y="53441"/>
                  </a:lnTo>
                  <a:lnTo>
                    <a:pt x="100965" y="53441"/>
                  </a:lnTo>
                  <a:lnTo>
                    <a:pt x="100965" y="47345"/>
                  </a:lnTo>
                  <a:lnTo>
                    <a:pt x="105537" y="42773"/>
                  </a:lnTo>
                  <a:lnTo>
                    <a:pt x="120865" y="42773"/>
                  </a:lnTo>
                  <a:lnTo>
                    <a:pt x="120865" y="36677"/>
                  </a:lnTo>
                  <a:lnTo>
                    <a:pt x="105537" y="36677"/>
                  </a:lnTo>
                  <a:lnTo>
                    <a:pt x="100965" y="38201"/>
                  </a:lnTo>
                  <a:lnTo>
                    <a:pt x="97917" y="39725"/>
                  </a:lnTo>
                  <a:lnTo>
                    <a:pt x="94869" y="42773"/>
                  </a:lnTo>
                  <a:lnTo>
                    <a:pt x="93345" y="45821"/>
                  </a:lnTo>
                  <a:lnTo>
                    <a:pt x="93345" y="54965"/>
                  </a:lnTo>
                  <a:lnTo>
                    <a:pt x="94869" y="56489"/>
                  </a:lnTo>
                  <a:lnTo>
                    <a:pt x="94869" y="58013"/>
                  </a:lnTo>
                  <a:lnTo>
                    <a:pt x="97917" y="61061"/>
                  </a:lnTo>
                  <a:lnTo>
                    <a:pt x="99441" y="61061"/>
                  </a:lnTo>
                  <a:lnTo>
                    <a:pt x="100965" y="62585"/>
                  </a:lnTo>
                  <a:lnTo>
                    <a:pt x="111721" y="62585"/>
                  </a:lnTo>
                  <a:lnTo>
                    <a:pt x="117817" y="59537"/>
                  </a:lnTo>
                  <a:lnTo>
                    <a:pt x="119341" y="58013"/>
                  </a:lnTo>
                  <a:lnTo>
                    <a:pt x="122389" y="56489"/>
                  </a:lnTo>
                  <a:lnTo>
                    <a:pt x="122389" y="62585"/>
                  </a:lnTo>
                  <a:lnTo>
                    <a:pt x="128485" y="62585"/>
                  </a:lnTo>
                  <a:lnTo>
                    <a:pt x="128485" y="42773"/>
                  </a:lnTo>
                  <a:lnTo>
                    <a:pt x="128485" y="26009"/>
                  </a:lnTo>
                  <a:close/>
                </a:path>
                <a:path w="2814954" h="81280">
                  <a:moveTo>
                    <a:pt x="177355" y="19824"/>
                  </a:moveTo>
                  <a:lnTo>
                    <a:pt x="175831" y="19824"/>
                  </a:lnTo>
                  <a:lnTo>
                    <a:pt x="172783" y="18300"/>
                  </a:lnTo>
                  <a:lnTo>
                    <a:pt x="159067" y="18300"/>
                  </a:lnTo>
                  <a:lnTo>
                    <a:pt x="156019" y="19824"/>
                  </a:lnTo>
                  <a:lnTo>
                    <a:pt x="152971" y="19824"/>
                  </a:lnTo>
                  <a:lnTo>
                    <a:pt x="146875" y="25920"/>
                  </a:lnTo>
                  <a:lnTo>
                    <a:pt x="143827" y="32016"/>
                  </a:lnTo>
                  <a:lnTo>
                    <a:pt x="143827" y="33540"/>
                  </a:lnTo>
                  <a:lnTo>
                    <a:pt x="142303" y="36588"/>
                  </a:lnTo>
                  <a:lnTo>
                    <a:pt x="142303" y="47256"/>
                  </a:lnTo>
                  <a:lnTo>
                    <a:pt x="145351" y="53352"/>
                  </a:lnTo>
                  <a:lnTo>
                    <a:pt x="152971" y="60972"/>
                  </a:lnTo>
                  <a:lnTo>
                    <a:pt x="157543" y="62585"/>
                  </a:lnTo>
                  <a:lnTo>
                    <a:pt x="171259" y="62585"/>
                  </a:lnTo>
                  <a:lnTo>
                    <a:pt x="172783" y="60972"/>
                  </a:lnTo>
                  <a:lnTo>
                    <a:pt x="177355" y="60972"/>
                  </a:lnTo>
                  <a:lnTo>
                    <a:pt x="177355" y="53352"/>
                  </a:lnTo>
                  <a:lnTo>
                    <a:pt x="175831" y="54876"/>
                  </a:lnTo>
                  <a:lnTo>
                    <a:pt x="171259" y="54876"/>
                  </a:lnTo>
                  <a:lnTo>
                    <a:pt x="169735" y="56400"/>
                  </a:lnTo>
                  <a:lnTo>
                    <a:pt x="160591" y="56400"/>
                  </a:lnTo>
                  <a:lnTo>
                    <a:pt x="157543" y="54876"/>
                  </a:lnTo>
                  <a:lnTo>
                    <a:pt x="154495" y="51828"/>
                  </a:lnTo>
                  <a:lnTo>
                    <a:pt x="151447" y="50304"/>
                  </a:lnTo>
                  <a:lnTo>
                    <a:pt x="151447" y="33540"/>
                  </a:lnTo>
                  <a:lnTo>
                    <a:pt x="154495" y="30492"/>
                  </a:lnTo>
                  <a:lnTo>
                    <a:pt x="154495" y="28968"/>
                  </a:lnTo>
                  <a:lnTo>
                    <a:pt x="157543" y="25920"/>
                  </a:lnTo>
                  <a:lnTo>
                    <a:pt x="159067" y="25920"/>
                  </a:lnTo>
                  <a:lnTo>
                    <a:pt x="162115" y="24396"/>
                  </a:lnTo>
                  <a:lnTo>
                    <a:pt x="171259" y="24396"/>
                  </a:lnTo>
                  <a:lnTo>
                    <a:pt x="172783" y="25920"/>
                  </a:lnTo>
                  <a:lnTo>
                    <a:pt x="174307" y="25920"/>
                  </a:lnTo>
                  <a:lnTo>
                    <a:pt x="177355" y="27444"/>
                  </a:lnTo>
                  <a:lnTo>
                    <a:pt x="177355" y="19824"/>
                  </a:lnTo>
                  <a:close/>
                </a:path>
                <a:path w="2814954" h="81280">
                  <a:moveTo>
                    <a:pt x="226212" y="19824"/>
                  </a:moveTo>
                  <a:lnTo>
                    <a:pt x="224688" y="19824"/>
                  </a:lnTo>
                  <a:lnTo>
                    <a:pt x="221640" y="18300"/>
                  </a:lnTo>
                  <a:lnTo>
                    <a:pt x="207924" y="18300"/>
                  </a:lnTo>
                  <a:lnTo>
                    <a:pt x="204876" y="19824"/>
                  </a:lnTo>
                  <a:lnTo>
                    <a:pt x="201828" y="19824"/>
                  </a:lnTo>
                  <a:lnTo>
                    <a:pt x="195732" y="25920"/>
                  </a:lnTo>
                  <a:lnTo>
                    <a:pt x="194208" y="28968"/>
                  </a:lnTo>
                  <a:lnTo>
                    <a:pt x="194208" y="32016"/>
                  </a:lnTo>
                  <a:lnTo>
                    <a:pt x="192684" y="33540"/>
                  </a:lnTo>
                  <a:lnTo>
                    <a:pt x="191160" y="36588"/>
                  </a:lnTo>
                  <a:lnTo>
                    <a:pt x="191160" y="47256"/>
                  </a:lnTo>
                  <a:lnTo>
                    <a:pt x="194208" y="53352"/>
                  </a:lnTo>
                  <a:lnTo>
                    <a:pt x="201828" y="60972"/>
                  </a:lnTo>
                  <a:lnTo>
                    <a:pt x="206400" y="62585"/>
                  </a:lnTo>
                  <a:lnTo>
                    <a:pt x="220116" y="62585"/>
                  </a:lnTo>
                  <a:lnTo>
                    <a:pt x="221640" y="60972"/>
                  </a:lnTo>
                  <a:lnTo>
                    <a:pt x="226212" y="60972"/>
                  </a:lnTo>
                  <a:lnTo>
                    <a:pt x="226212" y="53352"/>
                  </a:lnTo>
                  <a:lnTo>
                    <a:pt x="224688" y="54876"/>
                  </a:lnTo>
                  <a:lnTo>
                    <a:pt x="220116" y="54876"/>
                  </a:lnTo>
                  <a:lnTo>
                    <a:pt x="218592" y="56400"/>
                  </a:lnTo>
                  <a:lnTo>
                    <a:pt x="209448" y="56400"/>
                  </a:lnTo>
                  <a:lnTo>
                    <a:pt x="206400" y="54876"/>
                  </a:lnTo>
                  <a:lnTo>
                    <a:pt x="203352" y="51828"/>
                  </a:lnTo>
                  <a:lnTo>
                    <a:pt x="200304" y="50304"/>
                  </a:lnTo>
                  <a:lnTo>
                    <a:pt x="200304" y="33540"/>
                  </a:lnTo>
                  <a:lnTo>
                    <a:pt x="203352" y="30492"/>
                  </a:lnTo>
                  <a:lnTo>
                    <a:pt x="203352" y="28968"/>
                  </a:lnTo>
                  <a:lnTo>
                    <a:pt x="206400" y="25920"/>
                  </a:lnTo>
                  <a:lnTo>
                    <a:pt x="207924" y="25920"/>
                  </a:lnTo>
                  <a:lnTo>
                    <a:pt x="210972" y="24396"/>
                  </a:lnTo>
                  <a:lnTo>
                    <a:pt x="220116" y="24396"/>
                  </a:lnTo>
                  <a:lnTo>
                    <a:pt x="221640" y="25920"/>
                  </a:lnTo>
                  <a:lnTo>
                    <a:pt x="224688" y="25920"/>
                  </a:lnTo>
                  <a:lnTo>
                    <a:pt x="226212" y="27444"/>
                  </a:lnTo>
                  <a:lnTo>
                    <a:pt x="226212" y="19824"/>
                  </a:lnTo>
                  <a:close/>
                </a:path>
                <a:path w="2814954" h="81280">
                  <a:moveTo>
                    <a:pt x="276593" y="18288"/>
                  </a:moveTo>
                  <a:lnTo>
                    <a:pt x="268884" y="18288"/>
                  </a:lnTo>
                  <a:lnTo>
                    <a:pt x="268884" y="48768"/>
                  </a:lnTo>
                  <a:lnTo>
                    <a:pt x="265836" y="51917"/>
                  </a:lnTo>
                  <a:lnTo>
                    <a:pt x="262788" y="54965"/>
                  </a:lnTo>
                  <a:lnTo>
                    <a:pt x="259740" y="54965"/>
                  </a:lnTo>
                  <a:lnTo>
                    <a:pt x="259740" y="56489"/>
                  </a:lnTo>
                  <a:lnTo>
                    <a:pt x="252120" y="56489"/>
                  </a:lnTo>
                  <a:lnTo>
                    <a:pt x="249072" y="53441"/>
                  </a:lnTo>
                  <a:lnTo>
                    <a:pt x="249072" y="18288"/>
                  </a:lnTo>
                  <a:lnTo>
                    <a:pt x="241452" y="18288"/>
                  </a:lnTo>
                  <a:lnTo>
                    <a:pt x="241452" y="51917"/>
                  </a:lnTo>
                  <a:lnTo>
                    <a:pt x="242976" y="56489"/>
                  </a:lnTo>
                  <a:lnTo>
                    <a:pt x="246024" y="58013"/>
                  </a:lnTo>
                  <a:lnTo>
                    <a:pt x="247548" y="61061"/>
                  </a:lnTo>
                  <a:lnTo>
                    <a:pt x="250596" y="62585"/>
                  </a:lnTo>
                  <a:lnTo>
                    <a:pt x="261264" y="62585"/>
                  </a:lnTo>
                  <a:lnTo>
                    <a:pt x="261264" y="61061"/>
                  </a:lnTo>
                  <a:lnTo>
                    <a:pt x="264312" y="61061"/>
                  </a:lnTo>
                  <a:lnTo>
                    <a:pt x="265836" y="59537"/>
                  </a:lnTo>
                  <a:lnTo>
                    <a:pt x="265836" y="58013"/>
                  </a:lnTo>
                  <a:lnTo>
                    <a:pt x="267360" y="58013"/>
                  </a:lnTo>
                  <a:lnTo>
                    <a:pt x="270408" y="54965"/>
                  </a:lnTo>
                  <a:lnTo>
                    <a:pt x="270408" y="62585"/>
                  </a:lnTo>
                  <a:lnTo>
                    <a:pt x="276593" y="62585"/>
                  </a:lnTo>
                  <a:lnTo>
                    <a:pt x="276593" y="18288"/>
                  </a:lnTo>
                  <a:close/>
                </a:path>
                <a:path w="2814954" h="81280">
                  <a:moveTo>
                    <a:pt x="328409" y="28956"/>
                  </a:moveTo>
                  <a:lnTo>
                    <a:pt x="326885" y="24384"/>
                  </a:lnTo>
                  <a:lnTo>
                    <a:pt x="325361" y="21336"/>
                  </a:lnTo>
                  <a:lnTo>
                    <a:pt x="319265" y="18288"/>
                  </a:lnTo>
                  <a:lnTo>
                    <a:pt x="310121" y="18288"/>
                  </a:lnTo>
                  <a:lnTo>
                    <a:pt x="304025" y="21336"/>
                  </a:lnTo>
                  <a:lnTo>
                    <a:pt x="299453" y="25908"/>
                  </a:lnTo>
                  <a:lnTo>
                    <a:pt x="299453" y="18288"/>
                  </a:lnTo>
                  <a:lnTo>
                    <a:pt x="291833" y="18288"/>
                  </a:lnTo>
                  <a:lnTo>
                    <a:pt x="291833" y="62484"/>
                  </a:lnTo>
                  <a:lnTo>
                    <a:pt x="299453" y="62484"/>
                  </a:lnTo>
                  <a:lnTo>
                    <a:pt x="299453" y="33528"/>
                  </a:lnTo>
                  <a:lnTo>
                    <a:pt x="304025" y="28956"/>
                  </a:lnTo>
                  <a:lnTo>
                    <a:pt x="305549" y="28956"/>
                  </a:lnTo>
                  <a:lnTo>
                    <a:pt x="307073" y="27432"/>
                  </a:lnTo>
                  <a:lnTo>
                    <a:pt x="307073" y="25908"/>
                  </a:lnTo>
                  <a:lnTo>
                    <a:pt x="308597" y="25908"/>
                  </a:lnTo>
                  <a:lnTo>
                    <a:pt x="310121" y="24384"/>
                  </a:lnTo>
                  <a:lnTo>
                    <a:pt x="317741" y="24384"/>
                  </a:lnTo>
                  <a:lnTo>
                    <a:pt x="319265" y="27432"/>
                  </a:lnTo>
                  <a:lnTo>
                    <a:pt x="320789" y="28956"/>
                  </a:lnTo>
                  <a:lnTo>
                    <a:pt x="320789" y="35052"/>
                  </a:lnTo>
                  <a:lnTo>
                    <a:pt x="328409" y="35052"/>
                  </a:lnTo>
                  <a:lnTo>
                    <a:pt x="328409" y="28956"/>
                  </a:lnTo>
                  <a:close/>
                </a:path>
                <a:path w="2814954" h="81280">
                  <a:moveTo>
                    <a:pt x="372808" y="25908"/>
                  </a:moveTo>
                  <a:lnTo>
                    <a:pt x="371284" y="24384"/>
                  </a:lnTo>
                  <a:lnTo>
                    <a:pt x="365188" y="18288"/>
                  </a:lnTo>
                  <a:lnTo>
                    <a:pt x="345274" y="18288"/>
                  </a:lnTo>
                  <a:lnTo>
                    <a:pt x="343750" y="19812"/>
                  </a:lnTo>
                  <a:lnTo>
                    <a:pt x="340702" y="19812"/>
                  </a:lnTo>
                  <a:lnTo>
                    <a:pt x="340702" y="27432"/>
                  </a:lnTo>
                  <a:lnTo>
                    <a:pt x="343750" y="25908"/>
                  </a:lnTo>
                  <a:lnTo>
                    <a:pt x="346798" y="25908"/>
                  </a:lnTo>
                  <a:lnTo>
                    <a:pt x="348424" y="24384"/>
                  </a:lnTo>
                  <a:lnTo>
                    <a:pt x="362140" y="24384"/>
                  </a:lnTo>
                  <a:lnTo>
                    <a:pt x="365188" y="27432"/>
                  </a:lnTo>
                  <a:lnTo>
                    <a:pt x="365188" y="36576"/>
                  </a:lnTo>
                  <a:lnTo>
                    <a:pt x="365188" y="42672"/>
                  </a:lnTo>
                  <a:lnTo>
                    <a:pt x="365188" y="50292"/>
                  </a:lnTo>
                  <a:lnTo>
                    <a:pt x="363664" y="51816"/>
                  </a:lnTo>
                  <a:lnTo>
                    <a:pt x="360616" y="53340"/>
                  </a:lnTo>
                  <a:lnTo>
                    <a:pt x="359092" y="54864"/>
                  </a:lnTo>
                  <a:lnTo>
                    <a:pt x="356044" y="56388"/>
                  </a:lnTo>
                  <a:lnTo>
                    <a:pt x="349948" y="56388"/>
                  </a:lnTo>
                  <a:lnTo>
                    <a:pt x="348424" y="54864"/>
                  </a:lnTo>
                  <a:lnTo>
                    <a:pt x="346798" y="54864"/>
                  </a:lnTo>
                  <a:lnTo>
                    <a:pt x="346798" y="53340"/>
                  </a:lnTo>
                  <a:lnTo>
                    <a:pt x="345274" y="53340"/>
                  </a:lnTo>
                  <a:lnTo>
                    <a:pt x="345274" y="47244"/>
                  </a:lnTo>
                  <a:lnTo>
                    <a:pt x="346798" y="45720"/>
                  </a:lnTo>
                  <a:lnTo>
                    <a:pt x="348424" y="44196"/>
                  </a:lnTo>
                  <a:lnTo>
                    <a:pt x="349948" y="42672"/>
                  </a:lnTo>
                  <a:lnTo>
                    <a:pt x="365188" y="42672"/>
                  </a:lnTo>
                  <a:lnTo>
                    <a:pt x="365188" y="36576"/>
                  </a:lnTo>
                  <a:lnTo>
                    <a:pt x="349948" y="36576"/>
                  </a:lnTo>
                  <a:lnTo>
                    <a:pt x="345274" y="38100"/>
                  </a:lnTo>
                  <a:lnTo>
                    <a:pt x="342226" y="39624"/>
                  </a:lnTo>
                  <a:lnTo>
                    <a:pt x="339178" y="42672"/>
                  </a:lnTo>
                  <a:lnTo>
                    <a:pt x="337654" y="45720"/>
                  </a:lnTo>
                  <a:lnTo>
                    <a:pt x="337654" y="54864"/>
                  </a:lnTo>
                  <a:lnTo>
                    <a:pt x="339178" y="56388"/>
                  </a:lnTo>
                  <a:lnTo>
                    <a:pt x="339178" y="57912"/>
                  </a:lnTo>
                  <a:lnTo>
                    <a:pt x="342226" y="60960"/>
                  </a:lnTo>
                  <a:lnTo>
                    <a:pt x="343750" y="60960"/>
                  </a:lnTo>
                  <a:lnTo>
                    <a:pt x="345274" y="62585"/>
                  </a:lnTo>
                  <a:lnTo>
                    <a:pt x="357568" y="62585"/>
                  </a:lnTo>
                  <a:lnTo>
                    <a:pt x="359092" y="60960"/>
                  </a:lnTo>
                  <a:lnTo>
                    <a:pt x="362140" y="59436"/>
                  </a:lnTo>
                  <a:lnTo>
                    <a:pt x="363664" y="57912"/>
                  </a:lnTo>
                  <a:lnTo>
                    <a:pt x="366712" y="56388"/>
                  </a:lnTo>
                  <a:lnTo>
                    <a:pt x="366712" y="62585"/>
                  </a:lnTo>
                  <a:lnTo>
                    <a:pt x="372808" y="62585"/>
                  </a:lnTo>
                  <a:lnTo>
                    <a:pt x="372808" y="42672"/>
                  </a:lnTo>
                  <a:lnTo>
                    <a:pt x="372808" y="25908"/>
                  </a:lnTo>
                  <a:close/>
                </a:path>
                <a:path w="2814954" h="81280">
                  <a:moveTo>
                    <a:pt x="421665" y="19824"/>
                  </a:moveTo>
                  <a:lnTo>
                    <a:pt x="420141" y="19824"/>
                  </a:lnTo>
                  <a:lnTo>
                    <a:pt x="417093" y="18300"/>
                  </a:lnTo>
                  <a:lnTo>
                    <a:pt x="403377" y="18300"/>
                  </a:lnTo>
                  <a:lnTo>
                    <a:pt x="400329" y="19824"/>
                  </a:lnTo>
                  <a:lnTo>
                    <a:pt x="397179" y="19824"/>
                  </a:lnTo>
                  <a:lnTo>
                    <a:pt x="395655" y="21348"/>
                  </a:lnTo>
                  <a:lnTo>
                    <a:pt x="394131" y="24396"/>
                  </a:lnTo>
                  <a:lnTo>
                    <a:pt x="391083" y="25920"/>
                  </a:lnTo>
                  <a:lnTo>
                    <a:pt x="389559" y="28968"/>
                  </a:lnTo>
                  <a:lnTo>
                    <a:pt x="389559" y="32016"/>
                  </a:lnTo>
                  <a:lnTo>
                    <a:pt x="388035" y="33540"/>
                  </a:lnTo>
                  <a:lnTo>
                    <a:pt x="388035" y="47256"/>
                  </a:lnTo>
                  <a:lnTo>
                    <a:pt x="389559" y="53352"/>
                  </a:lnTo>
                  <a:lnTo>
                    <a:pt x="397179" y="60972"/>
                  </a:lnTo>
                  <a:lnTo>
                    <a:pt x="401853" y="62585"/>
                  </a:lnTo>
                  <a:lnTo>
                    <a:pt x="415569" y="62585"/>
                  </a:lnTo>
                  <a:lnTo>
                    <a:pt x="417093" y="60972"/>
                  </a:lnTo>
                  <a:lnTo>
                    <a:pt x="421665" y="60972"/>
                  </a:lnTo>
                  <a:lnTo>
                    <a:pt x="421665" y="53352"/>
                  </a:lnTo>
                  <a:lnTo>
                    <a:pt x="420141" y="54876"/>
                  </a:lnTo>
                  <a:lnTo>
                    <a:pt x="415569" y="54876"/>
                  </a:lnTo>
                  <a:lnTo>
                    <a:pt x="414045" y="56400"/>
                  </a:lnTo>
                  <a:lnTo>
                    <a:pt x="404901" y="56400"/>
                  </a:lnTo>
                  <a:lnTo>
                    <a:pt x="401853" y="54876"/>
                  </a:lnTo>
                  <a:lnTo>
                    <a:pt x="397179" y="50304"/>
                  </a:lnTo>
                  <a:lnTo>
                    <a:pt x="395655" y="45732"/>
                  </a:lnTo>
                  <a:lnTo>
                    <a:pt x="395655" y="33540"/>
                  </a:lnTo>
                  <a:lnTo>
                    <a:pt x="400329" y="28968"/>
                  </a:lnTo>
                  <a:lnTo>
                    <a:pt x="400329" y="27444"/>
                  </a:lnTo>
                  <a:lnTo>
                    <a:pt x="401853" y="25920"/>
                  </a:lnTo>
                  <a:lnTo>
                    <a:pt x="403377" y="25920"/>
                  </a:lnTo>
                  <a:lnTo>
                    <a:pt x="406425" y="24396"/>
                  </a:lnTo>
                  <a:lnTo>
                    <a:pt x="415569" y="24396"/>
                  </a:lnTo>
                  <a:lnTo>
                    <a:pt x="417093" y="25920"/>
                  </a:lnTo>
                  <a:lnTo>
                    <a:pt x="420141" y="25920"/>
                  </a:lnTo>
                  <a:lnTo>
                    <a:pt x="421665" y="27444"/>
                  </a:lnTo>
                  <a:lnTo>
                    <a:pt x="421665" y="19824"/>
                  </a:lnTo>
                  <a:close/>
                </a:path>
                <a:path w="2814954" h="81280">
                  <a:moveTo>
                    <a:pt x="475107" y="18288"/>
                  </a:moveTo>
                  <a:lnTo>
                    <a:pt x="467487" y="18288"/>
                  </a:lnTo>
                  <a:lnTo>
                    <a:pt x="456819" y="47244"/>
                  </a:lnTo>
                  <a:lnTo>
                    <a:pt x="453771" y="53340"/>
                  </a:lnTo>
                  <a:lnTo>
                    <a:pt x="452145" y="47244"/>
                  </a:lnTo>
                  <a:lnTo>
                    <a:pt x="441477" y="18288"/>
                  </a:lnTo>
                  <a:lnTo>
                    <a:pt x="432333" y="18288"/>
                  </a:lnTo>
                  <a:lnTo>
                    <a:pt x="449097" y="62585"/>
                  </a:lnTo>
                  <a:lnTo>
                    <a:pt x="449097" y="64109"/>
                  </a:lnTo>
                  <a:lnTo>
                    <a:pt x="447573" y="65633"/>
                  </a:lnTo>
                  <a:lnTo>
                    <a:pt x="447573" y="67157"/>
                  </a:lnTo>
                  <a:lnTo>
                    <a:pt x="444525" y="70205"/>
                  </a:lnTo>
                  <a:lnTo>
                    <a:pt x="443001" y="70205"/>
                  </a:lnTo>
                  <a:lnTo>
                    <a:pt x="443001" y="71729"/>
                  </a:lnTo>
                  <a:lnTo>
                    <a:pt x="441477" y="71729"/>
                  </a:lnTo>
                  <a:lnTo>
                    <a:pt x="439953" y="73253"/>
                  </a:lnTo>
                  <a:lnTo>
                    <a:pt x="432333" y="73253"/>
                  </a:lnTo>
                  <a:lnTo>
                    <a:pt x="432333" y="79349"/>
                  </a:lnTo>
                  <a:lnTo>
                    <a:pt x="433857" y="79349"/>
                  </a:lnTo>
                  <a:lnTo>
                    <a:pt x="433857" y="80873"/>
                  </a:lnTo>
                  <a:lnTo>
                    <a:pt x="438429" y="80873"/>
                  </a:lnTo>
                  <a:lnTo>
                    <a:pt x="441477" y="79349"/>
                  </a:lnTo>
                  <a:lnTo>
                    <a:pt x="444525" y="79349"/>
                  </a:lnTo>
                  <a:lnTo>
                    <a:pt x="447573" y="76301"/>
                  </a:lnTo>
                  <a:lnTo>
                    <a:pt x="458343" y="60960"/>
                  </a:lnTo>
                  <a:lnTo>
                    <a:pt x="459867" y="57912"/>
                  </a:lnTo>
                  <a:lnTo>
                    <a:pt x="461619" y="53340"/>
                  </a:lnTo>
                  <a:lnTo>
                    <a:pt x="475107" y="18288"/>
                  </a:lnTo>
                  <a:close/>
                </a:path>
                <a:path w="2814954" h="81280">
                  <a:moveTo>
                    <a:pt x="510247" y="54864"/>
                  </a:moveTo>
                  <a:lnTo>
                    <a:pt x="508723" y="54864"/>
                  </a:lnTo>
                  <a:lnTo>
                    <a:pt x="508723" y="51816"/>
                  </a:lnTo>
                  <a:lnTo>
                    <a:pt x="507199" y="51816"/>
                  </a:lnTo>
                  <a:lnTo>
                    <a:pt x="507199" y="50292"/>
                  </a:lnTo>
                  <a:lnTo>
                    <a:pt x="504050" y="50292"/>
                  </a:lnTo>
                  <a:lnTo>
                    <a:pt x="504050" y="48768"/>
                  </a:lnTo>
                  <a:lnTo>
                    <a:pt x="502526" y="48768"/>
                  </a:lnTo>
                  <a:lnTo>
                    <a:pt x="501002" y="50292"/>
                  </a:lnTo>
                  <a:lnTo>
                    <a:pt x="497954" y="50292"/>
                  </a:lnTo>
                  <a:lnTo>
                    <a:pt x="497954" y="51816"/>
                  </a:lnTo>
                  <a:lnTo>
                    <a:pt x="496430" y="53340"/>
                  </a:lnTo>
                  <a:lnTo>
                    <a:pt x="496430" y="59436"/>
                  </a:lnTo>
                  <a:lnTo>
                    <a:pt x="497954" y="59436"/>
                  </a:lnTo>
                  <a:lnTo>
                    <a:pt x="497954" y="60960"/>
                  </a:lnTo>
                  <a:lnTo>
                    <a:pt x="499478" y="62585"/>
                  </a:lnTo>
                  <a:lnTo>
                    <a:pt x="505574" y="62585"/>
                  </a:lnTo>
                  <a:lnTo>
                    <a:pt x="508723" y="59436"/>
                  </a:lnTo>
                  <a:lnTo>
                    <a:pt x="508723" y="57912"/>
                  </a:lnTo>
                  <a:lnTo>
                    <a:pt x="510247" y="56388"/>
                  </a:lnTo>
                  <a:lnTo>
                    <a:pt x="510247" y="54864"/>
                  </a:lnTo>
                  <a:close/>
                </a:path>
                <a:path w="2814954" h="81280">
                  <a:moveTo>
                    <a:pt x="510247" y="22860"/>
                  </a:moveTo>
                  <a:lnTo>
                    <a:pt x="508723" y="22860"/>
                  </a:lnTo>
                  <a:lnTo>
                    <a:pt x="508723" y="19812"/>
                  </a:lnTo>
                  <a:lnTo>
                    <a:pt x="507199" y="19812"/>
                  </a:lnTo>
                  <a:lnTo>
                    <a:pt x="507199" y="18288"/>
                  </a:lnTo>
                  <a:lnTo>
                    <a:pt x="497954" y="18288"/>
                  </a:lnTo>
                  <a:lnTo>
                    <a:pt x="497954" y="19812"/>
                  </a:lnTo>
                  <a:lnTo>
                    <a:pt x="496430" y="21336"/>
                  </a:lnTo>
                  <a:lnTo>
                    <a:pt x="496430" y="27432"/>
                  </a:lnTo>
                  <a:lnTo>
                    <a:pt x="499478" y="30480"/>
                  </a:lnTo>
                  <a:lnTo>
                    <a:pt x="505574" y="30480"/>
                  </a:lnTo>
                  <a:lnTo>
                    <a:pt x="507199" y="28956"/>
                  </a:lnTo>
                  <a:lnTo>
                    <a:pt x="508723" y="28956"/>
                  </a:lnTo>
                  <a:lnTo>
                    <a:pt x="508723" y="25908"/>
                  </a:lnTo>
                  <a:lnTo>
                    <a:pt x="510247" y="25908"/>
                  </a:lnTo>
                  <a:lnTo>
                    <a:pt x="510247" y="22860"/>
                  </a:lnTo>
                  <a:close/>
                </a:path>
                <a:path w="2814954" h="81280">
                  <a:moveTo>
                    <a:pt x="621690" y="28956"/>
                  </a:moveTo>
                  <a:lnTo>
                    <a:pt x="621182" y="27432"/>
                  </a:lnTo>
                  <a:lnTo>
                    <a:pt x="620166" y="24384"/>
                  </a:lnTo>
                  <a:lnTo>
                    <a:pt x="620166" y="19812"/>
                  </a:lnTo>
                  <a:lnTo>
                    <a:pt x="617118" y="13716"/>
                  </a:lnTo>
                  <a:lnTo>
                    <a:pt x="615594" y="12192"/>
                  </a:lnTo>
                  <a:lnTo>
                    <a:pt x="614832" y="10668"/>
                  </a:lnTo>
                  <a:lnTo>
                    <a:pt x="614070" y="9144"/>
                  </a:lnTo>
                  <a:lnTo>
                    <a:pt x="614070" y="28956"/>
                  </a:lnTo>
                  <a:lnTo>
                    <a:pt x="614070" y="41148"/>
                  </a:lnTo>
                  <a:lnTo>
                    <a:pt x="612444" y="44196"/>
                  </a:lnTo>
                  <a:lnTo>
                    <a:pt x="612444" y="45720"/>
                  </a:lnTo>
                  <a:lnTo>
                    <a:pt x="610920" y="48768"/>
                  </a:lnTo>
                  <a:lnTo>
                    <a:pt x="609396" y="50292"/>
                  </a:lnTo>
                  <a:lnTo>
                    <a:pt x="609396" y="51816"/>
                  </a:lnTo>
                  <a:lnTo>
                    <a:pt x="604824" y="56388"/>
                  </a:lnTo>
                  <a:lnTo>
                    <a:pt x="597204" y="56388"/>
                  </a:lnTo>
                  <a:lnTo>
                    <a:pt x="597204" y="54864"/>
                  </a:lnTo>
                  <a:lnTo>
                    <a:pt x="594156" y="54864"/>
                  </a:lnTo>
                  <a:lnTo>
                    <a:pt x="592632" y="53340"/>
                  </a:lnTo>
                  <a:lnTo>
                    <a:pt x="592632" y="51816"/>
                  </a:lnTo>
                  <a:lnTo>
                    <a:pt x="591108" y="51816"/>
                  </a:lnTo>
                  <a:lnTo>
                    <a:pt x="591108" y="50292"/>
                  </a:lnTo>
                  <a:lnTo>
                    <a:pt x="589584" y="48768"/>
                  </a:lnTo>
                  <a:lnTo>
                    <a:pt x="589584" y="45720"/>
                  </a:lnTo>
                  <a:lnTo>
                    <a:pt x="599109" y="38100"/>
                  </a:lnTo>
                  <a:lnTo>
                    <a:pt x="612444" y="27432"/>
                  </a:lnTo>
                  <a:lnTo>
                    <a:pt x="614070" y="28956"/>
                  </a:lnTo>
                  <a:lnTo>
                    <a:pt x="614070" y="9144"/>
                  </a:lnTo>
                  <a:lnTo>
                    <a:pt x="612444" y="7620"/>
                  </a:lnTo>
                  <a:lnTo>
                    <a:pt x="612444" y="21336"/>
                  </a:lnTo>
                  <a:lnTo>
                    <a:pt x="588060" y="38100"/>
                  </a:lnTo>
                  <a:lnTo>
                    <a:pt x="588060" y="24384"/>
                  </a:lnTo>
                  <a:lnTo>
                    <a:pt x="589584" y="21336"/>
                  </a:lnTo>
                  <a:lnTo>
                    <a:pt x="589584" y="18288"/>
                  </a:lnTo>
                  <a:lnTo>
                    <a:pt x="597204" y="10668"/>
                  </a:lnTo>
                  <a:lnTo>
                    <a:pt x="603300" y="10668"/>
                  </a:lnTo>
                  <a:lnTo>
                    <a:pt x="604824" y="12192"/>
                  </a:lnTo>
                  <a:lnTo>
                    <a:pt x="606348" y="12192"/>
                  </a:lnTo>
                  <a:lnTo>
                    <a:pt x="609396" y="15240"/>
                  </a:lnTo>
                  <a:lnTo>
                    <a:pt x="609396" y="16764"/>
                  </a:lnTo>
                  <a:lnTo>
                    <a:pt x="610920" y="18288"/>
                  </a:lnTo>
                  <a:lnTo>
                    <a:pt x="610920" y="19812"/>
                  </a:lnTo>
                  <a:lnTo>
                    <a:pt x="612444" y="21336"/>
                  </a:lnTo>
                  <a:lnTo>
                    <a:pt x="612444" y="7620"/>
                  </a:lnTo>
                  <a:lnTo>
                    <a:pt x="606348" y="4572"/>
                  </a:lnTo>
                  <a:lnTo>
                    <a:pt x="594156" y="4572"/>
                  </a:lnTo>
                  <a:lnTo>
                    <a:pt x="591108" y="6096"/>
                  </a:lnTo>
                  <a:lnTo>
                    <a:pt x="585012" y="12192"/>
                  </a:lnTo>
                  <a:lnTo>
                    <a:pt x="581964" y="18288"/>
                  </a:lnTo>
                  <a:lnTo>
                    <a:pt x="581964" y="21336"/>
                  </a:lnTo>
                  <a:lnTo>
                    <a:pt x="580440" y="25908"/>
                  </a:lnTo>
                  <a:lnTo>
                    <a:pt x="580440" y="42672"/>
                  </a:lnTo>
                  <a:lnTo>
                    <a:pt x="581964" y="47244"/>
                  </a:lnTo>
                  <a:lnTo>
                    <a:pt x="581964" y="50292"/>
                  </a:lnTo>
                  <a:lnTo>
                    <a:pt x="585012" y="56388"/>
                  </a:lnTo>
                  <a:lnTo>
                    <a:pt x="586536" y="57912"/>
                  </a:lnTo>
                  <a:lnTo>
                    <a:pt x="589584" y="59436"/>
                  </a:lnTo>
                  <a:lnTo>
                    <a:pt x="591108" y="60960"/>
                  </a:lnTo>
                  <a:lnTo>
                    <a:pt x="594156" y="62585"/>
                  </a:lnTo>
                  <a:lnTo>
                    <a:pt x="606348" y="62585"/>
                  </a:lnTo>
                  <a:lnTo>
                    <a:pt x="609396" y="60960"/>
                  </a:lnTo>
                  <a:lnTo>
                    <a:pt x="612444" y="59436"/>
                  </a:lnTo>
                  <a:lnTo>
                    <a:pt x="614070" y="57912"/>
                  </a:lnTo>
                  <a:lnTo>
                    <a:pt x="614832" y="56388"/>
                  </a:lnTo>
                  <a:lnTo>
                    <a:pt x="620166" y="45720"/>
                  </a:lnTo>
                  <a:lnTo>
                    <a:pt x="620166" y="42672"/>
                  </a:lnTo>
                  <a:lnTo>
                    <a:pt x="621690" y="38100"/>
                  </a:lnTo>
                  <a:lnTo>
                    <a:pt x="621690" y="28956"/>
                  </a:lnTo>
                  <a:close/>
                </a:path>
                <a:path w="2814954" h="81280">
                  <a:moveTo>
                    <a:pt x="656844" y="53352"/>
                  </a:moveTo>
                  <a:lnTo>
                    <a:pt x="655320" y="53352"/>
                  </a:lnTo>
                  <a:lnTo>
                    <a:pt x="655320" y="51828"/>
                  </a:lnTo>
                  <a:lnTo>
                    <a:pt x="653796" y="50304"/>
                  </a:lnTo>
                  <a:lnTo>
                    <a:pt x="652170" y="48780"/>
                  </a:lnTo>
                  <a:lnTo>
                    <a:pt x="646074" y="48780"/>
                  </a:lnTo>
                  <a:lnTo>
                    <a:pt x="643026" y="51828"/>
                  </a:lnTo>
                  <a:lnTo>
                    <a:pt x="643026" y="53352"/>
                  </a:lnTo>
                  <a:lnTo>
                    <a:pt x="641502" y="53352"/>
                  </a:lnTo>
                  <a:lnTo>
                    <a:pt x="641502" y="57924"/>
                  </a:lnTo>
                  <a:lnTo>
                    <a:pt x="643026" y="57924"/>
                  </a:lnTo>
                  <a:lnTo>
                    <a:pt x="643026" y="59448"/>
                  </a:lnTo>
                  <a:lnTo>
                    <a:pt x="646074" y="62496"/>
                  </a:lnTo>
                  <a:lnTo>
                    <a:pt x="652170" y="62496"/>
                  </a:lnTo>
                  <a:lnTo>
                    <a:pt x="653796" y="60972"/>
                  </a:lnTo>
                  <a:lnTo>
                    <a:pt x="655320" y="59448"/>
                  </a:lnTo>
                  <a:lnTo>
                    <a:pt x="655320" y="57924"/>
                  </a:lnTo>
                  <a:lnTo>
                    <a:pt x="656844" y="57924"/>
                  </a:lnTo>
                  <a:lnTo>
                    <a:pt x="656844" y="53352"/>
                  </a:lnTo>
                  <a:close/>
                </a:path>
                <a:path w="2814954" h="81280">
                  <a:moveTo>
                    <a:pt x="717791" y="25908"/>
                  </a:moveTo>
                  <a:lnTo>
                    <a:pt x="716267" y="21336"/>
                  </a:lnTo>
                  <a:lnTo>
                    <a:pt x="716267" y="18288"/>
                  </a:lnTo>
                  <a:lnTo>
                    <a:pt x="713219" y="12192"/>
                  </a:lnTo>
                  <a:lnTo>
                    <a:pt x="711695" y="10668"/>
                  </a:lnTo>
                  <a:lnTo>
                    <a:pt x="710171" y="7620"/>
                  </a:lnTo>
                  <a:lnTo>
                    <a:pt x="710171" y="25908"/>
                  </a:lnTo>
                  <a:lnTo>
                    <a:pt x="710171" y="30480"/>
                  </a:lnTo>
                  <a:lnTo>
                    <a:pt x="708647" y="30480"/>
                  </a:lnTo>
                  <a:lnTo>
                    <a:pt x="708647" y="32004"/>
                  </a:lnTo>
                  <a:lnTo>
                    <a:pt x="705599" y="32004"/>
                  </a:lnTo>
                  <a:lnTo>
                    <a:pt x="704075" y="33528"/>
                  </a:lnTo>
                  <a:lnTo>
                    <a:pt x="691883" y="33528"/>
                  </a:lnTo>
                  <a:lnTo>
                    <a:pt x="688835" y="30480"/>
                  </a:lnTo>
                  <a:lnTo>
                    <a:pt x="687311" y="30480"/>
                  </a:lnTo>
                  <a:lnTo>
                    <a:pt x="687311" y="27432"/>
                  </a:lnTo>
                  <a:lnTo>
                    <a:pt x="685787" y="25908"/>
                  </a:lnTo>
                  <a:lnTo>
                    <a:pt x="685787" y="19812"/>
                  </a:lnTo>
                  <a:lnTo>
                    <a:pt x="687311" y="18288"/>
                  </a:lnTo>
                  <a:lnTo>
                    <a:pt x="687311" y="16764"/>
                  </a:lnTo>
                  <a:lnTo>
                    <a:pt x="688835" y="15240"/>
                  </a:lnTo>
                  <a:lnTo>
                    <a:pt x="688835" y="13716"/>
                  </a:lnTo>
                  <a:lnTo>
                    <a:pt x="690359" y="12192"/>
                  </a:lnTo>
                  <a:lnTo>
                    <a:pt x="693407" y="12192"/>
                  </a:lnTo>
                  <a:lnTo>
                    <a:pt x="694931" y="10668"/>
                  </a:lnTo>
                  <a:lnTo>
                    <a:pt x="701027" y="10668"/>
                  </a:lnTo>
                  <a:lnTo>
                    <a:pt x="702551" y="12192"/>
                  </a:lnTo>
                  <a:lnTo>
                    <a:pt x="704075" y="12192"/>
                  </a:lnTo>
                  <a:lnTo>
                    <a:pt x="705599" y="13716"/>
                  </a:lnTo>
                  <a:lnTo>
                    <a:pt x="705599" y="15240"/>
                  </a:lnTo>
                  <a:lnTo>
                    <a:pt x="708647" y="18288"/>
                  </a:lnTo>
                  <a:lnTo>
                    <a:pt x="708647" y="22860"/>
                  </a:lnTo>
                  <a:lnTo>
                    <a:pt x="710171" y="25908"/>
                  </a:lnTo>
                  <a:lnTo>
                    <a:pt x="710171" y="7620"/>
                  </a:lnTo>
                  <a:lnTo>
                    <a:pt x="708647" y="6096"/>
                  </a:lnTo>
                  <a:lnTo>
                    <a:pt x="705599" y="6096"/>
                  </a:lnTo>
                  <a:lnTo>
                    <a:pt x="702551" y="4572"/>
                  </a:lnTo>
                  <a:lnTo>
                    <a:pt x="691883" y="4572"/>
                  </a:lnTo>
                  <a:lnTo>
                    <a:pt x="690359" y="6096"/>
                  </a:lnTo>
                  <a:lnTo>
                    <a:pt x="687311" y="7620"/>
                  </a:lnTo>
                  <a:lnTo>
                    <a:pt x="685787" y="7620"/>
                  </a:lnTo>
                  <a:lnTo>
                    <a:pt x="684263" y="10668"/>
                  </a:lnTo>
                  <a:lnTo>
                    <a:pt x="681215" y="12192"/>
                  </a:lnTo>
                  <a:lnTo>
                    <a:pt x="681215" y="13716"/>
                  </a:lnTo>
                  <a:lnTo>
                    <a:pt x="679691" y="15240"/>
                  </a:lnTo>
                  <a:lnTo>
                    <a:pt x="678167" y="18288"/>
                  </a:lnTo>
                  <a:lnTo>
                    <a:pt x="678167" y="27432"/>
                  </a:lnTo>
                  <a:lnTo>
                    <a:pt x="679691" y="30480"/>
                  </a:lnTo>
                  <a:lnTo>
                    <a:pt x="679691" y="32004"/>
                  </a:lnTo>
                  <a:lnTo>
                    <a:pt x="687311" y="39624"/>
                  </a:lnTo>
                  <a:lnTo>
                    <a:pt x="702551" y="39624"/>
                  </a:lnTo>
                  <a:lnTo>
                    <a:pt x="705599" y="38100"/>
                  </a:lnTo>
                  <a:lnTo>
                    <a:pt x="707123" y="38100"/>
                  </a:lnTo>
                  <a:lnTo>
                    <a:pt x="710171" y="36576"/>
                  </a:lnTo>
                  <a:lnTo>
                    <a:pt x="708647" y="38100"/>
                  </a:lnTo>
                  <a:lnTo>
                    <a:pt x="708647" y="44196"/>
                  </a:lnTo>
                  <a:lnTo>
                    <a:pt x="707123" y="45720"/>
                  </a:lnTo>
                  <a:lnTo>
                    <a:pt x="707123" y="47244"/>
                  </a:lnTo>
                  <a:lnTo>
                    <a:pt x="704075" y="50292"/>
                  </a:lnTo>
                  <a:lnTo>
                    <a:pt x="701027" y="51816"/>
                  </a:lnTo>
                  <a:lnTo>
                    <a:pt x="699503" y="53340"/>
                  </a:lnTo>
                  <a:lnTo>
                    <a:pt x="696455" y="54864"/>
                  </a:lnTo>
                  <a:lnTo>
                    <a:pt x="681215" y="54864"/>
                  </a:lnTo>
                  <a:lnTo>
                    <a:pt x="681215" y="62585"/>
                  </a:lnTo>
                  <a:lnTo>
                    <a:pt x="691883" y="62585"/>
                  </a:lnTo>
                  <a:lnTo>
                    <a:pt x="696455" y="60960"/>
                  </a:lnTo>
                  <a:lnTo>
                    <a:pt x="699503" y="59436"/>
                  </a:lnTo>
                  <a:lnTo>
                    <a:pt x="704075" y="59436"/>
                  </a:lnTo>
                  <a:lnTo>
                    <a:pt x="707123" y="56388"/>
                  </a:lnTo>
                  <a:lnTo>
                    <a:pt x="710171" y="54864"/>
                  </a:lnTo>
                  <a:lnTo>
                    <a:pt x="711695" y="51816"/>
                  </a:lnTo>
                  <a:lnTo>
                    <a:pt x="714743" y="48768"/>
                  </a:lnTo>
                  <a:lnTo>
                    <a:pt x="714743" y="44196"/>
                  </a:lnTo>
                  <a:lnTo>
                    <a:pt x="716267" y="41148"/>
                  </a:lnTo>
                  <a:lnTo>
                    <a:pt x="717791" y="36576"/>
                  </a:lnTo>
                  <a:lnTo>
                    <a:pt x="717791" y="33528"/>
                  </a:lnTo>
                  <a:lnTo>
                    <a:pt x="717791" y="25908"/>
                  </a:lnTo>
                  <a:close/>
                </a:path>
                <a:path w="2814954" h="81280">
                  <a:moveTo>
                    <a:pt x="766660" y="4584"/>
                  </a:moveTo>
                  <a:lnTo>
                    <a:pt x="728560" y="4584"/>
                  </a:lnTo>
                  <a:lnTo>
                    <a:pt x="728560" y="12204"/>
                  </a:lnTo>
                  <a:lnTo>
                    <a:pt x="759040" y="12204"/>
                  </a:lnTo>
                  <a:lnTo>
                    <a:pt x="733132" y="62585"/>
                  </a:lnTo>
                  <a:lnTo>
                    <a:pt x="742276" y="62585"/>
                  </a:lnTo>
                  <a:lnTo>
                    <a:pt x="766660" y="12204"/>
                  </a:lnTo>
                  <a:lnTo>
                    <a:pt x="766660" y="4584"/>
                  </a:lnTo>
                  <a:close/>
                </a:path>
                <a:path w="2814954" h="81280">
                  <a:moveTo>
                    <a:pt x="818578" y="42684"/>
                  </a:moveTo>
                  <a:lnTo>
                    <a:pt x="807910" y="42684"/>
                  </a:lnTo>
                  <a:lnTo>
                    <a:pt x="807910" y="12204"/>
                  </a:lnTo>
                  <a:lnTo>
                    <a:pt x="807910" y="4584"/>
                  </a:lnTo>
                  <a:lnTo>
                    <a:pt x="800290" y="4584"/>
                  </a:lnTo>
                  <a:lnTo>
                    <a:pt x="800290" y="12204"/>
                  </a:lnTo>
                  <a:lnTo>
                    <a:pt x="800290" y="42684"/>
                  </a:lnTo>
                  <a:lnTo>
                    <a:pt x="780478" y="42684"/>
                  </a:lnTo>
                  <a:lnTo>
                    <a:pt x="800290" y="12204"/>
                  </a:lnTo>
                  <a:lnTo>
                    <a:pt x="800290" y="4584"/>
                  </a:lnTo>
                  <a:lnTo>
                    <a:pt x="797242" y="4584"/>
                  </a:lnTo>
                  <a:lnTo>
                    <a:pt x="772858" y="42684"/>
                  </a:lnTo>
                  <a:lnTo>
                    <a:pt x="772858" y="48780"/>
                  </a:lnTo>
                  <a:lnTo>
                    <a:pt x="800290" y="48780"/>
                  </a:lnTo>
                  <a:lnTo>
                    <a:pt x="800290" y="62585"/>
                  </a:lnTo>
                  <a:lnTo>
                    <a:pt x="807910" y="62585"/>
                  </a:lnTo>
                  <a:lnTo>
                    <a:pt x="807910" y="48780"/>
                  </a:lnTo>
                  <a:lnTo>
                    <a:pt x="818578" y="48780"/>
                  </a:lnTo>
                  <a:lnTo>
                    <a:pt x="818578" y="42684"/>
                  </a:lnTo>
                  <a:close/>
                </a:path>
                <a:path w="2814954" h="81280">
                  <a:moveTo>
                    <a:pt x="864387" y="4584"/>
                  </a:moveTo>
                  <a:lnTo>
                    <a:pt x="826287" y="4584"/>
                  </a:lnTo>
                  <a:lnTo>
                    <a:pt x="826287" y="12204"/>
                  </a:lnTo>
                  <a:lnTo>
                    <a:pt x="856767" y="12204"/>
                  </a:lnTo>
                  <a:lnTo>
                    <a:pt x="832383" y="62585"/>
                  </a:lnTo>
                  <a:lnTo>
                    <a:pt x="840003" y="62585"/>
                  </a:lnTo>
                  <a:lnTo>
                    <a:pt x="864387" y="12204"/>
                  </a:lnTo>
                  <a:lnTo>
                    <a:pt x="864387" y="4584"/>
                  </a:lnTo>
                  <a:close/>
                </a:path>
                <a:path w="2814954" h="81280">
                  <a:moveTo>
                    <a:pt x="955535" y="34493"/>
                  </a:moveTo>
                  <a:lnTo>
                    <a:pt x="928116" y="34493"/>
                  </a:lnTo>
                  <a:lnTo>
                    <a:pt x="928116" y="42100"/>
                  </a:lnTo>
                  <a:lnTo>
                    <a:pt x="955535" y="42100"/>
                  </a:lnTo>
                  <a:lnTo>
                    <a:pt x="955535" y="34493"/>
                  </a:lnTo>
                  <a:close/>
                </a:path>
                <a:path w="2814954" h="81280">
                  <a:moveTo>
                    <a:pt x="1058316" y="56388"/>
                  </a:moveTo>
                  <a:lnTo>
                    <a:pt x="1046124" y="56388"/>
                  </a:lnTo>
                  <a:lnTo>
                    <a:pt x="1046124" y="0"/>
                  </a:lnTo>
                  <a:lnTo>
                    <a:pt x="1024686" y="0"/>
                  </a:lnTo>
                  <a:lnTo>
                    <a:pt x="1024686" y="6096"/>
                  </a:lnTo>
                  <a:lnTo>
                    <a:pt x="1038402" y="6096"/>
                  </a:lnTo>
                  <a:lnTo>
                    <a:pt x="1038402" y="56388"/>
                  </a:lnTo>
                  <a:lnTo>
                    <a:pt x="1023162" y="56388"/>
                  </a:lnTo>
                  <a:lnTo>
                    <a:pt x="1023162" y="62585"/>
                  </a:lnTo>
                  <a:lnTo>
                    <a:pt x="1058316" y="62585"/>
                  </a:lnTo>
                  <a:lnTo>
                    <a:pt x="1058316" y="56388"/>
                  </a:lnTo>
                  <a:close/>
                </a:path>
                <a:path w="2814954" h="81280">
                  <a:moveTo>
                    <a:pt x="1110234" y="33540"/>
                  </a:moveTo>
                  <a:lnTo>
                    <a:pt x="1107186" y="27444"/>
                  </a:lnTo>
                  <a:lnTo>
                    <a:pt x="1107186" y="25920"/>
                  </a:lnTo>
                  <a:lnTo>
                    <a:pt x="1105662" y="24396"/>
                  </a:lnTo>
                  <a:lnTo>
                    <a:pt x="1102614" y="21348"/>
                  </a:lnTo>
                  <a:lnTo>
                    <a:pt x="1102614" y="35064"/>
                  </a:lnTo>
                  <a:lnTo>
                    <a:pt x="1102614" y="44208"/>
                  </a:lnTo>
                  <a:lnTo>
                    <a:pt x="1101090" y="45732"/>
                  </a:lnTo>
                  <a:lnTo>
                    <a:pt x="1101090" y="50304"/>
                  </a:lnTo>
                  <a:lnTo>
                    <a:pt x="1096518" y="54876"/>
                  </a:lnTo>
                  <a:lnTo>
                    <a:pt x="1094994" y="54876"/>
                  </a:lnTo>
                  <a:lnTo>
                    <a:pt x="1093470" y="56400"/>
                  </a:lnTo>
                  <a:lnTo>
                    <a:pt x="1085748" y="56400"/>
                  </a:lnTo>
                  <a:lnTo>
                    <a:pt x="1084224" y="54876"/>
                  </a:lnTo>
                  <a:lnTo>
                    <a:pt x="1082700" y="54876"/>
                  </a:lnTo>
                  <a:lnTo>
                    <a:pt x="1079652" y="51828"/>
                  </a:lnTo>
                  <a:lnTo>
                    <a:pt x="1079652" y="50304"/>
                  </a:lnTo>
                  <a:lnTo>
                    <a:pt x="1078128" y="48780"/>
                  </a:lnTo>
                  <a:lnTo>
                    <a:pt x="1078128" y="47256"/>
                  </a:lnTo>
                  <a:lnTo>
                    <a:pt x="1076604" y="45732"/>
                  </a:lnTo>
                  <a:lnTo>
                    <a:pt x="1076604" y="36588"/>
                  </a:lnTo>
                  <a:lnTo>
                    <a:pt x="1078128" y="33540"/>
                  </a:lnTo>
                  <a:lnTo>
                    <a:pt x="1078128" y="30492"/>
                  </a:lnTo>
                  <a:lnTo>
                    <a:pt x="1082700" y="25920"/>
                  </a:lnTo>
                  <a:lnTo>
                    <a:pt x="1084224" y="25920"/>
                  </a:lnTo>
                  <a:lnTo>
                    <a:pt x="1085748" y="24396"/>
                  </a:lnTo>
                  <a:lnTo>
                    <a:pt x="1094994" y="24396"/>
                  </a:lnTo>
                  <a:lnTo>
                    <a:pt x="1098042" y="27444"/>
                  </a:lnTo>
                  <a:lnTo>
                    <a:pt x="1099566" y="27444"/>
                  </a:lnTo>
                  <a:lnTo>
                    <a:pt x="1099566" y="28968"/>
                  </a:lnTo>
                  <a:lnTo>
                    <a:pt x="1101090" y="30492"/>
                  </a:lnTo>
                  <a:lnTo>
                    <a:pt x="1101090" y="33540"/>
                  </a:lnTo>
                  <a:lnTo>
                    <a:pt x="1102614" y="35064"/>
                  </a:lnTo>
                  <a:lnTo>
                    <a:pt x="1102614" y="21348"/>
                  </a:lnTo>
                  <a:lnTo>
                    <a:pt x="1101090" y="19824"/>
                  </a:lnTo>
                  <a:lnTo>
                    <a:pt x="1098042" y="19824"/>
                  </a:lnTo>
                  <a:lnTo>
                    <a:pt x="1096518" y="18300"/>
                  </a:lnTo>
                  <a:lnTo>
                    <a:pt x="1084224" y="18300"/>
                  </a:lnTo>
                  <a:lnTo>
                    <a:pt x="1081176" y="19824"/>
                  </a:lnTo>
                  <a:lnTo>
                    <a:pt x="1078128" y="19824"/>
                  </a:lnTo>
                  <a:lnTo>
                    <a:pt x="1076604" y="21348"/>
                  </a:lnTo>
                  <a:lnTo>
                    <a:pt x="1075080" y="24396"/>
                  </a:lnTo>
                  <a:lnTo>
                    <a:pt x="1072032" y="25920"/>
                  </a:lnTo>
                  <a:lnTo>
                    <a:pt x="1072032" y="28968"/>
                  </a:lnTo>
                  <a:lnTo>
                    <a:pt x="1070508" y="30492"/>
                  </a:lnTo>
                  <a:lnTo>
                    <a:pt x="1068984" y="33540"/>
                  </a:lnTo>
                  <a:lnTo>
                    <a:pt x="1068984" y="47256"/>
                  </a:lnTo>
                  <a:lnTo>
                    <a:pt x="1072032" y="53352"/>
                  </a:lnTo>
                  <a:lnTo>
                    <a:pt x="1072032" y="54876"/>
                  </a:lnTo>
                  <a:lnTo>
                    <a:pt x="1075080" y="56400"/>
                  </a:lnTo>
                  <a:lnTo>
                    <a:pt x="1076604" y="59448"/>
                  </a:lnTo>
                  <a:lnTo>
                    <a:pt x="1078128" y="60972"/>
                  </a:lnTo>
                  <a:lnTo>
                    <a:pt x="1081176" y="60972"/>
                  </a:lnTo>
                  <a:lnTo>
                    <a:pt x="1082700" y="62585"/>
                  </a:lnTo>
                  <a:lnTo>
                    <a:pt x="1094994" y="62585"/>
                  </a:lnTo>
                  <a:lnTo>
                    <a:pt x="1098042" y="60972"/>
                  </a:lnTo>
                  <a:lnTo>
                    <a:pt x="1101090" y="59448"/>
                  </a:lnTo>
                  <a:lnTo>
                    <a:pt x="1104138" y="56400"/>
                  </a:lnTo>
                  <a:lnTo>
                    <a:pt x="1105662" y="54876"/>
                  </a:lnTo>
                  <a:lnTo>
                    <a:pt x="1110234" y="45732"/>
                  </a:lnTo>
                  <a:lnTo>
                    <a:pt x="1110234" y="33540"/>
                  </a:lnTo>
                  <a:close/>
                </a:path>
                <a:path w="2814954" h="81280">
                  <a:moveTo>
                    <a:pt x="1156042" y="48780"/>
                  </a:moveTo>
                  <a:lnTo>
                    <a:pt x="1154518" y="47256"/>
                  </a:lnTo>
                  <a:lnTo>
                    <a:pt x="1154518" y="44208"/>
                  </a:lnTo>
                  <a:lnTo>
                    <a:pt x="1149946" y="39636"/>
                  </a:lnTo>
                  <a:lnTo>
                    <a:pt x="1148422" y="39636"/>
                  </a:lnTo>
                  <a:lnTo>
                    <a:pt x="1146898" y="38112"/>
                  </a:lnTo>
                  <a:lnTo>
                    <a:pt x="1143762" y="38112"/>
                  </a:lnTo>
                  <a:lnTo>
                    <a:pt x="1142238" y="36588"/>
                  </a:lnTo>
                  <a:lnTo>
                    <a:pt x="1137666" y="36588"/>
                  </a:lnTo>
                  <a:lnTo>
                    <a:pt x="1136142" y="35064"/>
                  </a:lnTo>
                  <a:lnTo>
                    <a:pt x="1134618" y="35064"/>
                  </a:lnTo>
                  <a:lnTo>
                    <a:pt x="1133094" y="33540"/>
                  </a:lnTo>
                  <a:lnTo>
                    <a:pt x="1131570" y="33540"/>
                  </a:lnTo>
                  <a:lnTo>
                    <a:pt x="1131570" y="32016"/>
                  </a:lnTo>
                  <a:lnTo>
                    <a:pt x="1130046" y="32016"/>
                  </a:lnTo>
                  <a:lnTo>
                    <a:pt x="1130046" y="27444"/>
                  </a:lnTo>
                  <a:lnTo>
                    <a:pt x="1131570" y="25920"/>
                  </a:lnTo>
                  <a:lnTo>
                    <a:pt x="1133094" y="25920"/>
                  </a:lnTo>
                  <a:lnTo>
                    <a:pt x="1133094" y="24396"/>
                  </a:lnTo>
                  <a:lnTo>
                    <a:pt x="1149946" y="24396"/>
                  </a:lnTo>
                  <a:lnTo>
                    <a:pt x="1152994" y="25920"/>
                  </a:lnTo>
                  <a:lnTo>
                    <a:pt x="1152994" y="24396"/>
                  </a:lnTo>
                  <a:lnTo>
                    <a:pt x="1152994" y="18300"/>
                  </a:lnTo>
                  <a:lnTo>
                    <a:pt x="1131570" y="18300"/>
                  </a:lnTo>
                  <a:lnTo>
                    <a:pt x="1130046" y="19824"/>
                  </a:lnTo>
                  <a:lnTo>
                    <a:pt x="1126998" y="21348"/>
                  </a:lnTo>
                  <a:lnTo>
                    <a:pt x="1125474" y="21348"/>
                  </a:lnTo>
                  <a:lnTo>
                    <a:pt x="1125474" y="22872"/>
                  </a:lnTo>
                  <a:lnTo>
                    <a:pt x="1123950" y="24396"/>
                  </a:lnTo>
                  <a:lnTo>
                    <a:pt x="1123950" y="25920"/>
                  </a:lnTo>
                  <a:lnTo>
                    <a:pt x="1122426" y="27444"/>
                  </a:lnTo>
                  <a:lnTo>
                    <a:pt x="1122426" y="33540"/>
                  </a:lnTo>
                  <a:lnTo>
                    <a:pt x="1123950" y="35064"/>
                  </a:lnTo>
                  <a:lnTo>
                    <a:pt x="1123950" y="36588"/>
                  </a:lnTo>
                  <a:lnTo>
                    <a:pt x="1125474" y="38112"/>
                  </a:lnTo>
                  <a:lnTo>
                    <a:pt x="1126998" y="38112"/>
                  </a:lnTo>
                  <a:lnTo>
                    <a:pt x="1126998" y="39636"/>
                  </a:lnTo>
                  <a:lnTo>
                    <a:pt x="1128522" y="39636"/>
                  </a:lnTo>
                  <a:lnTo>
                    <a:pt x="1130046" y="41160"/>
                  </a:lnTo>
                  <a:lnTo>
                    <a:pt x="1131570" y="41160"/>
                  </a:lnTo>
                  <a:lnTo>
                    <a:pt x="1134618" y="42684"/>
                  </a:lnTo>
                  <a:lnTo>
                    <a:pt x="1136142" y="42684"/>
                  </a:lnTo>
                  <a:lnTo>
                    <a:pt x="1139190" y="44208"/>
                  </a:lnTo>
                  <a:lnTo>
                    <a:pt x="1140714" y="44208"/>
                  </a:lnTo>
                  <a:lnTo>
                    <a:pt x="1142238" y="45732"/>
                  </a:lnTo>
                  <a:lnTo>
                    <a:pt x="1145374" y="45732"/>
                  </a:lnTo>
                  <a:lnTo>
                    <a:pt x="1145374" y="47256"/>
                  </a:lnTo>
                  <a:lnTo>
                    <a:pt x="1146898" y="47256"/>
                  </a:lnTo>
                  <a:lnTo>
                    <a:pt x="1146898" y="48780"/>
                  </a:lnTo>
                  <a:lnTo>
                    <a:pt x="1148422" y="50304"/>
                  </a:lnTo>
                  <a:lnTo>
                    <a:pt x="1148422" y="51828"/>
                  </a:lnTo>
                  <a:lnTo>
                    <a:pt x="1145374" y="54876"/>
                  </a:lnTo>
                  <a:lnTo>
                    <a:pt x="1143762" y="56400"/>
                  </a:lnTo>
                  <a:lnTo>
                    <a:pt x="1130046" y="56400"/>
                  </a:lnTo>
                  <a:lnTo>
                    <a:pt x="1126998" y="54876"/>
                  </a:lnTo>
                  <a:lnTo>
                    <a:pt x="1122426" y="54876"/>
                  </a:lnTo>
                  <a:lnTo>
                    <a:pt x="1122426" y="60972"/>
                  </a:lnTo>
                  <a:lnTo>
                    <a:pt x="1123950" y="60972"/>
                  </a:lnTo>
                  <a:lnTo>
                    <a:pt x="1126998" y="62585"/>
                  </a:lnTo>
                  <a:lnTo>
                    <a:pt x="1143762" y="62585"/>
                  </a:lnTo>
                  <a:lnTo>
                    <a:pt x="1145374" y="60972"/>
                  </a:lnTo>
                  <a:lnTo>
                    <a:pt x="1148422" y="60972"/>
                  </a:lnTo>
                  <a:lnTo>
                    <a:pt x="1151470" y="57924"/>
                  </a:lnTo>
                  <a:lnTo>
                    <a:pt x="1152994" y="57924"/>
                  </a:lnTo>
                  <a:lnTo>
                    <a:pt x="1152994" y="56400"/>
                  </a:lnTo>
                  <a:lnTo>
                    <a:pt x="1154518" y="54876"/>
                  </a:lnTo>
                  <a:lnTo>
                    <a:pt x="1154518" y="53352"/>
                  </a:lnTo>
                  <a:lnTo>
                    <a:pt x="1156042" y="51828"/>
                  </a:lnTo>
                  <a:lnTo>
                    <a:pt x="1156042" y="48780"/>
                  </a:lnTo>
                  <a:close/>
                </a:path>
                <a:path w="2814954" h="81280">
                  <a:moveTo>
                    <a:pt x="1204912" y="47256"/>
                  </a:moveTo>
                  <a:lnTo>
                    <a:pt x="1203388" y="45732"/>
                  </a:lnTo>
                  <a:lnTo>
                    <a:pt x="1203388" y="44208"/>
                  </a:lnTo>
                  <a:lnTo>
                    <a:pt x="1198816" y="39636"/>
                  </a:lnTo>
                  <a:lnTo>
                    <a:pt x="1197190" y="39636"/>
                  </a:lnTo>
                  <a:lnTo>
                    <a:pt x="1195666" y="38112"/>
                  </a:lnTo>
                  <a:lnTo>
                    <a:pt x="1192618" y="38112"/>
                  </a:lnTo>
                  <a:lnTo>
                    <a:pt x="1191094" y="36588"/>
                  </a:lnTo>
                  <a:lnTo>
                    <a:pt x="1186522" y="36588"/>
                  </a:lnTo>
                  <a:lnTo>
                    <a:pt x="1184998" y="35064"/>
                  </a:lnTo>
                  <a:lnTo>
                    <a:pt x="1183474" y="35064"/>
                  </a:lnTo>
                  <a:lnTo>
                    <a:pt x="1181950" y="33540"/>
                  </a:lnTo>
                  <a:lnTo>
                    <a:pt x="1180426" y="33540"/>
                  </a:lnTo>
                  <a:lnTo>
                    <a:pt x="1180426" y="32016"/>
                  </a:lnTo>
                  <a:lnTo>
                    <a:pt x="1178902" y="32016"/>
                  </a:lnTo>
                  <a:lnTo>
                    <a:pt x="1178902" y="27444"/>
                  </a:lnTo>
                  <a:lnTo>
                    <a:pt x="1180426" y="25920"/>
                  </a:lnTo>
                  <a:lnTo>
                    <a:pt x="1181950" y="25920"/>
                  </a:lnTo>
                  <a:lnTo>
                    <a:pt x="1181950" y="24396"/>
                  </a:lnTo>
                  <a:lnTo>
                    <a:pt x="1198816" y="24396"/>
                  </a:lnTo>
                  <a:lnTo>
                    <a:pt x="1201864" y="25920"/>
                  </a:lnTo>
                  <a:lnTo>
                    <a:pt x="1201864" y="24396"/>
                  </a:lnTo>
                  <a:lnTo>
                    <a:pt x="1201864" y="18300"/>
                  </a:lnTo>
                  <a:lnTo>
                    <a:pt x="1180426" y="18300"/>
                  </a:lnTo>
                  <a:lnTo>
                    <a:pt x="1178902" y="19824"/>
                  </a:lnTo>
                  <a:lnTo>
                    <a:pt x="1175854" y="21348"/>
                  </a:lnTo>
                  <a:lnTo>
                    <a:pt x="1174330" y="21348"/>
                  </a:lnTo>
                  <a:lnTo>
                    <a:pt x="1174330" y="22872"/>
                  </a:lnTo>
                  <a:lnTo>
                    <a:pt x="1172806" y="24396"/>
                  </a:lnTo>
                  <a:lnTo>
                    <a:pt x="1172806" y="25920"/>
                  </a:lnTo>
                  <a:lnTo>
                    <a:pt x="1171282" y="27444"/>
                  </a:lnTo>
                  <a:lnTo>
                    <a:pt x="1171282" y="33540"/>
                  </a:lnTo>
                  <a:lnTo>
                    <a:pt x="1172806" y="35064"/>
                  </a:lnTo>
                  <a:lnTo>
                    <a:pt x="1172806" y="36588"/>
                  </a:lnTo>
                  <a:lnTo>
                    <a:pt x="1174330" y="38112"/>
                  </a:lnTo>
                  <a:lnTo>
                    <a:pt x="1175854" y="38112"/>
                  </a:lnTo>
                  <a:lnTo>
                    <a:pt x="1175854" y="39636"/>
                  </a:lnTo>
                  <a:lnTo>
                    <a:pt x="1177378" y="39636"/>
                  </a:lnTo>
                  <a:lnTo>
                    <a:pt x="1178902" y="41160"/>
                  </a:lnTo>
                  <a:lnTo>
                    <a:pt x="1181950" y="41160"/>
                  </a:lnTo>
                  <a:lnTo>
                    <a:pt x="1183474" y="42684"/>
                  </a:lnTo>
                  <a:lnTo>
                    <a:pt x="1184998" y="42684"/>
                  </a:lnTo>
                  <a:lnTo>
                    <a:pt x="1188046" y="44208"/>
                  </a:lnTo>
                  <a:lnTo>
                    <a:pt x="1189570" y="44208"/>
                  </a:lnTo>
                  <a:lnTo>
                    <a:pt x="1191094" y="45732"/>
                  </a:lnTo>
                  <a:lnTo>
                    <a:pt x="1194142" y="45732"/>
                  </a:lnTo>
                  <a:lnTo>
                    <a:pt x="1194142" y="47256"/>
                  </a:lnTo>
                  <a:lnTo>
                    <a:pt x="1195666" y="47256"/>
                  </a:lnTo>
                  <a:lnTo>
                    <a:pt x="1195666" y="48780"/>
                  </a:lnTo>
                  <a:lnTo>
                    <a:pt x="1197190" y="50304"/>
                  </a:lnTo>
                  <a:lnTo>
                    <a:pt x="1197190" y="51828"/>
                  </a:lnTo>
                  <a:lnTo>
                    <a:pt x="1192618" y="56400"/>
                  </a:lnTo>
                  <a:lnTo>
                    <a:pt x="1178902" y="56400"/>
                  </a:lnTo>
                  <a:lnTo>
                    <a:pt x="1175854" y="54876"/>
                  </a:lnTo>
                  <a:lnTo>
                    <a:pt x="1171282" y="54876"/>
                  </a:lnTo>
                  <a:lnTo>
                    <a:pt x="1171282" y="60972"/>
                  </a:lnTo>
                  <a:lnTo>
                    <a:pt x="1172806" y="60972"/>
                  </a:lnTo>
                  <a:lnTo>
                    <a:pt x="1175854" y="62585"/>
                  </a:lnTo>
                  <a:lnTo>
                    <a:pt x="1192618" y="62585"/>
                  </a:lnTo>
                  <a:lnTo>
                    <a:pt x="1194142" y="60972"/>
                  </a:lnTo>
                  <a:lnTo>
                    <a:pt x="1197190" y="60972"/>
                  </a:lnTo>
                  <a:lnTo>
                    <a:pt x="1198816" y="59448"/>
                  </a:lnTo>
                  <a:lnTo>
                    <a:pt x="1200340" y="57924"/>
                  </a:lnTo>
                  <a:lnTo>
                    <a:pt x="1201864" y="57924"/>
                  </a:lnTo>
                  <a:lnTo>
                    <a:pt x="1201864" y="56400"/>
                  </a:lnTo>
                  <a:lnTo>
                    <a:pt x="1203388" y="54876"/>
                  </a:lnTo>
                  <a:lnTo>
                    <a:pt x="1203388" y="53352"/>
                  </a:lnTo>
                  <a:lnTo>
                    <a:pt x="1204912" y="51828"/>
                  </a:lnTo>
                  <a:lnTo>
                    <a:pt x="1204912" y="47256"/>
                  </a:lnTo>
                  <a:close/>
                </a:path>
                <a:path w="2814954" h="81280">
                  <a:moveTo>
                    <a:pt x="1242999" y="53340"/>
                  </a:moveTo>
                  <a:lnTo>
                    <a:pt x="1241475" y="53340"/>
                  </a:lnTo>
                  <a:lnTo>
                    <a:pt x="1241475" y="51816"/>
                  </a:lnTo>
                  <a:lnTo>
                    <a:pt x="1239951" y="50292"/>
                  </a:lnTo>
                  <a:lnTo>
                    <a:pt x="1238427" y="50292"/>
                  </a:lnTo>
                  <a:lnTo>
                    <a:pt x="1236903" y="48768"/>
                  </a:lnTo>
                  <a:lnTo>
                    <a:pt x="1235379" y="48768"/>
                  </a:lnTo>
                  <a:lnTo>
                    <a:pt x="1233855" y="50292"/>
                  </a:lnTo>
                  <a:lnTo>
                    <a:pt x="1232331" y="50292"/>
                  </a:lnTo>
                  <a:lnTo>
                    <a:pt x="1230807" y="51816"/>
                  </a:lnTo>
                  <a:lnTo>
                    <a:pt x="1230807" y="53340"/>
                  </a:lnTo>
                  <a:lnTo>
                    <a:pt x="1229283" y="54864"/>
                  </a:lnTo>
                  <a:lnTo>
                    <a:pt x="1229283" y="57912"/>
                  </a:lnTo>
                  <a:lnTo>
                    <a:pt x="1230807" y="59436"/>
                  </a:lnTo>
                  <a:lnTo>
                    <a:pt x="1230807" y="60960"/>
                  </a:lnTo>
                  <a:lnTo>
                    <a:pt x="1232331" y="60960"/>
                  </a:lnTo>
                  <a:lnTo>
                    <a:pt x="1232331" y="62585"/>
                  </a:lnTo>
                  <a:lnTo>
                    <a:pt x="1239951" y="62585"/>
                  </a:lnTo>
                  <a:lnTo>
                    <a:pt x="1239951" y="60960"/>
                  </a:lnTo>
                  <a:lnTo>
                    <a:pt x="1241475" y="60960"/>
                  </a:lnTo>
                  <a:lnTo>
                    <a:pt x="1241475" y="59436"/>
                  </a:lnTo>
                  <a:lnTo>
                    <a:pt x="1242999" y="59436"/>
                  </a:lnTo>
                  <a:lnTo>
                    <a:pt x="1242999" y="53340"/>
                  </a:lnTo>
                  <a:close/>
                </a:path>
                <a:path w="2814954" h="81280">
                  <a:moveTo>
                    <a:pt x="1242999" y="21336"/>
                  </a:moveTo>
                  <a:lnTo>
                    <a:pt x="1241475" y="21336"/>
                  </a:lnTo>
                  <a:lnTo>
                    <a:pt x="1241475" y="19812"/>
                  </a:lnTo>
                  <a:lnTo>
                    <a:pt x="1239951" y="18288"/>
                  </a:lnTo>
                  <a:lnTo>
                    <a:pt x="1232331" y="18288"/>
                  </a:lnTo>
                  <a:lnTo>
                    <a:pt x="1230807" y="19812"/>
                  </a:lnTo>
                  <a:lnTo>
                    <a:pt x="1230807" y="21336"/>
                  </a:lnTo>
                  <a:lnTo>
                    <a:pt x="1229283" y="22860"/>
                  </a:lnTo>
                  <a:lnTo>
                    <a:pt x="1229283" y="25908"/>
                  </a:lnTo>
                  <a:lnTo>
                    <a:pt x="1230807" y="27432"/>
                  </a:lnTo>
                  <a:lnTo>
                    <a:pt x="1230807" y="28956"/>
                  </a:lnTo>
                  <a:lnTo>
                    <a:pt x="1232331" y="28956"/>
                  </a:lnTo>
                  <a:lnTo>
                    <a:pt x="1232331" y="30480"/>
                  </a:lnTo>
                  <a:lnTo>
                    <a:pt x="1239951" y="30480"/>
                  </a:lnTo>
                  <a:lnTo>
                    <a:pt x="1239951" y="28956"/>
                  </a:lnTo>
                  <a:lnTo>
                    <a:pt x="1241475" y="28956"/>
                  </a:lnTo>
                  <a:lnTo>
                    <a:pt x="1241475" y="27432"/>
                  </a:lnTo>
                  <a:lnTo>
                    <a:pt x="1242999" y="27432"/>
                  </a:lnTo>
                  <a:lnTo>
                    <a:pt x="1242999" y="21336"/>
                  </a:lnTo>
                  <a:close/>
                </a:path>
                <a:path w="2814954" h="81280">
                  <a:moveTo>
                    <a:pt x="1354442" y="24384"/>
                  </a:moveTo>
                  <a:lnTo>
                    <a:pt x="1352918" y="19812"/>
                  </a:lnTo>
                  <a:lnTo>
                    <a:pt x="1352918" y="16764"/>
                  </a:lnTo>
                  <a:lnTo>
                    <a:pt x="1351394" y="13716"/>
                  </a:lnTo>
                  <a:lnTo>
                    <a:pt x="1348346" y="12192"/>
                  </a:lnTo>
                  <a:lnTo>
                    <a:pt x="1347584" y="10668"/>
                  </a:lnTo>
                  <a:lnTo>
                    <a:pt x="1346822" y="9144"/>
                  </a:lnTo>
                  <a:lnTo>
                    <a:pt x="1346822" y="27432"/>
                  </a:lnTo>
                  <a:lnTo>
                    <a:pt x="1346822" y="41148"/>
                  </a:lnTo>
                  <a:lnTo>
                    <a:pt x="1345298" y="44196"/>
                  </a:lnTo>
                  <a:lnTo>
                    <a:pt x="1345298" y="48768"/>
                  </a:lnTo>
                  <a:lnTo>
                    <a:pt x="1337678" y="56388"/>
                  </a:lnTo>
                  <a:lnTo>
                    <a:pt x="1331582" y="56388"/>
                  </a:lnTo>
                  <a:lnTo>
                    <a:pt x="1330058" y="54864"/>
                  </a:lnTo>
                  <a:lnTo>
                    <a:pt x="1327010" y="54864"/>
                  </a:lnTo>
                  <a:lnTo>
                    <a:pt x="1327010" y="53340"/>
                  </a:lnTo>
                  <a:lnTo>
                    <a:pt x="1323962" y="50292"/>
                  </a:lnTo>
                  <a:lnTo>
                    <a:pt x="1323962" y="48768"/>
                  </a:lnTo>
                  <a:lnTo>
                    <a:pt x="1322438" y="47244"/>
                  </a:lnTo>
                  <a:lnTo>
                    <a:pt x="1322438" y="45720"/>
                  </a:lnTo>
                  <a:lnTo>
                    <a:pt x="1332598" y="38100"/>
                  </a:lnTo>
                  <a:lnTo>
                    <a:pt x="1346822" y="27432"/>
                  </a:lnTo>
                  <a:lnTo>
                    <a:pt x="1346822" y="9144"/>
                  </a:lnTo>
                  <a:lnTo>
                    <a:pt x="1345298" y="7620"/>
                  </a:lnTo>
                  <a:lnTo>
                    <a:pt x="1345298" y="19812"/>
                  </a:lnTo>
                  <a:lnTo>
                    <a:pt x="1345298" y="21336"/>
                  </a:lnTo>
                  <a:lnTo>
                    <a:pt x="1320914" y="38100"/>
                  </a:lnTo>
                  <a:lnTo>
                    <a:pt x="1320914" y="25908"/>
                  </a:lnTo>
                  <a:lnTo>
                    <a:pt x="1322438" y="24384"/>
                  </a:lnTo>
                  <a:lnTo>
                    <a:pt x="1322438" y="21336"/>
                  </a:lnTo>
                  <a:lnTo>
                    <a:pt x="1323962" y="18288"/>
                  </a:lnTo>
                  <a:lnTo>
                    <a:pt x="1323962" y="16764"/>
                  </a:lnTo>
                  <a:lnTo>
                    <a:pt x="1330058" y="10668"/>
                  </a:lnTo>
                  <a:lnTo>
                    <a:pt x="1336154" y="10668"/>
                  </a:lnTo>
                  <a:lnTo>
                    <a:pt x="1337678" y="12192"/>
                  </a:lnTo>
                  <a:lnTo>
                    <a:pt x="1340726" y="12192"/>
                  </a:lnTo>
                  <a:lnTo>
                    <a:pt x="1340726" y="13716"/>
                  </a:lnTo>
                  <a:lnTo>
                    <a:pt x="1343774" y="16764"/>
                  </a:lnTo>
                  <a:lnTo>
                    <a:pt x="1343774" y="18288"/>
                  </a:lnTo>
                  <a:lnTo>
                    <a:pt x="1345298" y="19812"/>
                  </a:lnTo>
                  <a:lnTo>
                    <a:pt x="1345298" y="7620"/>
                  </a:lnTo>
                  <a:lnTo>
                    <a:pt x="1342250" y="6096"/>
                  </a:lnTo>
                  <a:lnTo>
                    <a:pt x="1340726" y="4572"/>
                  </a:lnTo>
                  <a:lnTo>
                    <a:pt x="1328534" y="4572"/>
                  </a:lnTo>
                  <a:lnTo>
                    <a:pt x="1322438" y="7620"/>
                  </a:lnTo>
                  <a:lnTo>
                    <a:pt x="1320914" y="10668"/>
                  </a:lnTo>
                  <a:lnTo>
                    <a:pt x="1316342" y="15240"/>
                  </a:lnTo>
                  <a:lnTo>
                    <a:pt x="1314818" y="18288"/>
                  </a:lnTo>
                  <a:lnTo>
                    <a:pt x="1314818" y="21336"/>
                  </a:lnTo>
                  <a:lnTo>
                    <a:pt x="1313294" y="25908"/>
                  </a:lnTo>
                  <a:lnTo>
                    <a:pt x="1313294" y="42672"/>
                  </a:lnTo>
                  <a:lnTo>
                    <a:pt x="1314818" y="47244"/>
                  </a:lnTo>
                  <a:lnTo>
                    <a:pt x="1319390" y="56388"/>
                  </a:lnTo>
                  <a:lnTo>
                    <a:pt x="1322438" y="59436"/>
                  </a:lnTo>
                  <a:lnTo>
                    <a:pt x="1325486" y="60960"/>
                  </a:lnTo>
                  <a:lnTo>
                    <a:pt x="1327010" y="62585"/>
                  </a:lnTo>
                  <a:lnTo>
                    <a:pt x="1340726" y="62585"/>
                  </a:lnTo>
                  <a:lnTo>
                    <a:pt x="1342250" y="60960"/>
                  </a:lnTo>
                  <a:lnTo>
                    <a:pt x="1348346" y="57912"/>
                  </a:lnTo>
                  <a:lnTo>
                    <a:pt x="1349108" y="56388"/>
                  </a:lnTo>
                  <a:lnTo>
                    <a:pt x="1352918" y="48768"/>
                  </a:lnTo>
                  <a:lnTo>
                    <a:pt x="1352918" y="45720"/>
                  </a:lnTo>
                  <a:lnTo>
                    <a:pt x="1354442" y="42672"/>
                  </a:lnTo>
                  <a:lnTo>
                    <a:pt x="1354442" y="27432"/>
                  </a:lnTo>
                  <a:lnTo>
                    <a:pt x="1354442" y="24384"/>
                  </a:lnTo>
                  <a:close/>
                </a:path>
                <a:path w="2814954" h="81280">
                  <a:moveTo>
                    <a:pt x="1389595" y="53352"/>
                  </a:moveTo>
                  <a:lnTo>
                    <a:pt x="1388071" y="51828"/>
                  </a:lnTo>
                  <a:lnTo>
                    <a:pt x="1388071" y="50304"/>
                  </a:lnTo>
                  <a:lnTo>
                    <a:pt x="1386547" y="50304"/>
                  </a:lnTo>
                  <a:lnTo>
                    <a:pt x="1386547" y="48780"/>
                  </a:lnTo>
                  <a:lnTo>
                    <a:pt x="1378927" y="48780"/>
                  </a:lnTo>
                  <a:lnTo>
                    <a:pt x="1377403" y="50304"/>
                  </a:lnTo>
                  <a:lnTo>
                    <a:pt x="1377403" y="51828"/>
                  </a:lnTo>
                  <a:lnTo>
                    <a:pt x="1375879" y="51828"/>
                  </a:lnTo>
                  <a:lnTo>
                    <a:pt x="1375879" y="59448"/>
                  </a:lnTo>
                  <a:lnTo>
                    <a:pt x="1377403" y="59448"/>
                  </a:lnTo>
                  <a:lnTo>
                    <a:pt x="1377403" y="60972"/>
                  </a:lnTo>
                  <a:lnTo>
                    <a:pt x="1378927" y="62585"/>
                  </a:lnTo>
                  <a:lnTo>
                    <a:pt x="1386547" y="62585"/>
                  </a:lnTo>
                  <a:lnTo>
                    <a:pt x="1386547" y="60972"/>
                  </a:lnTo>
                  <a:lnTo>
                    <a:pt x="1388071" y="60972"/>
                  </a:lnTo>
                  <a:lnTo>
                    <a:pt x="1388071" y="59448"/>
                  </a:lnTo>
                  <a:lnTo>
                    <a:pt x="1389595" y="57924"/>
                  </a:lnTo>
                  <a:lnTo>
                    <a:pt x="1389595" y="53352"/>
                  </a:lnTo>
                  <a:close/>
                </a:path>
                <a:path w="2814954" h="81280">
                  <a:moveTo>
                    <a:pt x="1452181" y="24295"/>
                  </a:moveTo>
                  <a:lnTo>
                    <a:pt x="1450644" y="19723"/>
                  </a:lnTo>
                  <a:lnTo>
                    <a:pt x="1450644" y="16675"/>
                  </a:lnTo>
                  <a:lnTo>
                    <a:pt x="1449120" y="13627"/>
                  </a:lnTo>
                  <a:lnTo>
                    <a:pt x="1446072" y="10579"/>
                  </a:lnTo>
                  <a:lnTo>
                    <a:pt x="1444548" y="9055"/>
                  </a:lnTo>
                  <a:lnTo>
                    <a:pt x="1444548" y="27343"/>
                  </a:lnTo>
                  <a:lnTo>
                    <a:pt x="1444548" y="44196"/>
                  </a:lnTo>
                  <a:lnTo>
                    <a:pt x="1443024" y="45720"/>
                  </a:lnTo>
                  <a:lnTo>
                    <a:pt x="1443024" y="48768"/>
                  </a:lnTo>
                  <a:lnTo>
                    <a:pt x="1435404" y="56388"/>
                  </a:lnTo>
                  <a:lnTo>
                    <a:pt x="1429308" y="56388"/>
                  </a:lnTo>
                  <a:lnTo>
                    <a:pt x="1427784" y="54864"/>
                  </a:lnTo>
                  <a:lnTo>
                    <a:pt x="1424647" y="54864"/>
                  </a:lnTo>
                  <a:lnTo>
                    <a:pt x="1424647" y="53340"/>
                  </a:lnTo>
                  <a:lnTo>
                    <a:pt x="1421599" y="50292"/>
                  </a:lnTo>
                  <a:lnTo>
                    <a:pt x="1421599" y="48768"/>
                  </a:lnTo>
                  <a:lnTo>
                    <a:pt x="1420075" y="47244"/>
                  </a:lnTo>
                  <a:lnTo>
                    <a:pt x="1420075" y="45720"/>
                  </a:lnTo>
                  <a:lnTo>
                    <a:pt x="1430223" y="38100"/>
                  </a:lnTo>
                  <a:lnTo>
                    <a:pt x="1444548" y="27343"/>
                  </a:lnTo>
                  <a:lnTo>
                    <a:pt x="1444548" y="9055"/>
                  </a:lnTo>
                  <a:lnTo>
                    <a:pt x="1443024" y="7531"/>
                  </a:lnTo>
                  <a:lnTo>
                    <a:pt x="1443024" y="19723"/>
                  </a:lnTo>
                  <a:lnTo>
                    <a:pt x="1443024" y="21247"/>
                  </a:lnTo>
                  <a:lnTo>
                    <a:pt x="1418551" y="38100"/>
                  </a:lnTo>
                  <a:lnTo>
                    <a:pt x="1418551" y="25819"/>
                  </a:lnTo>
                  <a:lnTo>
                    <a:pt x="1420075" y="24295"/>
                  </a:lnTo>
                  <a:lnTo>
                    <a:pt x="1420075" y="21247"/>
                  </a:lnTo>
                  <a:lnTo>
                    <a:pt x="1421599" y="18199"/>
                  </a:lnTo>
                  <a:lnTo>
                    <a:pt x="1421599" y="16675"/>
                  </a:lnTo>
                  <a:lnTo>
                    <a:pt x="1424647" y="13627"/>
                  </a:lnTo>
                  <a:lnTo>
                    <a:pt x="1426260" y="12103"/>
                  </a:lnTo>
                  <a:lnTo>
                    <a:pt x="1427784" y="10579"/>
                  </a:lnTo>
                  <a:lnTo>
                    <a:pt x="1433880" y="10579"/>
                  </a:lnTo>
                  <a:lnTo>
                    <a:pt x="1435404" y="12103"/>
                  </a:lnTo>
                  <a:lnTo>
                    <a:pt x="1438452" y="12103"/>
                  </a:lnTo>
                  <a:lnTo>
                    <a:pt x="1438452" y="13627"/>
                  </a:lnTo>
                  <a:lnTo>
                    <a:pt x="1441500" y="16675"/>
                  </a:lnTo>
                  <a:lnTo>
                    <a:pt x="1441500" y="18199"/>
                  </a:lnTo>
                  <a:lnTo>
                    <a:pt x="1443024" y="19723"/>
                  </a:lnTo>
                  <a:lnTo>
                    <a:pt x="1443024" y="7531"/>
                  </a:lnTo>
                  <a:lnTo>
                    <a:pt x="1439976" y="6007"/>
                  </a:lnTo>
                  <a:lnTo>
                    <a:pt x="1438452" y="4483"/>
                  </a:lnTo>
                  <a:lnTo>
                    <a:pt x="1426260" y="4483"/>
                  </a:lnTo>
                  <a:lnTo>
                    <a:pt x="1423123" y="6007"/>
                  </a:lnTo>
                  <a:lnTo>
                    <a:pt x="1420075" y="7531"/>
                  </a:lnTo>
                  <a:lnTo>
                    <a:pt x="1418551" y="10579"/>
                  </a:lnTo>
                  <a:lnTo>
                    <a:pt x="1413979" y="15151"/>
                  </a:lnTo>
                  <a:lnTo>
                    <a:pt x="1413979" y="18199"/>
                  </a:lnTo>
                  <a:lnTo>
                    <a:pt x="1412455" y="21247"/>
                  </a:lnTo>
                  <a:lnTo>
                    <a:pt x="1410931" y="25819"/>
                  </a:lnTo>
                  <a:lnTo>
                    <a:pt x="1410931" y="42672"/>
                  </a:lnTo>
                  <a:lnTo>
                    <a:pt x="1412455" y="47244"/>
                  </a:lnTo>
                  <a:lnTo>
                    <a:pt x="1417027" y="56388"/>
                  </a:lnTo>
                  <a:lnTo>
                    <a:pt x="1420075" y="59436"/>
                  </a:lnTo>
                  <a:lnTo>
                    <a:pt x="1423123" y="60960"/>
                  </a:lnTo>
                  <a:lnTo>
                    <a:pt x="1426260" y="62484"/>
                  </a:lnTo>
                  <a:lnTo>
                    <a:pt x="1438452" y="62484"/>
                  </a:lnTo>
                  <a:lnTo>
                    <a:pt x="1439976" y="60960"/>
                  </a:lnTo>
                  <a:lnTo>
                    <a:pt x="1446072" y="57912"/>
                  </a:lnTo>
                  <a:lnTo>
                    <a:pt x="1446834" y="56388"/>
                  </a:lnTo>
                  <a:lnTo>
                    <a:pt x="1450644" y="48768"/>
                  </a:lnTo>
                  <a:lnTo>
                    <a:pt x="1450644" y="45720"/>
                  </a:lnTo>
                  <a:lnTo>
                    <a:pt x="1452181" y="42672"/>
                  </a:lnTo>
                  <a:lnTo>
                    <a:pt x="1452181" y="27343"/>
                  </a:lnTo>
                  <a:lnTo>
                    <a:pt x="1452181" y="24295"/>
                  </a:lnTo>
                  <a:close/>
                </a:path>
                <a:path w="2814954" h="81280">
                  <a:moveTo>
                    <a:pt x="1499514" y="4584"/>
                  </a:moveTo>
                  <a:lnTo>
                    <a:pt x="1461325" y="4584"/>
                  </a:lnTo>
                  <a:lnTo>
                    <a:pt x="1461325" y="12204"/>
                  </a:lnTo>
                  <a:lnTo>
                    <a:pt x="1491894" y="12204"/>
                  </a:lnTo>
                  <a:lnTo>
                    <a:pt x="1467421" y="62585"/>
                  </a:lnTo>
                  <a:lnTo>
                    <a:pt x="1476654" y="62585"/>
                  </a:lnTo>
                  <a:lnTo>
                    <a:pt x="1499514" y="12204"/>
                  </a:lnTo>
                  <a:lnTo>
                    <a:pt x="1499514" y="4584"/>
                  </a:lnTo>
                  <a:close/>
                </a:path>
                <a:path w="2814954" h="81280">
                  <a:moveTo>
                    <a:pt x="1548384" y="15240"/>
                  </a:moveTo>
                  <a:lnTo>
                    <a:pt x="1546860" y="13716"/>
                  </a:lnTo>
                  <a:lnTo>
                    <a:pt x="1546860" y="12192"/>
                  </a:lnTo>
                  <a:lnTo>
                    <a:pt x="1545336" y="10668"/>
                  </a:lnTo>
                  <a:lnTo>
                    <a:pt x="1545336" y="9144"/>
                  </a:lnTo>
                  <a:lnTo>
                    <a:pt x="1543812" y="7620"/>
                  </a:lnTo>
                  <a:lnTo>
                    <a:pt x="1542288" y="7620"/>
                  </a:lnTo>
                  <a:lnTo>
                    <a:pt x="1539240" y="6096"/>
                  </a:lnTo>
                  <a:lnTo>
                    <a:pt x="1539240" y="13716"/>
                  </a:lnTo>
                  <a:lnTo>
                    <a:pt x="1539240" y="22860"/>
                  </a:lnTo>
                  <a:lnTo>
                    <a:pt x="1536192" y="25908"/>
                  </a:lnTo>
                  <a:lnTo>
                    <a:pt x="1530096" y="28956"/>
                  </a:lnTo>
                  <a:lnTo>
                    <a:pt x="1528572" y="27432"/>
                  </a:lnTo>
                  <a:lnTo>
                    <a:pt x="1527048" y="27432"/>
                  </a:lnTo>
                  <a:lnTo>
                    <a:pt x="1525524" y="25908"/>
                  </a:lnTo>
                  <a:lnTo>
                    <a:pt x="1524000" y="25908"/>
                  </a:lnTo>
                  <a:lnTo>
                    <a:pt x="1519428" y="21336"/>
                  </a:lnTo>
                  <a:lnTo>
                    <a:pt x="1519428" y="15240"/>
                  </a:lnTo>
                  <a:lnTo>
                    <a:pt x="1524000" y="10668"/>
                  </a:lnTo>
                  <a:lnTo>
                    <a:pt x="1534668" y="10668"/>
                  </a:lnTo>
                  <a:lnTo>
                    <a:pt x="1537716" y="12192"/>
                  </a:lnTo>
                  <a:lnTo>
                    <a:pt x="1539240" y="13716"/>
                  </a:lnTo>
                  <a:lnTo>
                    <a:pt x="1539240" y="6096"/>
                  </a:lnTo>
                  <a:lnTo>
                    <a:pt x="1537716" y="6096"/>
                  </a:lnTo>
                  <a:lnTo>
                    <a:pt x="1534668" y="4572"/>
                  </a:lnTo>
                  <a:lnTo>
                    <a:pt x="1524000" y="4572"/>
                  </a:lnTo>
                  <a:lnTo>
                    <a:pt x="1522476" y="6096"/>
                  </a:lnTo>
                  <a:lnTo>
                    <a:pt x="1519428" y="6096"/>
                  </a:lnTo>
                  <a:lnTo>
                    <a:pt x="1517904" y="7620"/>
                  </a:lnTo>
                  <a:lnTo>
                    <a:pt x="1516278" y="9144"/>
                  </a:lnTo>
                  <a:lnTo>
                    <a:pt x="1513230" y="12192"/>
                  </a:lnTo>
                  <a:lnTo>
                    <a:pt x="1513230" y="13716"/>
                  </a:lnTo>
                  <a:lnTo>
                    <a:pt x="1511706" y="15240"/>
                  </a:lnTo>
                  <a:lnTo>
                    <a:pt x="1511706" y="24384"/>
                  </a:lnTo>
                  <a:lnTo>
                    <a:pt x="1514754" y="25908"/>
                  </a:lnTo>
                  <a:lnTo>
                    <a:pt x="1516278" y="28956"/>
                  </a:lnTo>
                  <a:lnTo>
                    <a:pt x="1517904" y="30480"/>
                  </a:lnTo>
                  <a:lnTo>
                    <a:pt x="1522476" y="33528"/>
                  </a:lnTo>
                  <a:lnTo>
                    <a:pt x="1517904" y="35052"/>
                  </a:lnTo>
                  <a:lnTo>
                    <a:pt x="1514754" y="36576"/>
                  </a:lnTo>
                  <a:lnTo>
                    <a:pt x="1510182" y="45720"/>
                  </a:lnTo>
                  <a:lnTo>
                    <a:pt x="1510182" y="53352"/>
                  </a:lnTo>
                  <a:lnTo>
                    <a:pt x="1511706" y="54876"/>
                  </a:lnTo>
                  <a:lnTo>
                    <a:pt x="1511706" y="56400"/>
                  </a:lnTo>
                  <a:lnTo>
                    <a:pt x="1514754" y="59448"/>
                  </a:lnTo>
                  <a:lnTo>
                    <a:pt x="1516278" y="59448"/>
                  </a:lnTo>
                  <a:lnTo>
                    <a:pt x="1519428" y="60972"/>
                  </a:lnTo>
                  <a:lnTo>
                    <a:pt x="1520952" y="60972"/>
                  </a:lnTo>
                  <a:lnTo>
                    <a:pt x="1524000" y="62585"/>
                  </a:lnTo>
                  <a:lnTo>
                    <a:pt x="1537716" y="62585"/>
                  </a:lnTo>
                  <a:lnTo>
                    <a:pt x="1539240" y="60972"/>
                  </a:lnTo>
                  <a:lnTo>
                    <a:pt x="1542288" y="59448"/>
                  </a:lnTo>
                  <a:lnTo>
                    <a:pt x="1543812" y="59448"/>
                  </a:lnTo>
                  <a:lnTo>
                    <a:pt x="1546860" y="56400"/>
                  </a:lnTo>
                  <a:lnTo>
                    <a:pt x="1546860" y="54876"/>
                  </a:lnTo>
                  <a:lnTo>
                    <a:pt x="1548384" y="51828"/>
                  </a:lnTo>
                  <a:lnTo>
                    <a:pt x="1548384" y="42672"/>
                  </a:lnTo>
                  <a:lnTo>
                    <a:pt x="1546860" y="41148"/>
                  </a:lnTo>
                  <a:lnTo>
                    <a:pt x="1546860" y="39624"/>
                  </a:lnTo>
                  <a:lnTo>
                    <a:pt x="1543812" y="36576"/>
                  </a:lnTo>
                  <a:lnTo>
                    <a:pt x="1540764" y="33528"/>
                  </a:lnTo>
                  <a:lnTo>
                    <a:pt x="1540764" y="45720"/>
                  </a:lnTo>
                  <a:lnTo>
                    <a:pt x="1540764" y="50304"/>
                  </a:lnTo>
                  <a:lnTo>
                    <a:pt x="1539240" y="51828"/>
                  </a:lnTo>
                  <a:lnTo>
                    <a:pt x="1539240" y="53352"/>
                  </a:lnTo>
                  <a:lnTo>
                    <a:pt x="1537716" y="53352"/>
                  </a:lnTo>
                  <a:lnTo>
                    <a:pt x="1537716" y="54876"/>
                  </a:lnTo>
                  <a:lnTo>
                    <a:pt x="1534668" y="54876"/>
                  </a:lnTo>
                  <a:lnTo>
                    <a:pt x="1534668" y="56400"/>
                  </a:lnTo>
                  <a:lnTo>
                    <a:pt x="1525524" y="56400"/>
                  </a:lnTo>
                  <a:lnTo>
                    <a:pt x="1524000" y="54876"/>
                  </a:lnTo>
                  <a:lnTo>
                    <a:pt x="1520952" y="54876"/>
                  </a:lnTo>
                  <a:lnTo>
                    <a:pt x="1520952" y="53352"/>
                  </a:lnTo>
                  <a:lnTo>
                    <a:pt x="1519428" y="53352"/>
                  </a:lnTo>
                  <a:lnTo>
                    <a:pt x="1519428" y="50304"/>
                  </a:lnTo>
                  <a:lnTo>
                    <a:pt x="1517904" y="48780"/>
                  </a:lnTo>
                  <a:lnTo>
                    <a:pt x="1517904" y="45720"/>
                  </a:lnTo>
                  <a:lnTo>
                    <a:pt x="1519428" y="44196"/>
                  </a:lnTo>
                  <a:lnTo>
                    <a:pt x="1519428" y="42672"/>
                  </a:lnTo>
                  <a:lnTo>
                    <a:pt x="1522476" y="39624"/>
                  </a:lnTo>
                  <a:lnTo>
                    <a:pt x="1524000" y="39624"/>
                  </a:lnTo>
                  <a:lnTo>
                    <a:pt x="1527048" y="36576"/>
                  </a:lnTo>
                  <a:lnTo>
                    <a:pt x="1531620" y="36576"/>
                  </a:lnTo>
                  <a:lnTo>
                    <a:pt x="1534668" y="39624"/>
                  </a:lnTo>
                  <a:lnTo>
                    <a:pt x="1536192" y="39624"/>
                  </a:lnTo>
                  <a:lnTo>
                    <a:pt x="1537716" y="41148"/>
                  </a:lnTo>
                  <a:lnTo>
                    <a:pt x="1537716" y="42672"/>
                  </a:lnTo>
                  <a:lnTo>
                    <a:pt x="1539240" y="42672"/>
                  </a:lnTo>
                  <a:lnTo>
                    <a:pt x="1539240" y="44196"/>
                  </a:lnTo>
                  <a:lnTo>
                    <a:pt x="1540764" y="45720"/>
                  </a:lnTo>
                  <a:lnTo>
                    <a:pt x="1540764" y="33528"/>
                  </a:lnTo>
                  <a:lnTo>
                    <a:pt x="1539240" y="33528"/>
                  </a:lnTo>
                  <a:lnTo>
                    <a:pt x="1537716" y="32004"/>
                  </a:lnTo>
                  <a:lnTo>
                    <a:pt x="1543812" y="28956"/>
                  </a:lnTo>
                  <a:lnTo>
                    <a:pt x="1545336" y="25908"/>
                  </a:lnTo>
                  <a:lnTo>
                    <a:pt x="1546860" y="24384"/>
                  </a:lnTo>
                  <a:lnTo>
                    <a:pt x="1548384" y="21336"/>
                  </a:lnTo>
                  <a:lnTo>
                    <a:pt x="1548384" y="15240"/>
                  </a:lnTo>
                  <a:close/>
                </a:path>
                <a:path w="2814954" h="81280">
                  <a:moveTo>
                    <a:pt x="1600288" y="42684"/>
                  </a:moveTo>
                  <a:lnTo>
                    <a:pt x="1591144" y="42684"/>
                  </a:lnTo>
                  <a:lnTo>
                    <a:pt x="1591144" y="12204"/>
                  </a:lnTo>
                  <a:lnTo>
                    <a:pt x="1591144" y="4584"/>
                  </a:lnTo>
                  <a:lnTo>
                    <a:pt x="1583524" y="4584"/>
                  </a:lnTo>
                  <a:lnTo>
                    <a:pt x="1583524" y="12204"/>
                  </a:lnTo>
                  <a:lnTo>
                    <a:pt x="1583524" y="42684"/>
                  </a:lnTo>
                  <a:lnTo>
                    <a:pt x="1563611" y="42684"/>
                  </a:lnTo>
                  <a:lnTo>
                    <a:pt x="1583524" y="12204"/>
                  </a:lnTo>
                  <a:lnTo>
                    <a:pt x="1583524" y="4584"/>
                  </a:lnTo>
                  <a:lnTo>
                    <a:pt x="1580476" y="4584"/>
                  </a:lnTo>
                  <a:lnTo>
                    <a:pt x="1555991" y="42684"/>
                  </a:lnTo>
                  <a:lnTo>
                    <a:pt x="1555991" y="48780"/>
                  </a:lnTo>
                  <a:lnTo>
                    <a:pt x="1583524" y="48780"/>
                  </a:lnTo>
                  <a:lnTo>
                    <a:pt x="1583524" y="62585"/>
                  </a:lnTo>
                  <a:lnTo>
                    <a:pt x="1591144" y="62585"/>
                  </a:lnTo>
                  <a:lnTo>
                    <a:pt x="1591144" y="48780"/>
                  </a:lnTo>
                  <a:lnTo>
                    <a:pt x="1600288" y="48780"/>
                  </a:lnTo>
                  <a:lnTo>
                    <a:pt x="1600288" y="42684"/>
                  </a:lnTo>
                  <a:close/>
                </a:path>
                <a:path w="2814954" h="81280">
                  <a:moveTo>
                    <a:pt x="1690116" y="34493"/>
                  </a:moveTo>
                  <a:lnTo>
                    <a:pt x="1662684" y="34493"/>
                  </a:lnTo>
                  <a:lnTo>
                    <a:pt x="1662684" y="42100"/>
                  </a:lnTo>
                  <a:lnTo>
                    <a:pt x="1690116" y="42100"/>
                  </a:lnTo>
                  <a:lnTo>
                    <a:pt x="1690116" y="34493"/>
                  </a:lnTo>
                  <a:close/>
                </a:path>
                <a:path w="2814954" h="81280">
                  <a:moveTo>
                    <a:pt x="1795640" y="18288"/>
                  </a:moveTo>
                  <a:lnTo>
                    <a:pt x="1786496" y="18288"/>
                  </a:lnTo>
                  <a:lnTo>
                    <a:pt x="1775828" y="47345"/>
                  </a:lnTo>
                  <a:lnTo>
                    <a:pt x="1774304" y="54965"/>
                  </a:lnTo>
                  <a:lnTo>
                    <a:pt x="1771256" y="47345"/>
                  </a:lnTo>
                  <a:lnTo>
                    <a:pt x="1760588" y="18288"/>
                  </a:lnTo>
                  <a:lnTo>
                    <a:pt x="1752968" y="18288"/>
                  </a:lnTo>
                  <a:lnTo>
                    <a:pt x="1769732" y="62585"/>
                  </a:lnTo>
                  <a:lnTo>
                    <a:pt x="1778876" y="62585"/>
                  </a:lnTo>
                  <a:lnTo>
                    <a:pt x="1795640" y="18288"/>
                  </a:lnTo>
                  <a:close/>
                </a:path>
                <a:path w="2814954" h="81280">
                  <a:moveTo>
                    <a:pt x="1839937" y="27533"/>
                  </a:moveTo>
                  <a:lnTo>
                    <a:pt x="1838413" y="26009"/>
                  </a:lnTo>
                  <a:lnTo>
                    <a:pt x="1838413" y="24384"/>
                  </a:lnTo>
                  <a:lnTo>
                    <a:pt x="1832317" y="18288"/>
                  </a:lnTo>
                  <a:lnTo>
                    <a:pt x="1812417" y="18288"/>
                  </a:lnTo>
                  <a:lnTo>
                    <a:pt x="1810893" y="19812"/>
                  </a:lnTo>
                  <a:lnTo>
                    <a:pt x="1807845" y="19812"/>
                  </a:lnTo>
                  <a:lnTo>
                    <a:pt x="1807845" y="27533"/>
                  </a:lnTo>
                  <a:lnTo>
                    <a:pt x="1810893" y="26009"/>
                  </a:lnTo>
                  <a:lnTo>
                    <a:pt x="1812417" y="26009"/>
                  </a:lnTo>
                  <a:lnTo>
                    <a:pt x="1815465" y="24384"/>
                  </a:lnTo>
                  <a:lnTo>
                    <a:pt x="1827745" y="24384"/>
                  </a:lnTo>
                  <a:lnTo>
                    <a:pt x="1830793" y="26009"/>
                  </a:lnTo>
                  <a:lnTo>
                    <a:pt x="1832317" y="27533"/>
                  </a:lnTo>
                  <a:lnTo>
                    <a:pt x="1832317" y="36677"/>
                  </a:lnTo>
                  <a:lnTo>
                    <a:pt x="1832317" y="42773"/>
                  </a:lnTo>
                  <a:lnTo>
                    <a:pt x="1832317" y="50393"/>
                  </a:lnTo>
                  <a:lnTo>
                    <a:pt x="1830793" y="51917"/>
                  </a:lnTo>
                  <a:lnTo>
                    <a:pt x="1827745" y="53441"/>
                  </a:lnTo>
                  <a:lnTo>
                    <a:pt x="1826221" y="54965"/>
                  </a:lnTo>
                  <a:lnTo>
                    <a:pt x="1823173" y="56489"/>
                  </a:lnTo>
                  <a:lnTo>
                    <a:pt x="1815465" y="56489"/>
                  </a:lnTo>
                  <a:lnTo>
                    <a:pt x="1815465" y="54965"/>
                  </a:lnTo>
                  <a:lnTo>
                    <a:pt x="1813941" y="54965"/>
                  </a:lnTo>
                  <a:lnTo>
                    <a:pt x="1813941" y="53441"/>
                  </a:lnTo>
                  <a:lnTo>
                    <a:pt x="1812417" y="53441"/>
                  </a:lnTo>
                  <a:lnTo>
                    <a:pt x="1812417" y="47345"/>
                  </a:lnTo>
                  <a:lnTo>
                    <a:pt x="1816989" y="42773"/>
                  </a:lnTo>
                  <a:lnTo>
                    <a:pt x="1832317" y="42773"/>
                  </a:lnTo>
                  <a:lnTo>
                    <a:pt x="1832317" y="36677"/>
                  </a:lnTo>
                  <a:lnTo>
                    <a:pt x="1816989" y="36677"/>
                  </a:lnTo>
                  <a:lnTo>
                    <a:pt x="1812417" y="38201"/>
                  </a:lnTo>
                  <a:lnTo>
                    <a:pt x="1809369" y="39725"/>
                  </a:lnTo>
                  <a:lnTo>
                    <a:pt x="1806321" y="42773"/>
                  </a:lnTo>
                  <a:lnTo>
                    <a:pt x="1804797" y="45821"/>
                  </a:lnTo>
                  <a:lnTo>
                    <a:pt x="1804797" y="56489"/>
                  </a:lnTo>
                  <a:lnTo>
                    <a:pt x="1809369" y="61061"/>
                  </a:lnTo>
                  <a:lnTo>
                    <a:pt x="1812417" y="62585"/>
                  </a:lnTo>
                  <a:lnTo>
                    <a:pt x="1823173" y="62585"/>
                  </a:lnTo>
                  <a:lnTo>
                    <a:pt x="1826221" y="61061"/>
                  </a:lnTo>
                  <a:lnTo>
                    <a:pt x="1827745" y="59537"/>
                  </a:lnTo>
                  <a:lnTo>
                    <a:pt x="1833841" y="56489"/>
                  </a:lnTo>
                  <a:lnTo>
                    <a:pt x="1833841" y="62585"/>
                  </a:lnTo>
                  <a:lnTo>
                    <a:pt x="1839937" y="62585"/>
                  </a:lnTo>
                  <a:lnTo>
                    <a:pt x="1839937" y="42773"/>
                  </a:lnTo>
                  <a:lnTo>
                    <a:pt x="1839937" y="27533"/>
                  </a:lnTo>
                  <a:close/>
                </a:path>
                <a:path w="2814954" h="81280">
                  <a:moveTo>
                    <a:pt x="1890331" y="56489"/>
                  </a:moveTo>
                  <a:lnTo>
                    <a:pt x="1876615" y="56489"/>
                  </a:lnTo>
                  <a:lnTo>
                    <a:pt x="1876615" y="0"/>
                  </a:lnTo>
                  <a:lnTo>
                    <a:pt x="1856803" y="0"/>
                  </a:lnTo>
                  <a:lnTo>
                    <a:pt x="1856803" y="6096"/>
                  </a:lnTo>
                  <a:lnTo>
                    <a:pt x="1868995" y="6096"/>
                  </a:lnTo>
                  <a:lnTo>
                    <a:pt x="1868995" y="56489"/>
                  </a:lnTo>
                  <a:lnTo>
                    <a:pt x="1855279" y="56489"/>
                  </a:lnTo>
                  <a:lnTo>
                    <a:pt x="1855279" y="62585"/>
                  </a:lnTo>
                  <a:lnTo>
                    <a:pt x="1890331" y="62585"/>
                  </a:lnTo>
                  <a:lnTo>
                    <a:pt x="1890331" y="56489"/>
                  </a:lnTo>
                  <a:close/>
                </a:path>
                <a:path w="2814954" h="81280">
                  <a:moveTo>
                    <a:pt x="1946135" y="72593"/>
                  </a:moveTo>
                  <a:lnTo>
                    <a:pt x="1894332" y="72593"/>
                  </a:lnTo>
                  <a:lnTo>
                    <a:pt x="1894332" y="80200"/>
                  </a:lnTo>
                  <a:lnTo>
                    <a:pt x="1946135" y="80200"/>
                  </a:lnTo>
                  <a:lnTo>
                    <a:pt x="1946135" y="72593"/>
                  </a:lnTo>
                  <a:close/>
                </a:path>
                <a:path w="2814954" h="81280">
                  <a:moveTo>
                    <a:pt x="1986534" y="27432"/>
                  </a:moveTo>
                  <a:lnTo>
                    <a:pt x="1985010" y="25908"/>
                  </a:lnTo>
                  <a:lnTo>
                    <a:pt x="1985010" y="24384"/>
                  </a:lnTo>
                  <a:lnTo>
                    <a:pt x="1978914" y="18288"/>
                  </a:lnTo>
                  <a:lnTo>
                    <a:pt x="1959102" y="18288"/>
                  </a:lnTo>
                  <a:lnTo>
                    <a:pt x="1957578" y="19812"/>
                  </a:lnTo>
                  <a:lnTo>
                    <a:pt x="1954530" y="19812"/>
                  </a:lnTo>
                  <a:lnTo>
                    <a:pt x="1954530" y="27432"/>
                  </a:lnTo>
                  <a:lnTo>
                    <a:pt x="1957578" y="25908"/>
                  </a:lnTo>
                  <a:lnTo>
                    <a:pt x="1959102" y="25908"/>
                  </a:lnTo>
                  <a:lnTo>
                    <a:pt x="1962150" y="24384"/>
                  </a:lnTo>
                  <a:lnTo>
                    <a:pt x="1975866" y="24384"/>
                  </a:lnTo>
                  <a:lnTo>
                    <a:pt x="1978914" y="27432"/>
                  </a:lnTo>
                  <a:lnTo>
                    <a:pt x="1978914" y="36576"/>
                  </a:lnTo>
                  <a:lnTo>
                    <a:pt x="1978914" y="42672"/>
                  </a:lnTo>
                  <a:lnTo>
                    <a:pt x="1978914" y="50292"/>
                  </a:lnTo>
                  <a:lnTo>
                    <a:pt x="1977390" y="51816"/>
                  </a:lnTo>
                  <a:lnTo>
                    <a:pt x="1974342" y="53340"/>
                  </a:lnTo>
                  <a:lnTo>
                    <a:pt x="1972818" y="54864"/>
                  </a:lnTo>
                  <a:lnTo>
                    <a:pt x="1969770" y="56388"/>
                  </a:lnTo>
                  <a:lnTo>
                    <a:pt x="1962150" y="56388"/>
                  </a:lnTo>
                  <a:lnTo>
                    <a:pt x="1962150" y="54864"/>
                  </a:lnTo>
                  <a:lnTo>
                    <a:pt x="1960626" y="54864"/>
                  </a:lnTo>
                  <a:lnTo>
                    <a:pt x="1960626" y="53340"/>
                  </a:lnTo>
                  <a:lnTo>
                    <a:pt x="1959102" y="53340"/>
                  </a:lnTo>
                  <a:lnTo>
                    <a:pt x="1959102" y="47244"/>
                  </a:lnTo>
                  <a:lnTo>
                    <a:pt x="1963674" y="42672"/>
                  </a:lnTo>
                  <a:lnTo>
                    <a:pt x="1978914" y="42672"/>
                  </a:lnTo>
                  <a:lnTo>
                    <a:pt x="1978914" y="36576"/>
                  </a:lnTo>
                  <a:lnTo>
                    <a:pt x="1963674" y="36576"/>
                  </a:lnTo>
                  <a:lnTo>
                    <a:pt x="1959102" y="38100"/>
                  </a:lnTo>
                  <a:lnTo>
                    <a:pt x="1956054" y="39624"/>
                  </a:lnTo>
                  <a:lnTo>
                    <a:pt x="1953006" y="42672"/>
                  </a:lnTo>
                  <a:lnTo>
                    <a:pt x="1951482" y="45720"/>
                  </a:lnTo>
                  <a:lnTo>
                    <a:pt x="1951482" y="54864"/>
                  </a:lnTo>
                  <a:lnTo>
                    <a:pt x="1953006" y="56388"/>
                  </a:lnTo>
                  <a:lnTo>
                    <a:pt x="1953006" y="57912"/>
                  </a:lnTo>
                  <a:lnTo>
                    <a:pt x="1956054" y="60960"/>
                  </a:lnTo>
                  <a:lnTo>
                    <a:pt x="1957578" y="60960"/>
                  </a:lnTo>
                  <a:lnTo>
                    <a:pt x="1959102" y="62585"/>
                  </a:lnTo>
                  <a:lnTo>
                    <a:pt x="1969770" y="62585"/>
                  </a:lnTo>
                  <a:lnTo>
                    <a:pt x="1972818" y="60960"/>
                  </a:lnTo>
                  <a:lnTo>
                    <a:pt x="1975866" y="59436"/>
                  </a:lnTo>
                  <a:lnTo>
                    <a:pt x="1977390" y="57912"/>
                  </a:lnTo>
                  <a:lnTo>
                    <a:pt x="1980438" y="56388"/>
                  </a:lnTo>
                  <a:lnTo>
                    <a:pt x="1980438" y="62585"/>
                  </a:lnTo>
                  <a:lnTo>
                    <a:pt x="1986534" y="62585"/>
                  </a:lnTo>
                  <a:lnTo>
                    <a:pt x="1986534" y="42672"/>
                  </a:lnTo>
                  <a:lnTo>
                    <a:pt x="1986534" y="27432"/>
                  </a:lnTo>
                  <a:close/>
                </a:path>
                <a:path w="2814954" h="81280">
                  <a:moveTo>
                    <a:pt x="2035390" y="19723"/>
                  </a:moveTo>
                  <a:lnTo>
                    <a:pt x="2032342" y="19723"/>
                  </a:lnTo>
                  <a:lnTo>
                    <a:pt x="2030818" y="18199"/>
                  </a:lnTo>
                  <a:lnTo>
                    <a:pt x="2017102" y="18199"/>
                  </a:lnTo>
                  <a:lnTo>
                    <a:pt x="2014054" y="19723"/>
                  </a:lnTo>
                  <a:lnTo>
                    <a:pt x="2011006" y="19723"/>
                  </a:lnTo>
                  <a:lnTo>
                    <a:pt x="2004910" y="25819"/>
                  </a:lnTo>
                  <a:lnTo>
                    <a:pt x="2001862" y="31915"/>
                  </a:lnTo>
                  <a:lnTo>
                    <a:pt x="2001862" y="33439"/>
                  </a:lnTo>
                  <a:lnTo>
                    <a:pt x="2000338" y="36487"/>
                  </a:lnTo>
                  <a:lnTo>
                    <a:pt x="2000338" y="47155"/>
                  </a:lnTo>
                  <a:lnTo>
                    <a:pt x="2003386" y="53251"/>
                  </a:lnTo>
                  <a:lnTo>
                    <a:pt x="2006434" y="56299"/>
                  </a:lnTo>
                  <a:lnTo>
                    <a:pt x="2009482" y="60972"/>
                  </a:lnTo>
                  <a:lnTo>
                    <a:pt x="2015578" y="62496"/>
                  </a:lnTo>
                  <a:lnTo>
                    <a:pt x="2029294" y="62496"/>
                  </a:lnTo>
                  <a:lnTo>
                    <a:pt x="2030818" y="60972"/>
                  </a:lnTo>
                  <a:lnTo>
                    <a:pt x="2035390" y="60972"/>
                  </a:lnTo>
                  <a:lnTo>
                    <a:pt x="2035390" y="53251"/>
                  </a:lnTo>
                  <a:lnTo>
                    <a:pt x="2032342" y="54775"/>
                  </a:lnTo>
                  <a:lnTo>
                    <a:pt x="2029294" y="54775"/>
                  </a:lnTo>
                  <a:lnTo>
                    <a:pt x="2027770" y="56299"/>
                  </a:lnTo>
                  <a:lnTo>
                    <a:pt x="2018626" y="56299"/>
                  </a:lnTo>
                  <a:lnTo>
                    <a:pt x="2015578" y="54775"/>
                  </a:lnTo>
                  <a:lnTo>
                    <a:pt x="2012530" y="51727"/>
                  </a:lnTo>
                  <a:lnTo>
                    <a:pt x="2009482" y="50203"/>
                  </a:lnTo>
                  <a:lnTo>
                    <a:pt x="2009482" y="33439"/>
                  </a:lnTo>
                  <a:lnTo>
                    <a:pt x="2011006" y="31915"/>
                  </a:lnTo>
                  <a:lnTo>
                    <a:pt x="2011006" y="30391"/>
                  </a:lnTo>
                  <a:lnTo>
                    <a:pt x="2015578" y="25819"/>
                  </a:lnTo>
                  <a:lnTo>
                    <a:pt x="2017102" y="25819"/>
                  </a:lnTo>
                  <a:lnTo>
                    <a:pt x="2018626" y="24295"/>
                  </a:lnTo>
                  <a:lnTo>
                    <a:pt x="2029294" y="24295"/>
                  </a:lnTo>
                  <a:lnTo>
                    <a:pt x="2030818" y="25819"/>
                  </a:lnTo>
                  <a:lnTo>
                    <a:pt x="2032342" y="25819"/>
                  </a:lnTo>
                  <a:lnTo>
                    <a:pt x="2035390" y="27343"/>
                  </a:lnTo>
                  <a:lnTo>
                    <a:pt x="2035390" y="19723"/>
                  </a:lnTo>
                  <a:close/>
                </a:path>
                <a:path w="2814954" h="81280">
                  <a:moveTo>
                    <a:pt x="2084247" y="19824"/>
                  </a:moveTo>
                  <a:lnTo>
                    <a:pt x="2082723" y="19824"/>
                  </a:lnTo>
                  <a:lnTo>
                    <a:pt x="2079675" y="18300"/>
                  </a:lnTo>
                  <a:lnTo>
                    <a:pt x="2065959" y="18300"/>
                  </a:lnTo>
                  <a:lnTo>
                    <a:pt x="2062911" y="19824"/>
                  </a:lnTo>
                  <a:lnTo>
                    <a:pt x="2059863" y="19824"/>
                  </a:lnTo>
                  <a:lnTo>
                    <a:pt x="2053767" y="25920"/>
                  </a:lnTo>
                  <a:lnTo>
                    <a:pt x="2050719" y="32016"/>
                  </a:lnTo>
                  <a:lnTo>
                    <a:pt x="2050719" y="33540"/>
                  </a:lnTo>
                  <a:lnTo>
                    <a:pt x="2049106" y="36588"/>
                  </a:lnTo>
                  <a:lnTo>
                    <a:pt x="2049106" y="47256"/>
                  </a:lnTo>
                  <a:lnTo>
                    <a:pt x="2052243" y="53352"/>
                  </a:lnTo>
                  <a:lnTo>
                    <a:pt x="2059863" y="60972"/>
                  </a:lnTo>
                  <a:lnTo>
                    <a:pt x="2064435" y="62585"/>
                  </a:lnTo>
                  <a:lnTo>
                    <a:pt x="2078151" y="62585"/>
                  </a:lnTo>
                  <a:lnTo>
                    <a:pt x="2079675" y="60972"/>
                  </a:lnTo>
                  <a:lnTo>
                    <a:pt x="2084247" y="60972"/>
                  </a:lnTo>
                  <a:lnTo>
                    <a:pt x="2084247" y="53352"/>
                  </a:lnTo>
                  <a:lnTo>
                    <a:pt x="2082723" y="54876"/>
                  </a:lnTo>
                  <a:lnTo>
                    <a:pt x="2078151" y="54876"/>
                  </a:lnTo>
                  <a:lnTo>
                    <a:pt x="2076627" y="56400"/>
                  </a:lnTo>
                  <a:lnTo>
                    <a:pt x="2067483" y="56400"/>
                  </a:lnTo>
                  <a:lnTo>
                    <a:pt x="2064435" y="54876"/>
                  </a:lnTo>
                  <a:lnTo>
                    <a:pt x="2061387" y="51828"/>
                  </a:lnTo>
                  <a:lnTo>
                    <a:pt x="2058339" y="50304"/>
                  </a:lnTo>
                  <a:lnTo>
                    <a:pt x="2058339" y="33540"/>
                  </a:lnTo>
                  <a:lnTo>
                    <a:pt x="2061387" y="30492"/>
                  </a:lnTo>
                  <a:lnTo>
                    <a:pt x="2061387" y="28968"/>
                  </a:lnTo>
                  <a:lnTo>
                    <a:pt x="2064435" y="25920"/>
                  </a:lnTo>
                  <a:lnTo>
                    <a:pt x="2065959" y="25920"/>
                  </a:lnTo>
                  <a:lnTo>
                    <a:pt x="2067483" y="24396"/>
                  </a:lnTo>
                  <a:lnTo>
                    <a:pt x="2078151" y="24396"/>
                  </a:lnTo>
                  <a:lnTo>
                    <a:pt x="2079675" y="25920"/>
                  </a:lnTo>
                  <a:lnTo>
                    <a:pt x="2081199" y="25920"/>
                  </a:lnTo>
                  <a:lnTo>
                    <a:pt x="2084247" y="27444"/>
                  </a:lnTo>
                  <a:lnTo>
                    <a:pt x="2084247" y="19824"/>
                  </a:lnTo>
                  <a:close/>
                </a:path>
                <a:path w="2814954" h="81280">
                  <a:moveTo>
                    <a:pt x="2133117" y="18288"/>
                  </a:moveTo>
                  <a:lnTo>
                    <a:pt x="2127021" y="18288"/>
                  </a:lnTo>
                  <a:lnTo>
                    <a:pt x="2127021" y="47345"/>
                  </a:lnTo>
                  <a:lnTo>
                    <a:pt x="2119401" y="54965"/>
                  </a:lnTo>
                  <a:lnTo>
                    <a:pt x="2117877" y="54965"/>
                  </a:lnTo>
                  <a:lnTo>
                    <a:pt x="2116353" y="56489"/>
                  </a:lnTo>
                  <a:lnTo>
                    <a:pt x="2108733" y="56489"/>
                  </a:lnTo>
                  <a:lnTo>
                    <a:pt x="2105685" y="53441"/>
                  </a:lnTo>
                  <a:lnTo>
                    <a:pt x="2105685" y="18288"/>
                  </a:lnTo>
                  <a:lnTo>
                    <a:pt x="2098065" y="18288"/>
                  </a:lnTo>
                  <a:lnTo>
                    <a:pt x="2098065" y="51917"/>
                  </a:lnTo>
                  <a:lnTo>
                    <a:pt x="2099589" y="56489"/>
                  </a:lnTo>
                  <a:lnTo>
                    <a:pt x="2104161" y="61061"/>
                  </a:lnTo>
                  <a:lnTo>
                    <a:pt x="2107209" y="62585"/>
                  </a:lnTo>
                  <a:lnTo>
                    <a:pt x="2117877" y="62585"/>
                  </a:lnTo>
                  <a:lnTo>
                    <a:pt x="2117877" y="61061"/>
                  </a:lnTo>
                  <a:lnTo>
                    <a:pt x="2120925" y="61061"/>
                  </a:lnTo>
                  <a:lnTo>
                    <a:pt x="2125497" y="56489"/>
                  </a:lnTo>
                  <a:lnTo>
                    <a:pt x="2127021" y="54965"/>
                  </a:lnTo>
                  <a:lnTo>
                    <a:pt x="2127021" y="62585"/>
                  </a:lnTo>
                  <a:lnTo>
                    <a:pt x="2133117" y="62585"/>
                  </a:lnTo>
                  <a:lnTo>
                    <a:pt x="2133117" y="18288"/>
                  </a:lnTo>
                  <a:close/>
                </a:path>
                <a:path w="2814954" h="81280">
                  <a:moveTo>
                    <a:pt x="2186457" y="28956"/>
                  </a:moveTo>
                  <a:lnTo>
                    <a:pt x="2184933" y="24384"/>
                  </a:lnTo>
                  <a:lnTo>
                    <a:pt x="2183409" y="21336"/>
                  </a:lnTo>
                  <a:lnTo>
                    <a:pt x="2177313" y="18288"/>
                  </a:lnTo>
                  <a:lnTo>
                    <a:pt x="2168169" y="18288"/>
                  </a:lnTo>
                  <a:lnTo>
                    <a:pt x="2162073" y="21336"/>
                  </a:lnTo>
                  <a:lnTo>
                    <a:pt x="2157501" y="25908"/>
                  </a:lnTo>
                  <a:lnTo>
                    <a:pt x="2157501" y="18288"/>
                  </a:lnTo>
                  <a:lnTo>
                    <a:pt x="2149881" y="18288"/>
                  </a:lnTo>
                  <a:lnTo>
                    <a:pt x="2149881" y="62484"/>
                  </a:lnTo>
                  <a:lnTo>
                    <a:pt x="2157501" y="62484"/>
                  </a:lnTo>
                  <a:lnTo>
                    <a:pt x="2157501" y="33528"/>
                  </a:lnTo>
                  <a:lnTo>
                    <a:pt x="2162073" y="28956"/>
                  </a:lnTo>
                  <a:lnTo>
                    <a:pt x="2163597" y="28956"/>
                  </a:lnTo>
                  <a:lnTo>
                    <a:pt x="2165121" y="27432"/>
                  </a:lnTo>
                  <a:lnTo>
                    <a:pt x="2165121" y="25908"/>
                  </a:lnTo>
                  <a:lnTo>
                    <a:pt x="2166645" y="25908"/>
                  </a:lnTo>
                  <a:lnTo>
                    <a:pt x="2168169" y="24384"/>
                  </a:lnTo>
                  <a:lnTo>
                    <a:pt x="2175789" y="24384"/>
                  </a:lnTo>
                  <a:lnTo>
                    <a:pt x="2177313" y="27432"/>
                  </a:lnTo>
                  <a:lnTo>
                    <a:pt x="2178837" y="28956"/>
                  </a:lnTo>
                  <a:lnTo>
                    <a:pt x="2178837" y="35052"/>
                  </a:lnTo>
                  <a:lnTo>
                    <a:pt x="2186457" y="35052"/>
                  </a:lnTo>
                  <a:lnTo>
                    <a:pt x="2186457" y="28956"/>
                  </a:lnTo>
                  <a:close/>
                </a:path>
                <a:path w="2814954" h="81280">
                  <a:moveTo>
                    <a:pt x="2230844" y="25908"/>
                  </a:moveTo>
                  <a:lnTo>
                    <a:pt x="2229320" y="24384"/>
                  </a:lnTo>
                  <a:lnTo>
                    <a:pt x="2223224" y="18288"/>
                  </a:lnTo>
                  <a:lnTo>
                    <a:pt x="2203310" y="18288"/>
                  </a:lnTo>
                  <a:lnTo>
                    <a:pt x="2201786" y="19812"/>
                  </a:lnTo>
                  <a:lnTo>
                    <a:pt x="2198738" y="19812"/>
                  </a:lnTo>
                  <a:lnTo>
                    <a:pt x="2198738" y="27432"/>
                  </a:lnTo>
                  <a:lnTo>
                    <a:pt x="2201786" y="25908"/>
                  </a:lnTo>
                  <a:lnTo>
                    <a:pt x="2203310" y="25908"/>
                  </a:lnTo>
                  <a:lnTo>
                    <a:pt x="2206358" y="24384"/>
                  </a:lnTo>
                  <a:lnTo>
                    <a:pt x="2220176" y="24384"/>
                  </a:lnTo>
                  <a:lnTo>
                    <a:pt x="2223224" y="27432"/>
                  </a:lnTo>
                  <a:lnTo>
                    <a:pt x="2223224" y="36576"/>
                  </a:lnTo>
                  <a:lnTo>
                    <a:pt x="2223224" y="42672"/>
                  </a:lnTo>
                  <a:lnTo>
                    <a:pt x="2223224" y="50292"/>
                  </a:lnTo>
                  <a:lnTo>
                    <a:pt x="2221700" y="51816"/>
                  </a:lnTo>
                  <a:lnTo>
                    <a:pt x="2218652" y="53340"/>
                  </a:lnTo>
                  <a:lnTo>
                    <a:pt x="2217128" y="54864"/>
                  </a:lnTo>
                  <a:lnTo>
                    <a:pt x="2214080" y="56388"/>
                  </a:lnTo>
                  <a:lnTo>
                    <a:pt x="2207882" y="56388"/>
                  </a:lnTo>
                  <a:lnTo>
                    <a:pt x="2206358" y="54864"/>
                  </a:lnTo>
                  <a:lnTo>
                    <a:pt x="2204834" y="54864"/>
                  </a:lnTo>
                  <a:lnTo>
                    <a:pt x="2204834" y="53340"/>
                  </a:lnTo>
                  <a:lnTo>
                    <a:pt x="2203310" y="53340"/>
                  </a:lnTo>
                  <a:lnTo>
                    <a:pt x="2203310" y="47244"/>
                  </a:lnTo>
                  <a:lnTo>
                    <a:pt x="2207882" y="42672"/>
                  </a:lnTo>
                  <a:lnTo>
                    <a:pt x="2223224" y="42672"/>
                  </a:lnTo>
                  <a:lnTo>
                    <a:pt x="2223224" y="36576"/>
                  </a:lnTo>
                  <a:lnTo>
                    <a:pt x="2207882" y="36576"/>
                  </a:lnTo>
                  <a:lnTo>
                    <a:pt x="2203310" y="38100"/>
                  </a:lnTo>
                  <a:lnTo>
                    <a:pt x="2200262" y="39624"/>
                  </a:lnTo>
                  <a:lnTo>
                    <a:pt x="2197214" y="42672"/>
                  </a:lnTo>
                  <a:lnTo>
                    <a:pt x="2195690" y="45720"/>
                  </a:lnTo>
                  <a:lnTo>
                    <a:pt x="2195690" y="54864"/>
                  </a:lnTo>
                  <a:lnTo>
                    <a:pt x="2197214" y="56388"/>
                  </a:lnTo>
                  <a:lnTo>
                    <a:pt x="2197214" y="57912"/>
                  </a:lnTo>
                  <a:lnTo>
                    <a:pt x="2200262" y="60960"/>
                  </a:lnTo>
                  <a:lnTo>
                    <a:pt x="2201786" y="60960"/>
                  </a:lnTo>
                  <a:lnTo>
                    <a:pt x="2203310" y="62585"/>
                  </a:lnTo>
                  <a:lnTo>
                    <a:pt x="2214080" y="62585"/>
                  </a:lnTo>
                  <a:lnTo>
                    <a:pt x="2217128" y="60960"/>
                  </a:lnTo>
                  <a:lnTo>
                    <a:pt x="2220176" y="59436"/>
                  </a:lnTo>
                  <a:lnTo>
                    <a:pt x="2221700" y="57912"/>
                  </a:lnTo>
                  <a:lnTo>
                    <a:pt x="2224748" y="56388"/>
                  </a:lnTo>
                  <a:lnTo>
                    <a:pt x="2224748" y="62585"/>
                  </a:lnTo>
                  <a:lnTo>
                    <a:pt x="2230844" y="62585"/>
                  </a:lnTo>
                  <a:lnTo>
                    <a:pt x="2230844" y="42672"/>
                  </a:lnTo>
                  <a:lnTo>
                    <a:pt x="2230844" y="25908"/>
                  </a:lnTo>
                  <a:close/>
                </a:path>
                <a:path w="2814954" h="81280">
                  <a:moveTo>
                    <a:pt x="2279713" y="19824"/>
                  </a:moveTo>
                  <a:lnTo>
                    <a:pt x="2278189" y="19824"/>
                  </a:lnTo>
                  <a:lnTo>
                    <a:pt x="2275141" y="18300"/>
                  </a:lnTo>
                  <a:lnTo>
                    <a:pt x="2261324" y="18300"/>
                  </a:lnTo>
                  <a:lnTo>
                    <a:pt x="2258276" y="19824"/>
                  </a:lnTo>
                  <a:lnTo>
                    <a:pt x="2255228" y="19824"/>
                  </a:lnTo>
                  <a:lnTo>
                    <a:pt x="2253704" y="21348"/>
                  </a:lnTo>
                  <a:lnTo>
                    <a:pt x="2252180" y="24396"/>
                  </a:lnTo>
                  <a:lnTo>
                    <a:pt x="2249132" y="25920"/>
                  </a:lnTo>
                  <a:lnTo>
                    <a:pt x="2247608" y="28968"/>
                  </a:lnTo>
                  <a:lnTo>
                    <a:pt x="2247608" y="32016"/>
                  </a:lnTo>
                  <a:lnTo>
                    <a:pt x="2246084" y="33540"/>
                  </a:lnTo>
                  <a:lnTo>
                    <a:pt x="2246084" y="47256"/>
                  </a:lnTo>
                  <a:lnTo>
                    <a:pt x="2247608" y="53352"/>
                  </a:lnTo>
                  <a:lnTo>
                    <a:pt x="2255228" y="60972"/>
                  </a:lnTo>
                  <a:lnTo>
                    <a:pt x="2259800" y="62585"/>
                  </a:lnTo>
                  <a:lnTo>
                    <a:pt x="2273617" y="62585"/>
                  </a:lnTo>
                  <a:lnTo>
                    <a:pt x="2275141" y="60972"/>
                  </a:lnTo>
                  <a:lnTo>
                    <a:pt x="2279713" y="60972"/>
                  </a:lnTo>
                  <a:lnTo>
                    <a:pt x="2279713" y="53352"/>
                  </a:lnTo>
                  <a:lnTo>
                    <a:pt x="2278189" y="54876"/>
                  </a:lnTo>
                  <a:lnTo>
                    <a:pt x="2273617" y="54876"/>
                  </a:lnTo>
                  <a:lnTo>
                    <a:pt x="2272093" y="56400"/>
                  </a:lnTo>
                  <a:lnTo>
                    <a:pt x="2262949" y="56400"/>
                  </a:lnTo>
                  <a:lnTo>
                    <a:pt x="2259800" y="54876"/>
                  </a:lnTo>
                  <a:lnTo>
                    <a:pt x="2255228" y="50304"/>
                  </a:lnTo>
                  <a:lnTo>
                    <a:pt x="2253704" y="45732"/>
                  </a:lnTo>
                  <a:lnTo>
                    <a:pt x="2253704" y="33540"/>
                  </a:lnTo>
                  <a:lnTo>
                    <a:pt x="2256752" y="30492"/>
                  </a:lnTo>
                  <a:lnTo>
                    <a:pt x="2256752" y="28968"/>
                  </a:lnTo>
                  <a:lnTo>
                    <a:pt x="2259800" y="25920"/>
                  </a:lnTo>
                  <a:lnTo>
                    <a:pt x="2261324" y="25920"/>
                  </a:lnTo>
                  <a:lnTo>
                    <a:pt x="2264473" y="24396"/>
                  </a:lnTo>
                  <a:lnTo>
                    <a:pt x="2273617" y="24396"/>
                  </a:lnTo>
                  <a:lnTo>
                    <a:pt x="2275141" y="25920"/>
                  </a:lnTo>
                  <a:lnTo>
                    <a:pt x="2278189" y="25920"/>
                  </a:lnTo>
                  <a:lnTo>
                    <a:pt x="2279713" y="27444"/>
                  </a:lnTo>
                  <a:lnTo>
                    <a:pt x="2279713" y="19824"/>
                  </a:lnTo>
                  <a:close/>
                </a:path>
                <a:path w="2814954" h="81280">
                  <a:moveTo>
                    <a:pt x="2333142" y="18288"/>
                  </a:moveTo>
                  <a:lnTo>
                    <a:pt x="2325522" y="18288"/>
                  </a:lnTo>
                  <a:lnTo>
                    <a:pt x="2314854" y="47244"/>
                  </a:lnTo>
                  <a:lnTo>
                    <a:pt x="2311806" y="53340"/>
                  </a:lnTo>
                  <a:lnTo>
                    <a:pt x="2310282" y="47244"/>
                  </a:lnTo>
                  <a:lnTo>
                    <a:pt x="2299512" y="18288"/>
                  </a:lnTo>
                  <a:lnTo>
                    <a:pt x="2290368" y="18288"/>
                  </a:lnTo>
                  <a:lnTo>
                    <a:pt x="2307234" y="62484"/>
                  </a:lnTo>
                  <a:lnTo>
                    <a:pt x="2307234" y="64109"/>
                  </a:lnTo>
                  <a:lnTo>
                    <a:pt x="2304186" y="67157"/>
                  </a:lnTo>
                  <a:lnTo>
                    <a:pt x="2304186" y="68681"/>
                  </a:lnTo>
                  <a:lnTo>
                    <a:pt x="2302662" y="70205"/>
                  </a:lnTo>
                  <a:lnTo>
                    <a:pt x="2301036" y="70205"/>
                  </a:lnTo>
                  <a:lnTo>
                    <a:pt x="2301036" y="71729"/>
                  </a:lnTo>
                  <a:lnTo>
                    <a:pt x="2299512" y="71729"/>
                  </a:lnTo>
                  <a:lnTo>
                    <a:pt x="2297988" y="73253"/>
                  </a:lnTo>
                  <a:lnTo>
                    <a:pt x="2290368" y="73253"/>
                  </a:lnTo>
                  <a:lnTo>
                    <a:pt x="2290368" y="79349"/>
                  </a:lnTo>
                  <a:lnTo>
                    <a:pt x="2291892" y="79349"/>
                  </a:lnTo>
                  <a:lnTo>
                    <a:pt x="2291892" y="80873"/>
                  </a:lnTo>
                  <a:lnTo>
                    <a:pt x="2296464" y="80873"/>
                  </a:lnTo>
                  <a:lnTo>
                    <a:pt x="2299512" y="79349"/>
                  </a:lnTo>
                  <a:lnTo>
                    <a:pt x="2301036" y="79349"/>
                  </a:lnTo>
                  <a:lnTo>
                    <a:pt x="2304186" y="77825"/>
                  </a:lnTo>
                  <a:lnTo>
                    <a:pt x="2305710" y="76301"/>
                  </a:lnTo>
                  <a:lnTo>
                    <a:pt x="2308758" y="74777"/>
                  </a:lnTo>
                  <a:lnTo>
                    <a:pt x="2310282" y="73253"/>
                  </a:lnTo>
                  <a:lnTo>
                    <a:pt x="2314854" y="64109"/>
                  </a:lnTo>
                  <a:lnTo>
                    <a:pt x="2316378" y="60960"/>
                  </a:lnTo>
                  <a:lnTo>
                    <a:pt x="2317902" y="57912"/>
                  </a:lnTo>
                  <a:lnTo>
                    <a:pt x="2319655" y="53340"/>
                  </a:lnTo>
                  <a:lnTo>
                    <a:pt x="2333142" y="18288"/>
                  </a:lnTo>
                  <a:close/>
                </a:path>
                <a:path w="2814954" h="81280">
                  <a:moveTo>
                    <a:pt x="2366670" y="51816"/>
                  </a:moveTo>
                  <a:lnTo>
                    <a:pt x="2365146" y="51816"/>
                  </a:lnTo>
                  <a:lnTo>
                    <a:pt x="2365146" y="50292"/>
                  </a:lnTo>
                  <a:lnTo>
                    <a:pt x="2362098" y="50292"/>
                  </a:lnTo>
                  <a:lnTo>
                    <a:pt x="2362098" y="48768"/>
                  </a:lnTo>
                  <a:lnTo>
                    <a:pt x="2359050" y="48768"/>
                  </a:lnTo>
                  <a:lnTo>
                    <a:pt x="2359050" y="50292"/>
                  </a:lnTo>
                  <a:lnTo>
                    <a:pt x="2356002" y="50292"/>
                  </a:lnTo>
                  <a:lnTo>
                    <a:pt x="2356002" y="51816"/>
                  </a:lnTo>
                  <a:lnTo>
                    <a:pt x="2354478" y="53340"/>
                  </a:lnTo>
                  <a:lnTo>
                    <a:pt x="2354478" y="59436"/>
                  </a:lnTo>
                  <a:lnTo>
                    <a:pt x="2356002" y="59436"/>
                  </a:lnTo>
                  <a:lnTo>
                    <a:pt x="2356002" y="60960"/>
                  </a:lnTo>
                  <a:lnTo>
                    <a:pt x="2357526" y="62585"/>
                  </a:lnTo>
                  <a:lnTo>
                    <a:pt x="2363622" y="62585"/>
                  </a:lnTo>
                  <a:lnTo>
                    <a:pt x="2365146" y="60960"/>
                  </a:lnTo>
                  <a:lnTo>
                    <a:pt x="2366670" y="59436"/>
                  </a:lnTo>
                  <a:lnTo>
                    <a:pt x="2366670" y="51816"/>
                  </a:lnTo>
                  <a:close/>
                </a:path>
                <a:path w="2814954" h="81280">
                  <a:moveTo>
                    <a:pt x="2366670" y="19812"/>
                  </a:moveTo>
                  <a:lnTo>
                    <a:pt x="2365146" y="19812"/>
                  </a:lnTo>
                  <a:lnTo>
                    <a:pt x="2365146" y="18288"/>
                  </a:lnTo>
                  <a:lnTo>
                    <a:pt x="2356002" y="18288"/>
                  </a:lnTo>
                  <a:lnTo>
                    <a:pt x="2356002" y="19812"/>
                  </a:lnTo>
                  <a:lnTo>
                    <a:pt x="2354478" y="21336"/>
                  </a:lnTo>
                  <a:lnTo>
                    <a:pt x="2354478" y="27432"/>
                  </a:lnTo>
                  <a:lnTo>
                    <a:pt x="2357526" y="30480"/>
                  </a:lnTo>
                  <a:lnTo>
                    <a:pt x="2363622" y="30480"/>
                  </a:lnTo>
                  <a:lnTo>
                    <a:pt x="2365146" y="28956"/>
                  </a:lnTo>
                  <a:lnTo>
                    <a:pt x="2366670" y="28956"/>
                  </a:lnTo>
                  <a:lnTo>
                    <a:pt x="2366670" y="19812"/>
                  </a:lnTo>
                  <a:close/>
                </a:path>
                <a:path w="2814954" h="81280">
                  <a:moveTo>
                    <a:pt x="2479738" y="28956"/>
                  </a:moveTo>
                  <a:lnTo>
                    <a:pt x="2479230" y="27432"/>
                  </a:lnTo>
                  <a:lnTo>
                    <a:pt x="2478214" y="24384"/>
                  </a:lnTo>
                  <a:lnTo>
                    <a:pt x="2478214" y="19812"/>
                  </a:lnTo>
                  <a:lnTo>
                    <a:pt x="2476690" y="16764"/>
                  </a:lnTo>
                  <a:lnTo>
                    <a:pt x="2475065" y="13716"/>
                  </a:lnTo>
                  <a:lnTo>
                    <a:pt x="2473541" y="12192"/>
                  </a:lnTo>
                  <a:lnTo>
                    <a:pt x="2472779" y="10668"/>
                  </a:lnTo>
                  <a:lnTo>
                    <a:pt x="2472017" y="9144"/>
                  </a:lnTo>
                  <a:lnTo>
                    <a:pt x="2472017" y="30480"/>
                  </a:lnTo>
                  <a:lnTo>
                    <a:pt x="2472017" y="38100"/>
                  </a:lnTo>
                  <a:lnTo>
                    <a:pt x="2470493" y="41148"/>
                  </a:lnTo>
                  <a:lnTo>
                    <a:pt x="2470493" y="45720"/>
                  </a:lnTo>
                  <a:lnTo>
                    <a:pt x="2468969" y="48768"/>
                  </a:lnTo>
                  <a:lnTo>
                    <a:pt x="2467445" y="50292"/>
                  </a:lnTo>
                  <a:lnTo>
                    <a:pt x="2467445" y="51816"/>
                  </a:lnTo>
                  <a:lnTo>
                    <a:pt x="2462873" y="56388"/>
                  </a:lnTo>
                  <a:lnTo>
                    <a:pt x="2455253" y="56388"/>
                  </a:lnTo>
                  <a:lnTo>
                    <a:pt x="2453729" y="54864"/>
                  </a:lnTo>
                  <a:lnTo>
                    <a:pt x="2452205" y="54864"/>
                  </a:lnTo>
                  <a:lnTo>
                    <a:pt x="2450681" y="53340"/>
                  </a:lnTo>
                  <a:lnTo>
                    <a:pt x="2450681" y="51816"/>
                  </a:lnTo>
                  <a:lnTo>
                    <a:pt x="2449157" y="51816"/>
                  </a:lnTo>
                  <a:lnTo>
                    <a:pt x="2449157" y="50292"/>
                  </a:lnTo>
                  <a:lnTo>
                    <a:pt x="2447633" y="48768"/>
                  </a:lnTo>
                  <a:lnTo>
                    <a:pt x="2447633" y="45720"/>
                  </a:lnTo>
                  <a:lnTo>
                    <a:pt x="2457158" y="38100"/>
                  </a:lnTo>
                  <a:lnTo>
                    <a:pt x="2470493" y="27432"/>
                  </a:lnTo>
                  <a:lnTo>
                    <a:pt x="2470493" y="28956"/>
                  </a:lnTo>
                  <a:lnTo>
                    <a:pt x="2472017" y="30480"/>
                  </a:lnTo>
                  <a:lnTo>
                    <a:pt x="2472017" y="9144"/>
                  </a:lnTo>
                  <a:lnTo>
                    <a:pt x="2468969" y="7620"/>
                  </a:lnTo>
                  <a:lnTo>
                    <a:pt x="2468969" y="18288"/>
                  </a:lnTo>
                  <a:lnTo>
                    <a:pt x="2468969" y="21336"/>
                  </a:lnTo>
                  <a:lnTo>
                    <a:pt x="2446109" y="38100"/>
                  </a:lnTo>
                  <a:lnTo>
                    <a:pt x="2446109" y="24384"/>
                  </a:lnTo>
                  <a:lnTo>
                    <a:pt x="2447633" y="21336"/>
                  </a:lnTo>
                  <a:lnTo>
                    <a:pt x="2447633" y="18288"/>
                  </a:lnTo>
                  <a:lnTo>
                    <a:pt x="2455253" y="10668"/>
                  </a:lnTo>
                  <a:lnTo>
                    <a:pt x="2461349" y="10668"/>
                  </a:lnTo>
                  <a:lnTo>
                    <a:pt x="2462873" y="12192"/>
                  </a:lnTo>
                  <a:lnTo>
                    <a:pt x="2464397" y="12192"/>
                  </a:lnTo>
                  <a:lnTo>
                    <a:pt x="2465921" y="13716"/>
                  </a:lnTo>
                  <a:lnTo>
                    <a:pt x="2465921" y="15240"/>
                  </a:lnTo>
                  <a:lnTo>
                    <a:pt x="2467445" y="15240"/>
                  </a:lnTo>
                  <a:lnTo>
                    <a:pt x="2467445" y="16764"/>
                  </a:lnTo>
                  <a:lnTo>
                    <a:pt x="2468969" y="18288"/>
                  </a:lnTo>
                  <a:lnTo>
                    <a:pt x="2468969" y="7620"/>
                  </a:lnTo>
                  <a:lnTo>
                    <a:pt x="2467445" y="6096"/>
                  </a:lnTo>
                  <a:lnTo>
                    <a:pt x="2464397" y="4572"/>
                  </a:lnTo>
                  <a:lnTo>
                    <a:pt x="2452205" y="4572"/>
                  </a:lnTo>
                  <a:lnTo>
                    <a:pt x="2449157" y="6096"/>
                  </a:lnTo>
                  <a:lnTo>
                    <a:pt x="2443061" y="12192"/>
                  </a:lnTo>
                  <a:lnTo>
                    <a:pt x="2438489" y="21336"/>
                  </a:lnTo>
                  <a:lnTo>
                    <a:pt x="2438489" y="42672"/>
                  </a:lnTo>
                  <a:lnTo>
                    <a:pt x="2440013" y="47244"/>
                  </a:lnTo>
                  <a:lnTo>
                    <a:pt x="2440013" y="50292"/>
                  </a:lnTo>
                  <a:lnTo>
                    <a:pt x="2443061" y="56388"/>
                  </a:lnTo>
                  <a:lnTo>
                    <a:pt x="2444585" y="57912"/>
                  </a:lnTo>
                  <a:lnTo>
                    <a:pt x="2447633" y="59436"/>
                  </a:lnTo>
                  <a:lnTo>
                    <a:pt x="2449157" y="60960"/>
                  </a:lnTo>
                  <a:lnTo>
                    <a:pt x="2452205" y="62585"/>
                  </a:lnTo>
                  <a:lnTo>
                    <a:pt x="2464397" y="62585"/>
                  </a:lnTo>
                  <a:lnTo>
                    <a:pt x="2467445" y="60960"/>
                  </a:lnTo>
                  <a:lnTo>
                    <a:pt x="2470493" y="59436"/>
                  </a:lnTo>
                  <a:lnTo>
                    <a:pt x="2472017" y="57912"/>
                  </a:lnTo>
                  <a:lnTo>
                    <a:pt x="2472779" y="56388"/>
                  </a:lnTo>
                  <a:lnTo>
                    <a:pt x="2475065" y="51816"/>
                  </a:lnTo>
                  <a:lnTo>
                    <a:pt x="2476690" y="48768"/>
                  </a:lnTo>
                  <a:lnTo>
                    <a:pt x="2478214" y="45720"/>
                  </a:lnTo>
                  <a:lnTo>
                    <a:pt x="2478214" y="42672"/>
                  </a:lnTo>
                  <a:lnTo>
                    <a:pt x="2479738" y="38100"/>
                  </a:lnTo>
                  <a:lnTo>
                    <a:pt x="2479738" y="28956"/>
                  </a:lnTo>
                  <a:close/>
                </a:path>
                <a:path w="2814954" h="81280">
                  <a:moveTo>
                    <a:pt x="2514879" y="53352"/>
                  </a:moveTo>
                  <a:lnTo>
                    <a:pt x="2513355" y="53352"/>
                  </a:lnTo>
                  <a:lnTo>
                    <a:pt x="2513355" y="51828"/>
                  </a:lnTo>
                  <a:lnTo>
                    <a:pt x="2511831" y="50304"/>
                  </a:lnTo>
                  <a:lnTo>
                    <a:pt x="2510218" y="48780"/>
                  </a:lnTo>
                  <a:lnTo>
                    <a:pt x="2504122" y="48780"/>
                  </a:lnTo>
                  <a:lnTo>
                    <a:pt x="2501074" y="51828"/>
                  </a:lnTo>
                  <a:lnTo>
                    <a:pt x="2501074" y="53352"/>
                  </a:lnTo>
                  <a:lnTo>
                    <a:pt x="2499550" y="53352"/>
                  </a:lnTo>
                  <a:lnTo>
                    <a:pt x="2499550" y="57924"/>
                  </a:lnTo>
                  <a:lnTo>
                    <a:pt x="2501074" y="57924"/>
                  </a:lnTo>
                  <a:lnTo>
                    <a:pt x="2501074" y="59448"/>
                  </a:lnTo>
                  <a:lnTo>
                    <a:pt x="2504122" y="62496"/>
                  </a:lnTo>
                  <a:lnTo>
                    <a:pt x="2510218" y="62496"/>
                  </a:lnTo>
                  <a:lnTo>
                    <a:pt x="2511831" y="60972"/>
                  </a:lnTo>
                  <a:lnTo>
                    <a:pt x="2513355" y="59448"/>
                  </a:lnTo>
                  <a:lnTo>
                    <a:pt x="2513355" y="57924"/>
                  </a:lnTo>
                  <a:lnTo>
                    <a:pt x="2514879" y="57924"/>
                  </a:lnTo>
                  <a:lnTo>
                    <a:pt x="2514879" y="53352"/>
                  </a:lnTo>
                  <a:close/>
                </a:path>
                <a:path w="2814954" h="81280">
                  <a:moveTo>
                    <a:pt x="2575839" y="25908"/>
                  </a:moveTo>
                  <a:lnTo>
                    <a:pt x="2574315" y="21336"/>
                  </a:lnTo>
                  <a:lnTo>
                    <a:pt x="2574315" y="18288"/>
                  </a:lnTo>
                  <a:lnTo>
                    <a:pt x="2571267" y="12192"/>
                  </a:lnTo>
                  <a:lnTo>
                    <a:pt x="2569743" y="10668"/>
                  </a:lnTo>
                  <a:lnTo>
                    <a:pt x="2568219" y="7620"/>
                  </a:lnTo>
                  <a:lnTo>
                    <a:pt x="2568219" y="25908"/>
                  </a:lnTo>
                  <a:lnTo>
                    <a:pt x="2568219" y="30480"/>
                  </a:lnTo>
                  <a:lnTo>
                    <a:pt x="2566695" y="30480"/>
                  </a:lnTo>
                  <a:lnTo>
                    <a:pt x="2565171" y="32004"/>
                  </a:lnTo>
                  <a:lnTo>
                    <a:pt x="2562123" y="32004"/>
                  </a:lnTo>
                  <a:lnTo>
                    <a:pt x="2562123" y="33528"/>
                  </a:lnTo>
                  <a:lnTo>
                    <a:pt x="2549931" y="33528"/>
                  </a:lnTo>
                  <a:lnTo>
                    <a:pt x="2548407" y="32004"/>
                  </a:lnTo>
                  <a:lnTo>
                    <a:pt x="2546883" y="32004"/>
                  </a:lnTo>
                  <a:lnTo>
                    <a:pt x="2546883" y="30480"/>
                  </a:lnTo>
                  <a:lnTo>
                    <a:pt x="2545359" y="30480"/>
                  </a:lnTo>
                  <a:lnTo>
                    <a:pt x="2545359" y="27432"/>
                  </a:lnTo>
                  <a:lnTo>
                    <a:pt x="2543835" y="25908"/>
                  </a:lnTo>
                  <a:lnTo>
                    <a:pt x="2543835" y="19812"/>
                  </a:lnTo>
                  <a:lnTo>
                    <a:pt x="2545359" y="18288"/>
                  </a:lnTo>
                  <a:lnTo>
                    <a:pt x="2545359" y="16764"/>
                  </a:lnTo>
                  <a:lnTo>
                    <a:pt x="2546883" y="15240"/>
                  </a:lnTo>
                  <a:lnTo>
                    <a:pt x="2546883" y="13716"/>
                  </a:lnTo>
                  <a:lnTo>
                    <a:pt x="2548407" y="12192"/>
                  </a:lnTo>
                  <a:lnTo>
                    <a:pt x="2551455" y="12192"/>
                  </a:lnTo>
                  <a:lnTo>
                    <a:pt x="2552979" y="10668"/>
                  </a:lnTo>
                  <a:lnTo>
                    <a:pt x="2559075" y="10668"/>
                  </a:lnTo>
                  <a:lnTo>
                    <a:pt x="2560599" y="12192"/>
                  </a:lnTo>
                  <a:lnTo>
                    <a:pt x="2562123" y="12192"/>
                  </a:lnTo>
                  <a:lnTo>
                    <a:pt x="2563647" y="13716"/>
                  </a:lnTo>
                  <a:lnTo>
                    <a:pt x="2563647" y="15240"/>
                  </a:lnTo>
                  <a:lnTo>
                    <a:pt x="2566695" y="18288"/>
                  </a:lnTo>
                  <a:lnTo>
                    <a:pt x="2566695" y="22860"/>
                  </a:lnTo>
                  <a:lnTo>
                    <a:pt x="2568219" y="25908"/>
                  </a:lnTo>
                  <a:lnTo>
                    <a:pt x="2568219" y="7620"/>
                  </a:lnTo>
                  <a:lnTo>
                    <a:pt x="2566695" y="6096"/>
                  </a:lnTo>
                  <a:lnTo>
                    <a:pt x="2563647" y="6096"/>
                  </a:lnTo>
                  <a:lnTo>
                    <a:pt x="2560599" y="4572"/>
                  </a:lnTo>
                  <a:lnTo>
                    <a:pt x="2549931" y="4572"/>
                  </a:lnTo>
                  <a:lnTo>
                    <a:pt x="2548407" y="6096"/>
                  </a:lnTo>
                  <a:lnTo>
                    <a:pt x="2545359" y="7620"/>
                  </a:lnTo>
                  <a:lnTo>
                    <a:pt x="2543835" y="7620"/>
                  </a:lnTo>
                  <a:lnTo>
                    <a:pt x="2542311" y="10668"/>
                  </a:lnTo>
                  <a:lnTo>
                    <a:pt x="2539263" y="12192"/>
                  </a:lnTo>
                  <a:lnTo>
                    <a:pt x="2539263" y="13716"/>
                  </a:lnTo>
                  <a:lnTo>
                    <a:pt x="2537739" y="15240"/>
                  </a:lnTo>
                  <a:lnTo>
                    <a:pt x="2536215" y="18288"/>
                  </a:lnTo>
                  <a:lnTo>
                    <a:pt x="2536215" y="27432"/>
                  </a:lnTo>
                  <a:lnTo>
                    <a:pt x="2537739" y="30480"/>
                  </a:lnTo>
                  <a:lnTo>
                    <a:pt x="2537739" y="32004"/>
                  </a:lnTo>
                  <a:lnTo>
                    <a:pt x="2545359" y="39624"/>
                  </a:lnTo>
                  <a:lnTo>
                    <a:pt x="2560599" y="39624"/>
                  </a:lnTo>
                  <a:lnTo>
                    <a:pt x="2563647" y="38100"/>
                  </a:lnTo>
                  <a:lnTo>
                    <a:pt x="2565171" y="38100"/>
                  </a:lnTo>
                  <a:lnTo>
                    <a:pt x="2568219" y="36576"/>
                  </a:lnTo>
                  <a:lnTo>
                    <a:pt x="2566695" y="38100"/>
                  </a:lnTo>
                  <a:lnTo>
                    <a:pt x="2566695" y="44196"/>
                  </a:lnTo>
                  <a:lnTo>
                    <a:pt x="2565171" y="45720"/>
                  </a:lnTo>
                  <a:lnTo>
                    <a:pt x="2565171" y="47244"/>
                  </a:lnTo>
                  <a:lnTo>
                    <a:pt x="2562123" y="50292"/>
                  </a:lnTo>
                  <a:lnTo>
                    <a:pt x="2559075" y="51816"/>
                  </a:lnTo>
                  <a:lnTo>
                    <a:pt x="2557551" y="53340"/>
                  </a:lnTo>
                  <a:lnTo>
                    <a:pt x="2554503" y="54864"/>
                  </a:lnTo>
                  <a:lnTo>
                    <a:pt x="2539263" y="54864"/>
                  </a:lnTo>
                  <a:lnTo>
                    <a:pt x="2539263" y="62585"/>
                  </a:lnTo>
                  <a:lnTo>
                    <a:pt x="2549931" y="62585"/>
                  </a:lnTo>
                  <a:lnTo>
                    <a:pt x="2554503" y="60960"/>
                  </a:lnTo>
                  <a:lnTo>
                    <a:pt x="2557551" y="59436"/>
                  </a:lnTo>
                  <a:lnTo>
                    <a:pt x="2562123" y="59436"/>
                  </a:lnTo>
                  <a:lnTo>
                    <a:pt x="2569743" y="51816"/>
                  </a:lnTo>
                  <a:lnTo>
                    <a:pt x="2571267" y="48768"/>
                  </a:lnTo>
                  <a:lnTo>
                    <a:pt x="2572791" y="44196"/>
                  </a:lnTo>
                  <a:lnTo>
                    <a:pt x="2574315" y="41148"/>
                  </a:lnTo>
                  <a:lnTo>
                    <a:pt x="2575839" y="36576"/>
                  </a:lnTo>
                  <a:lnTo>
                    <a:pt x="2575839" y="33528"/>
                  </a:lnTo>
                  <a:lnTo>
                    <a:pt x="2575839" y="25908"/>
                  </a:lnTo>
                  <a:close/>
                </a:path>
                <a:path w="2814954" h="81280">
                  <a:moveTo>
                    <a:pt x="2623185" y="38100"/>
                  </a:moveTo>
                  <a:lnTo>
                    <a:pt x="2621661" y="36576"/>
                  </a:lnTo>
                  <a:lnTo>
                    <a:pt x="2620137" y="33528"/>
                  </a:lnTo>
                  <a:lnTo>
                    <a:pt x="2617089" y="30480"/>
                  </a:lnTo>
                  <a:lnTo>
                    <a:pt x="2614041" y="30480"/>
                  </a:lnTo>
                  <a:lnTo>
                    <a:pt x="2612517" y="28956"/>
                  </a:lnTo>
                  <a:lnTo>
                    <a:pt x="2609469" y="28956"/>
                  </a:lnTo>
                  <a:lnTo>
                    <a:pt x="2606421" y="27432"/>
                  </a:lnTo>
                  <a:lnTo>
                    <a:pt x="2597277" y="27432"/>
                  </a:lnTo>
                  <a:lnTo>
                    <a:pt x="2597277" y="12192"/>
                  </a:lnTo>
                  <a:lnTo>
                    <a:pt x="2620137" y="12192"/>
                  </a:lnTo>
                  <a:lnTo>
                    <a:pt x="2620137" y="4572"/>
                  </a:lnTo>
                  <a:lnTo>
                    <a:pt x="2589657" y="4572"/>
                  </a:lnTo>
                  <a:lnTo>
                    <a:pt x="2589657" y="33528"/>
                  </a:lnTo>
                  <a:lnTo>
                    <a:pt x="2604897" y="33528"/>
                  </a:lnTo>
                  <a:lnTo>
                    <a:pt x="2614041" y="38100"/>
                  </a:lnTo>
                  <a:lnTo>
                    <a:pt x="2615565" y="41148"/>
                  </a:lnTo>
                  <a:lnTo>
                    <a:pt x="2615565" y="45720"/>
                  </a:lnTo>
                  <a:lnTo>
                    <a:pt x="2614041" y="47244"/>
                  </a:lnTo>
                  <a:lnTo>
                    <a:pt x="2614041" y="48768"/>
                  </a:lnTo>
                  <a:lnTo>
                    <a:pt x="2612517" y="50292"/>
                  </a:lnTo>
                  <a:lnTo>
                    <a:pt x="2612517" y="51816"/>
                  </a:lnTo>
                  <a:lnTo>
                    <a:pt x="2610993" y="53340"/>
                  </a:lnTo>
                  <a:lnTo>
                    <a:pt x="2609469" y="53340"/>
                  </a:lnTo>
                  <a:lnTo>
                    <a:pt x="2607945" y="54864"/>
                  </a:lnTo>
                  <a:lnTo>
                    <a:pt x="2606421" y="54864"/>
                  </a:lnTo>
                  <a:lnTo>
                    <a:pt x="2604897" y="56388"/>
                  </a:lnTo>
                  <a:lnTo>
                    <a:pt x="2591181" y="56388"/>
                  </a:lnTo>
                  <a:lnTo>
                    <a:pt x="2589657" y="54864"/>
                  </a:lnTo>
                  <a:lnTo>
                    <a:pt x="2588133" y="54864"/>
                  </a:lnTo>
                  <a:lnTo>
                    <a:pt x="2588133" y="62585"/>
                  </a:lnTo>
                  <a:lnTo>
                    <a:pt x="2606421" y="62585"/>
                  </a:lnTo>
                  <a:lnTo>
                    <a:pt x="2609469" y="60960"/>
                  </a:lnTo>
                  <a:lnTo>
                    <a:pt x="2610993" y="60960"/>
                  </a:lnTo>
                  <a:lnTo>
                    <a:pt x="2614041" y="59436"/>
                  </a:lnTo>
                  <a:lnTo>
                    <a:pt x="2615565" y="57912"/>
                  </a:lnTo>
                  <a:lnTo>
                    <a:pt x="2618613" y="56388"/>
                  </a:lnTo>
                  <a:lnTo>
                    <a:pt x="2620137" y="53340"/>
                  </a:lnTo>
                  <a:lnTo>
                    <a:pt x="2621661" y="51816"/>
                  </a:lnTo>
                  <a:lnTo>
                    <a:pt x="2623185" y="48768"/>
                  </a:lnTo>
                  <a:lnTo>
                    <a:pt x="2623185" y="44196"/>
                  </a:lnTo>
                  <a:lnTo>
                    <a:pt x="2623185" y="38100"/>
                  </a:lnTo>
                  <a:close/>
                </a:path>
                <a:path w="2814954" h="81280">
                  <a:moveTo>
                    <a:pt x="2672042" y="39624"/>
                  </a:moveTo>
                  <a:lnTo>
                    <a:pt x="2665946" y="33528"/>
                  </a:lnTo>
                  <a:lnTo>
                    <a:pt x="2664422" y="33528"/>
                  </a:lnTo>
                  <a:lnTo>
                    <a:pt x="2662898" y="32004"/>
                  </a:lnTo>
                  <a:lnTo>
                    <a:pt x="2659850" y="32004"/>
                  </a:lnTo>
                  <a:lnTo>
                    <a:pt x="2665946" y="28956"/>
                  </a:lnTo>
                  <a:lnTo>
                    <a:pt x="2667470" y="27432"/>
                  </a:lnTo>
                  <a:lnTo>
                    <a:pt x="2668994" y="24384"/>
                  </a:lnTo>
                  <a:lnTo>
                    <a:pt x="2668994" y="12192"/>
                  </a:lnTo>
                  <a:lnTo>
                    <a:pt x="2667470" y="10668"/>
                  </a:lnTo>
                  <a:lnTo>
                    <a:pt x="2664422" y="7620"/>
                  </a:lnTo>
                  <a:lnTo>
                    <a:pt x="2662898" y="7620"/>
                  </a:lnTo>
                  <a:lnTo>
                    <a:pt x="2661374" y="6096"/>
                  </a:lnTo>
                  <a:lnTo>
                    <a:pt x="2659850" y="6096"/>
                  </a:lnTo>
                  <a:lnTo>
                    <a:pt x="2656802" y="4572"/>
                  </a:lnTo>
                  <a:lnTo>
                    <a:pt x="2643086" y="4572"/>
                  </a:lnTo>
                  <a:lnTo>
                    <a:pt x="2643086" y="6096"/>
                  </a:lnTo>
                  <a:lnTo>
                    <a:pt x="2638514" y="6096"/>
                  </a:lnTo>
                  <a:lnTo>
                    <a:pt x="2638514" y="13716"/>
                  </a:lnTo>
                  <a:lnTo>
                    <a:pt x="2640038" y="12192"/>
                  </a:lnTo>
                  <a:lnTo>
                    <a:pt x="2644610" y="12192"/>
                  </a:lnTo>
                  <a:lnTo>
                    <a:pt x="2646134" y="10668"/>
                  </a:lnTo>
                  <a:lnTo>
                    <a:pt x="2653754" y="10668"/>
                  </a:lnTo>
                  <a:lnTo>
                    <a:pt x="2656802" y="12192"/>
                  </a:lnTo>
                  <a:lnTo>
                    <a:pt x="2658326" y="13716"/>
                  </a:lnTo>
                  <a:lnTo>
                    <a:pt x="2661374" y="15240"/>
                  </a:lnTo>
                  <a:lnTo>
                    <a:pt x="2661374" y="24384"/>
                  </a:lnTo>
                  <a:lnTo>
                    <a:pt x="2656802" y="28956"/>
                  </a:lnTo>
                  <a:lnTo>
                    <a:pt x="2643086" y="28956"/>
                  </a:lnTo>
                  <a:lnTo>
                    <a:pt x="2643086" y="36576"/>
                  </a:lnTo>
                  <a:lnTo>
                    <a:pt x="2658326" y="36576"/>
                  </a:lnTo>
                  <a:lnTo>
                    <a:pt x="2661374" y="39624"/>
                  </a:lnTo>
                  <a:lnTo>
                    <a:pt x="2662898" y="39624"/>
                  </a:lnTo>
                  <a:lnTo>
                    <a:pt x="2662898" y="41148"/>
                  </a:lnTo>
                  <a:lnTo>
                    <a:pt x="2664422" y="42672"/>
                  </a:lnTo>
                  <a:lnTo>
                    <a:pt x="2664422" y="48768"/>
                  </a:lnTo>
                  <a:lnTo>
                    <a:pt x="2662898" y="50292"/>
                  </a:lnTo>
                  <a:lnTo>
                    <a:pt x="2662898" y="51816"/>
                  </a:lnTo>
                  <a:lnTo>
                    <a:pt x="2661374" y="51816"/>
                  </a:lnTo>
                  <a:lnTo>
                    <a:pt x="2661374" y="53340"/>
                  </a:lnTo>
                  <a:lnTo>
                    <a:pt x="2659850" y="54864"/>
                  </a:lnTo>
                  <a:lnTo>
                    <a:pt x="2655278" y="54864"/>
                  </a:lnTo>
                  <a:lnTo>
                    <a:pt x="2653754" y="56388"/>
                  </a:lnTo>
                  <a:lnTo>
                    <a:pt x="2640038" y="56388"/>
                  </a:lnTo>
                  <a:lnTo>
                    <a:pt x="2638514" y="54864"/>
                  </a:lnTo>
                  <a:lnTo>
                    <a:pt x="2636990" y="54864"/>
                  </a:lnTo>
                  <a:lnTo>
                    <a:pt x="2636990" y="62585"/>
                  </a:lnTo>
                  <a:lnTo>
                    <a:pt x="2655278" y="62585"/>
                  </a:lnTo>
                  <a:lnTo>
                    <a:pt x="2658326" y="60960"/>
                  </a:lnTo>
                  <a:lnTo>
                    <a:pt x="2661374" y="60960"/>
                  </a:lnTo>
                  <a:lnTo>
                    <a:pt x="2664422" y="59436"/>
                  </a:lnTo>
                  <a:lnTo>
                    <a:pt x="2665946" y="57912"/>
                  </a:lnTo>
                  <a:lnTo>
                    <a:pt x="2668994" y="56388"/>
                  </a:lnTo>
                  <a:lnTo>
                    <a:pt x="2670518" y="53340"/>
                  </a:lnTo>
                  <a:lnTo>
                    <a:pt x="2670518" y="51816"/>
                  </a:lnTo>
                  <a:lnTo>
                    <a:pt x="2672042" y="50292"/>
                  </a:lnTo>
                  <a:lnTo>
                    <a:pt x="2672042" y="39624"/>
                  </a:lnTo>
                  <a:close/>
                </a:path>
                <a:path w="2814954" h="81280">
                  <a:moveTo>
                    <a:pt x="2722422" y="54864"/>
                  </a:moveTo>
                  <a:lnTo>
                    <a:pt x="2694990" y="54864"/>
                  </a:lnTo>
                  <a:lnTo>
                    <a:pt x="2714802" y="35052"/>
                  </a:lnTo>
                  <a:lnTo>
                    <a:pt x="2716326" y="32004"/>
                  </a:lnTo>
                  <a:lnTo>
                    <a:pt x="2716326" y="30480"/>
                  </a:lnTo>
                  <a:lnTo>
                    <a:pt x="2717850" y="28956"/>
                  </a:lnTo>
                  <a:lnTo>
                    <a:pt x="2717850" y="27432"/>
                  </a:lnTo>
                  <a:lnTo>
                    <a:pt x="2719374" y="25908"/>
                  </a:lnTo>
                  <a:lnTo>
                    <a:pt x="2719374" y="16764"/>
                  </a:lnTo>
                  <a:lnTo>
                    <a:pt x="2717850" y="13716"/>
                  </a:lnTo>
                  <a:lnTo>
                    <a:pt x="2717850" y="12192"/>
                  </a:lnTo>
                  <a:lnTo>
                    <a:pt x="2716326" y="10668"/>
                  </a:lnTo>
                  <a:lnTo>
                    <a:pt x="2711754" y="6096"/>
                  </a:lnTo>
                  <a:lnTo>
                    <a:pt x="2708706" y="6096"/>
                  </a:lnTo>
                  <a:lnTo>
                    <a:pt x="2707182" y="4572"/>
                  </a:lnTo>
                  <a:lnTo>
                    <a:pt x="2694990" y="4572"/>
                  </a:lnTo>
                  <a:lnTo>
                    <a:pt x="2691942" y="6096"/>
                  </a:lnTo>
                  <a:lnTo>
                    <a:pt x="2690418" y="7620"/>
                  </a:lnTo>
                  <a:lnTo>
                    <a:pt x="2687282" y="9144"/>
                  </a:lnTo>
                  <a:lnTo>
                    <a:pt x="2685758" y="12192"/>
                  </a:lnTo>
                  <a:lnTo>
                    <a:pt x="2688894" y="16764"/>
                  </a:lnTo>
                  <a:lnTo>
                    <a:pt x="2690418" y="15240"/>
                  </a:lnTo>
                  <a:lnTo>
                    <a:pt x="2693466" y="13716"/>
                  </a:lnTo>
                  <a:lnTo>
                    <a:pt x="2694990" y="12192"/>
                  </a:lnTo>
                  <a:lnTo>
                    <a:pt x="2696514" y="12192"/>
                  </a:lnTo>
                  <a:lnTo>
                    <a:pt x="2699562" y="10668"/>
                  </a:lnTo>
                  <a:lnTo>
                    <a:pt x="2704134" y="10668"/>
                  </a:lnTo>
                  <a:lnTo>
                    <a:pt x="2705658" y="12192"/>
                  </a:lnTo>
                  <a:lnTo>
                    <a:pt x="2707182" y="12192"/>
                  </a:lnTo>
                  <a:lnTo>
                    <a:pt x="2710230" y="15240"/>
                  </a:lnTo>
                  <a:lnTo>
                    <a:pt x="2710230" y="18288"/>
                  </a:lnTo>
                  <a:lnTo>
                    <a:pt x="2711754" y="19812"/>
                  </a:lnTo>
                  <a:lnTo>
                    <a:pt x="2711754" y="24384"/>
                  </a:lnTo>
                  <a:lnTo>
                    <a:pt x="2710230" y="25908"/>
                  </a:lnTo>
                  <a:lnTo>
                    <a:pt x="2710230" y="28956"/>
                  </a:lnTo>
                  <a:lnTo>
                    <a:pt x="2708706" y="28956"/>
                  </a:lnTo>
                  <a:lnTo>
                    <a:pt x="2708706" y="30480"/>
                  </a:lnTo>
                  <a:lnTo>
                    <a:pt x="2707182" y="32004"/>
                  </a:lnTo>
                  <a:lnTo>
                    <a:pt x="2705658" y="35052"/>
                  </a:lnTo>
                  <a:lnTo>
                    <a:pt x="2699562" y="41148"/>
                  </a:lnTo>
                  <a:lnTo>
                    <a:pt x="2684234" y="54864"/>
                  </a:lnTo>
                  <a:lnTo>
                    <a:pt x="2684234" y="62585"/>
                  </a:lnTo>
                  <a:lnTo>
                    <a:pt x="2722422" y="62585"/>
                  </a:lnTo>
                  <a:lnTo>
                    <a:pt x="2722422" y="54864"/>
                  </a:lnTo>
                  <a:close/>
                </a:path>
                <a:path w="2814954" h="81280">
                  <a:moveTo>
                    <a:pt x="2814815" y="34493"/>
                  </a:moveTo>
                  <a:lnTo>
                    <a:pt x="2785872" y="34493"/>
                  </a:lnTo>
                  <a:lnTo>
                    <a:pt x="2785872" y="42100"/>
                  </a:lnTo>
                  <a:lnTo>
                    <a:pt x="2814815" y="42100"/>
                  </a:lnTo>
                  <a:lnTo>
                    <a:pt x="2814815" y="34493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9" name="object 5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801201" y="2976943"/>
              <a:ext cx="381666" cy="802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207347" y="2995231"/>
              <a:ext cx="13970" cy="44450"/>
            </a:xfrm>
            <a:custGeom>
              <a:avLst/>
              <a:gdLst/>
              <a:ahLst/>
              <a:cxnLst/>
              <a:rect l="l" t="t" r="r" b="b"/>
              <a:pathLst>
                <a:path w="13970" h="44450">
                  <a:moveTo>
                    <a:pt x="12192" y="10668"/>
                  </a:moveTo>
                  <a:lnTo>
                    <a:pt x="1524" y="10668"/>
                  </a:lnTo>
                  <a:lnTo>
                    <a:pt x="1524" y="9144"/>
                  </a:lnTo>
                  <a:lnTo>
                    <a:pt x="0" y="7620"/>
                  </a:lnTo>
                  <a:lnTo>
                    <a:pt x="0" y="4572"/>
                  </a:lnTo>
                  <a:lnTo>
                    <a:pt x="1524" y="3048"/>
                  </a:lnTo>
                  <a:lnTo>
                    <a:pt x="1524" y="1524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524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3716" y="9144"/>
                  </a:lnTo>
                  <a:lnTo>
                    <a:pt x="12192" y="9144"/>
                  </a:lnTo>
                  <a:lnTo>
                    <a:pt x="12192" y="10668"/>
                  </a:lnTo>
                  <a:close/>
                </a:path>
                <a:path w="13970" h="44450">
                  <a:moveTo>
                    <a:pt x="10668" y="12192"/>
                  </a:moveTo>
                  <a:lnTo>
                    <a:pt x="3048" y="12192"/>
                  </a:lnTo>
                  <a:lnTo>
                    <a:pt x="3048" y="10668"/>
                  </a:lnTo>
                  <a:lnTo>
                    <a:pt x="10668" y="10668"/>
                  </a:lnTo>
                  <a:lnTo>
                    <a:pt x="10668" y="12192"/>
                  </a:lnTo>
                  <a:close/>
                </a:path>
                <a:path w="13970" h="44450">
                  <a:moveTo>
                    <a:pt x="9144" y="32004"/>
                  </a:moveTo>
                  <a:lnTo>
                    <a:pt x="4572" y="32004"/>
                  </a:lnTo>
                  <a:lnTo>
                    <a:pt x="6096" y="30480"/>
                  </a:lnTo>
                  <a:lnTo>
                    <a:pt x="7620" y="30480"/>
                  </a:lnTo>
                  <a:lnTo>
                    <a:pt x="9144" y="32004"/>
                  </a:lnTo>
                  <a:close/>
                </a:path>
                <a:path w="13970" h="44450">
                  <a:moveTo>
                    <a:pt x="12192" y="42672"/>
                  </a:moveTo>
                  <a:lnTo>
                    <a:pt x="1524" y="42672"/>
                  </a:lnTo>
                  <a:lnTo>
                    <a:pt x="1524" y="41148"/>
                  </a:lnTo>
                  <a:lnTo>
                    <a:pt x="0" y="39624"/>
                  </a:lnTo>
                  <a:lnTo>
                    <a:pt x="0" y="36576"/>
                  </a:lnTo>
                  <a:lnTo>
                    <a:pt x="1524" y="35052"/>
                  </a:lnTo>
                  <a:lnTo>
                    <a:pt x="1524" y="33528"/>
                  </a:lnTo>
                  <a:lnTo>
                    <a:pt x="3048" y="32004"/>
                  </a:lnTo>
                  <a:lnTo>
                    <a:pt x="10668" y="32004"/>
                  </a:lnTo>
                  <a:lnTo>
                    <a:pt x="12192" y="33528"/>
                  </a:lnTo>
                  <a:lnTo>
                    <a:pt x="12192" y="35052"/>
                  </a:lnTo>
                  <a:lnTo>
                    <a:pt x="13716" y="35052"/>
                  </a:lnTo>
                  <a:lnTo>
                    <a:pt x="13716" y="41148"/>
                  </a:lnTo>
                  <a:lnTo>
                    <a:pt x="12192" y="41148"/>
                  </a:lnTo>
                  <a:lnTo>
                    <a:pt x="12192" y="42672"/>
                  </a:lnTo>
                  <a:close/>
                </a:path>
                <a:path w="13970" h="44450">
                  <a:moveTo>
                    <a:pt x="10668" y="44291"/>
                  </a:moveTo>
                  <a:lnTo>
                    <a:pt x="3048" y="44291"/>
                  </a:lnTo>
                  <a:lnTo>
                    <a:pt x="3048" y="42672"/>
                  </a:lnTo>
                  <a:lnTo>
                    <a:pt x="10668" y="42672"/>
                  </a:lnTo>
                  <a:lnTo>
                    <a:pt x="10668" y="44291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91262" y="2981420"/>
              <a:ext cx="284035" cy="5810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924556" y="3233927"/>
              <a:ext cx="27940" cy="7620"/>
            </a:xfrm>
            <a:custGeom>
              <a:avLst/>
              <a:gdLst/>
              <a:ahLst/>
              <a:cxnLst/>
              <a:rect l="l" t="t" r="r" b="b"/>
              <a:pathLst>
                <a:path w="27939" h="7619">
                  <a:moveTo>
                    <a:pt x="27432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762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3" name="object 6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17901" y="3216497"/>
              <a:ext cx="416908" cy="6257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504997" y="3199739"/>
              <a:ext cx="1017269" cy="62865"/>
            </a:xfrm>
            <a:custGeom>
              <a:avLst/>
              <a:gdLst/>
              <a:ahLst/>
              <a:cxnLst/>
              <a:rect l="l" t="t" r="r" b="b"/>
              <a:pathLst>
                <a:path w="1017270" h="62864">
                  <a:moveTo>
                    <a:pt x="41249" y="28956"/>
                  </a:moveTo>
                  <a:lnTo>
                    <a:pt x="40741" y="27432"/>
                  </a:lnTo>
                  <a:lnTo>
                    <a:pt x="39725" y="24384"/>
                  </a:lnTo>
                  <a:lnTo>
                    <a:pt x="39725" y="19812"/>
                  </a:lnTo>
                  <a:lnTo>
                    <a:pt x="35153" y="10668"/>
                  </a:lnTo>
                  <a:lnTo>
                    <a:pt x="33629" y="9144"/>
                  </a:lnTo>
                  <a:lnTo>
                    <a:pt x="33629" y="28956"/>
                  </a:lnTo>
                  <a:lnTo>
                    <a:pt x="33629" y="41148"/>
                  </a:lnTo>
                  <a:lnTo>
                    <a:pt x="32004" y="42672"/>
                  </a:lnTo>
                  <a:lnTo>
                    <a:pt x="32004" y="45720"/>
                  </a:lnTo>
                  <a:lnTo>
                    <a:pt x="30480" y="48768"/>
                  </a:lnTo>
                  <a:lnTo>
                    <a:pt x="28956" y="50292"/>
                  </a:lnTo>
                  <a:lnTo>
                    <a:pt x="28956" y="51816"/>
                  </a:lnTo>
                  <a:lnTo>
                    <a:pt x="25908" y="54864"/>
                  </a:lnTo>
                  <a:lnTo>
                    <a:pt x="24384" y="54864"/>
                  </a:lnTo>
                  <a:lnTo>
                    <a:pt x="21336" y="56388"/>
                  </a:lnTo>
                  <a:lnTo>
                    <a:pt x="16764" y="56388"/>
                  </a:lnTo>
                  <a:lnTo>
                    <a:pt x="16764" y="54864"/>
                  </a:lnTo>
                  <a:lnTo>
                    <a:pt x="15240" y="54864"/>
                  </a:lnTo>
                  <a:lnTo>
                    <a:pt x="13716" y="53340"/>
                  </a:lnTo>
                  <a:lnTo>
                    <a:pt x="12192" y="53340"/>
                  </a:lnTo>
                  <a:lnTo>
                    <a:pt x="12192" y="51816"/>
                  </a:lnTo>
                  <a:lnTo>
                    <a:pt x="10668" y="51816"/>
                  </a:lnTo>
                  <a:lnTo>
                    <a:pt x="10668" y="50292"/>
                  </a:lnTo>
                  <a:lnTo>
                    <a:pt x="9144" y="48768"/>
                  </a:lnTo>
                  <a:lnTo>
                    <a:pt x="9144" y="45720"/>
                  </a:lnTo>
                  <a:lnTo>
                    <a:pt x="18669" y="38100"/>
                  </a:lnTo>
                  <a:lnTo>
                    <a:pt x="32004" y="27432"/>
                  </a:lnTo>
                  <a:lnTo>
                    <a:pt x="33629" y="28956"/>
                  </a:lnTo>
                  <a:lnTo>
                    <a:pt x="33629" y="9144"/>
                  </a:lnTo>
                  <a:lnTo>
                    <a:pt x="32004" y="7620"/>
                  </a:lnTo>
                  <a:lnTo>
                    <a:pt x="32004" y="21336"/>
                  </a:lnTo>
                  <a:lnTo>
                    <a:pt x="7620" y="38100"/>
                  </a:lnTo>
                  <a:lnTo>
                    <a:pt x="7620" y="22860"/>
                  </a:lnTo>
                  <a:lnTo>
                    <a:pt x="9144" y="21336"/>
                  </a:lnTo>
                  <a:lnTo>
                    <a:pt x="9144" y="18288"/>
                  </a:lnTo>
                  <a:lnTo>
                    <a:pt x="10668" y="16764"/>
                  </a:lnTo>
                  <a:lnTo>
                    <a:pt x="12192" y="13716"/>
                  </a:lnTo>
                  <a:lnTo>
                    <a:pt x="13716" y="13716"/>
                  </a:lnTo>
                  <a:lnTo>
                    <a:pt x="16764" y="10668"/>
                  </a:lnTo>
                  <a:lnTo>
                    <a:pt x="24384" y="10668"/>
                  </a:lnTo>
                  <a:lnTo>
                    <a:pt x="27432" y="13716"/>
                  </a:lnTo>
                  <a:lnTo>
                    <a:pt x="28956" y="13716"/>
                  </a:lnTo>
                  <a:lnTo>
                    <a:pt x="28956" y="16764"/>
                  </a:lnTo>
                  <a:lnTo>
                    <a:pt x="30480" y="18288"/>
                  </a:lnTo>
                  <a:lnTo>
                    <a:pt x="30480" y="19812"/>
                  </a:lnTo>
                  <a:lnTo>
                    <a:pt x="32004" y="21336"/>
                  </a:lnTo>
                  <a:lnTo>
                    <a:pt x="32004" y="7620"/>
                  </a:lnTo>
                  <a:lnTo>
                    <a:pt x="25908" y="4572"/>
                  </a:lnTo>
                  <a:lnTo>
                    <a:pt x="13716" y="4572"/>
                  </a:lnTo>
                  <a:lnTo>
                    <a:pt x="10668" y="6096"/>
                  </a:lnTo>
                  <a:lnTo>
                    <a:pt x="9144" y="7620"/>
                  </a:lnTo>
                  <a:lnTo>
                    <a:pt x="6096" y="9144"/>
                  </a:lnTo>
                  <a:lnTo>
                    <a:pt x="1524" y="18288"/>
                  </a:lnTo>
                  <a:lnTo>
                    <a:pt x="1524" y="21336"/>
                  </a:lnTo>
                  <a:lnTo>
                    <a:pt x="0" y="24384"/>
                  </a:lnTo>
                  <a:lnTo>
                    <a:pt x="0" y="42672"/>
                  </a:lnTo>
                  <a:lnTo>
                    <a:pt x="1524" y="45720"/>
                  </a:lnTo>
                  <a:lnTo>
                    <a:pt x="1524" y="50292"/>
                  </a:lnTo>
                  <a:lnTo>
                    <a:pt x="3048" y="53340"/>
                  </a:lnTo>
                  <a:lnTo>
                    <a:pt x="4572" y="54864"/>
                  </a:lnTo>
                  <a:lnTo>
                    <a:pt x="6096" y="57912"/>
                  </a:lnTo>
                  <a:lnTo>
                    <a:pt x="9144" y="59537"/>
                  </a:lnTo>
                  <a:lnTo>
                    <a:pt x="10668" y="61061"/>
                  </a:lnTo>
                  <a:lnTo>
                    <a:pt x="13716" y="62585"/>
                  </a:lnTo>
                  <a:lnTo>
                    <a:pt x="25908" y="62585"/>
                  </a:lnTo>
                  <a:lnTo>
                    <a:pt x="32004" y="59537"/>
                  </a:lnTo>
                  <a:lnTo>
                    <a:pt x="33629" y="56388"/>
                  </a:lnTo>
                  <a:lnTo>
                    <a:pt x="35153" y="54864"/>
                  </a:lnTo>
                  <a:lnTo>
                    <a:pt x="39725" y="45720"/>
                  </a:lnTo>
                  <a:lnTo>
                    <a:pt x="39725" y="41148"/>
                  </a:lnTo>
                  <a:lnTo>
                    <a:pt x="41249" y="38100"/>
                  </a:lnTo>
                  <a:lnTo>
                    <a:pt x="41249" y="28956"/>
                  </a:lnTo>
                  <a:close/>
                </a:path>
                <a:path w="1017270" h="62864">
                  <a:moveTo>
                    <a:pt x="76403" y="53428"/>
                  </a:moveTo>
                  <a:lnTo>
                    <a:pt x="74879" y="51904"/>
                  </a:lnTo>
                  <a:lnTo>
                    <a:pt x="74879" y="50380"/>
                  </a:lnTo>
                  <a:lnTo>
                    <a:pt x="73355" y="50380"/>
                  </a:lnTo>
                  <a:lnTo>
                    <a:pt x="73355" y="48856"/>
                  </a:lnTo>
                  <a:lnTo>
                    <a:pt x="64109" y="48856"/>
                  </a:lnTo>
                  <a:lnTo>
                    <a:pt x="64109" y="50380"/>
                  </a:lnTo>
                  <a:lnTo>
                    <a:pt x="62585" y="50380"/>
                  </a:lnTo>
                  <a:lnTo>
                    <a:pt x="62585" y="51904"/>
                  </a:lnTo>
                  <a:lnTo>
                    <a:pt x="61061" y="53428"/>
                  </a:lnTo>
                  <a:lnTo>
                    <a:pt x="61061" y="58000"/>
                  </a:lnTo>
                  <a:lnTo>
                    <a:pt x="62585" y="58000"/>
                  </a:lnTo>
                  <a:lnTo>
                    <a:pt x="62585" y="59524"/>
                  </a:lnTo>
                  <a:lnTo>
                    <a:pt x="64109" y="61048"/>
                  </a:lnTo>
                  <a:lnTo>
                    <a:pt x="65633" y="61048"/>
                  </a:lnTo>
                  <a:lnTo>
                    <a:pt x="65633" y="62572"/>
                  </a:lnTo>
                  <a:lnTo>
                    <a:pt x="71729" y="62572"/>
                  </a:lnTo>
                  <a:lnTo>
                    <a:pt x="71729" y="61048"/>
                  </a:lnTo>
                  <a:lnTo>
                    <a:pt x="73355" y="61048"/>
                  </a:lnTo>
                  <a:lnTo>
                    <a:pt x="74879" y="59524"/>
                  </a:lnTo>
                  <a:lnTo>
                    <a:pt x="74879" y="58000"/>
                  </a:lnTo>
                  <a:lnTo>
                    <a:pt x="76403" y="58000"/>
                  </a:lnTo>
                  <a:lnTo>
                    <a:pt x="76403" y="53428"/>
                  </a:lnTo>
                  <a:close/>
                </a:path>
                <a:path w="1017270" h="62864">
                  <a:moveTo>
                    <a:pt x="137350" y="25908"/>
                  </a:moveTo>
                  <a:lnTo>
                    <a:pt x="135826" y="21336"/>
                  </a:lnTo>
                  <a:lnTo>
                    <a:pt x="135826" y="18288"/>
                  </a:lnTo>
                  <a:lnTo>
                    <a:pt x="132778" y="12192"/>
                  </a:lnTo>
                  <a:lnTo>
                    <a:pt x="131254" y="10668"/>
                  </a:lnTo>
                  <a:lnTo>
                    <a:pt x="129730" y="7620"/>
                  </a:lnTo>
                  <a:lnTo>
                    <a:pt x="129730" y="25908"/>
                  </a:lnTo>
                  <a:lnTo>
                    <a:pt x="129730" y="30480"/>
                  </a:lnTo>
                  <a:lnTo>
                    <a:pt x="128206" y="30480"/>
                  </a:lnTo>
                  <a:lnTo>
                    <a:pt x="126682" y="32004"/>
                  </a:lnTo>
                  <a:lnTo>
                    <a:pt x="123634" y="32004"/>
                  </a:lnTo>
                  <a:lnTo>
                    <a:pt x="122110" y="33528"/>
                  </a:lnTo>
                  <a:lnTo>
                    <a:pt x="111442" y="33528"/>
                  </a:lnTo>
                  <a:lnTo>
                    <a:pt x="108394" y="30480"/>
                  </a:lnTo>
                  <a:lnTo>
                    <a:pt x="106870" y="30480"/>
                  </a:lnTo>
                  <a:lnTo>
                    <a:pt x="106870" y="27432"/>
                  </a:lnTo>
                  <a:lnTo>
                    <a:pt x="105346" y="25908"/>
                  </a:lnTo>
                  <a:lnTo>
                    <a:pt x="105346" y="18288"/>
                  </a:lnTo>
                  <a:lnTo>
                    <a:pt x="106870" y="16764"/>
                  </a:lnTo>
                  <a:lnTo>
                    <a:pt x="106870" y="15240"/>
                  </a:lnTo>
                  <a:lnTo>
                    <a:pt x="108394" y="15240"/>
                  </a:lnTo>
                  <a:lnTo>
                    <a:pt x="108394" y="13716"/>
                  </a:lnTo>
                  <a:lnTo>
                    <a:pt x="109918" y="12192"/>
                  </a:lnTo>
                  <a:lnTo>
                    <a:pt x="111442" y="12192"/>
                  </a:lnTo>
                  <a:lnTo>
                    <a:pt x="112966" y="10668"/>
                  </a:lnTo>
                  <a:lnTo>
                    <a:pt x="122110" y="10668"/>
                  </a:lnTo>
                  <a:lnTo>
                    <a:pt x="125158" y="13716"/>
                  </a:lnTo>
                  <a:lnTo>
                    <a:pt x="125158" y="15240"/>
                  </a:lnTo>
                  <a:lnTo>
                    <a:pt x="128206" y="18288"/>
                  </a:lnTo>
                  <a:lnTo>
                    <a:pt x="128206" y="22860"/>
                  </a:lnTo>
                  <a:lnTo>
                    <a:pt x="129730" y="25908"/>
                  </a:lnTo>
                  <a:lnTo>
                    <a:pt x="129730" y="7620"/>
                  </a:lnTo>
                  <a:lnTo>
                    <a:pt x="128206" y="6096"/>
                  </a:lnTo>
                  <a:lnTo>
                    <a:pt x="125158" y="6096"/>
                  </a:lnTo>
                  <a:lnTo>
                    <a:pt x="122110" y="4572"/>
                  </a:lnTo>
                  <a:lnTo>
                    <a:pt x="111442" y="4572"/>
                  </a:lnTo>
                  <a:lnTo>
                    <a:pt x="109918" y="6096"/>
                  </a:lnTo>
                  <a:lnTo>
                    <a:pt x="106870" y="6096"/>
                  </a:lnTo>
                  <a:lnTo>
                    <a:pt x="103822" y="9144"/>
                  </a:lnTo>
                  <a:lnTo>
                    <a:pt x="100774" y="10668"/>
                  </a:lnTo>
                  <a:lnTo>
                    <a:pt x="100774" y="13716"/>
                  </a:lnTo>
                  <a:lnTo>
                    <a:pt x="99250" y="15240"/>
                  </a:lnTo>
                  <a:lnTo>
                    <a:pt x="97726" y="18288"/>
                  </a:lnTo>
                  <a:lnTo>
                    <a:pt x="97726" y="27432"/>
                  </a:lnTo>
                  <a:lnTo>
                    <a:pt x="99250" y="30480"/>
                  </a:lnTo>
                  <a:lnTo>
                    <a:pt x="99250" y="32004"/>
                  </a:lnTo>
                  <a:lnTo>
                    <a:pt x="105346" y="38100"/>
                  </a:lnTo>
                  <a:lnTo>
                    <a:pt x="106870" y="38100"/>
                  </a:lnTo>
                  <a:lnTo>
                    <a:pt x="109918" y="39624"/>
                  </a:lnTo>
                  <a:lnTo>
                    <a:pt x="122110" y="39624"/>
                  </a:lnTo>
                  <a:lnTo>
                    <a:pt x="125158" y="38100"/>
                  </a:lnTo>
                  <a:lnTo>
                    <a:pt x="126682" y="38100"/>
                  </a:lnTo>
                  <a:lnTo>
                    <a:pt x="129730" y="36576"/>
                  </a:lnTo>
                  <a:lnTo>
                    <a:pt x="128206" y="38100"/>
                  </a:lnTo>
                  <a:lnTo>
                    <a:pt x="128206" y="42672"/>
                  </a:lnTo>
                  <a:lnTo>
                    <a:pt x="126682" y="45720"/>
                  </a:lnTo>
                  <a:lnTo>
                    <a:pt x="126682" y="47244"/>
                  </a:lnTo>
                  <a:lnTo>
                    <a:pt x="123634" y="50292"/>
                  </a:lnTo>
                  <a:lnTo>
                    <a:pt x="120586" y="51816"/>
                  </a:lnTo>
                  <a:lnTo>
                    <a:pt x="119062" y="53340"/>
                  </a:lnTo>
                  <a:lnTo>
                    <a:pt x="116014" y="53340"/>
                  </a:lnTo>
                  <a:lnTo>
                    <a:pt x="112966" y="54864"/>
                  </a:lnTo>
                  <a:lnTo>
                    <a:pt x="100774" y="54864"/>
                  </a:lnTo>
                  <a:lnTo>
                    <a:pt x="100774" y="62585"/>
                  </a:lnTo>
                  <a:lnTo>
                    <a:pt x="111442" y="62585"/>
                  </a:lnTo>
                  <a:lnTo>
                    <a:pt x="116014" y="61061"/>
                  </a:lnTo>
                  <a:lnTo>
                    <a:pt x="119062" y="59537"/>
                  </a:lnTo>
                  <a:lnTo>
                    <a:pt x="123634" y="59537"/>
                  </a:lnTo>
                  <a:lnTo>
                    <a:pt x="126682" y="56388"/>
                  </a:lnTo>
                  <a:lnTo>
                    <a:pt x="129730" y="54864"/>
                  </a:lnTo>
                  <a:lnTo>
                    <a:pt x="131254" y="51816"/>
                  </a:lnTo>
                  <a:lnTo>
                    <a:pt x="134302" y="48768"/>
                  </a:lnTo>
                  <a:lnTo>
                    <a:pt x="134302" y="44196"/>
                  </a:lnTo>
                  <a:lnTo>
                    <a:pt x="135826" y="41148"/>
                  </a:lnTo>
                  <a:lnTo>
                    <a:pt x="136969" y="36576"/>
                  </a:lnTo>
                  <a:lnTo>
                    <a:pt x="137350" y="35052"/>
                  </a:lnTo>
                  <a:lnTo>
                    <a:pt x="137350" y="33528"/>
                  </a:lnTo>
                  <a:lnTo>
                    <a:pt x="137350" y="25908"/>
                  </a:lnTo>
                  <a:close/>
                </a:path>
                <a:path w="1017270" h="62864">
                  <a:moveTo>
                    <a:pt x="186220" y="44196"/>
                  </a:moveTo>
                  <a:lnTo>
                    <a:pt x="184696" y="42672"/>
                  </a:lnTo>
                  <a:lnTo>
                    <a:pt x="184696" y="41148"/>
                  </a:lnTo>
                  <a:lnTo>
                    <a:pt x="183172" y="39624"/>
                  </a:lnTo>
                  <a:lnTo>
                    <a:pt x="183172" y="38100"/>
                  </a:lnTo>
                  <a:lnTo>
                    <a:pt x="181648" y="36576"/>
                  </a:lnTo>
                  <a:lnTo>
                    <a:pt x="180124" y="35052"/>
                  </a:lnTo>
                  <a:lnTo>
                    <a:pt x="178600" y="35052"/>
                  </a:lnTo>
                  <a:lnTo>
                    <a:pt x="178600" y="47332"/>
                  </a:lnTo>
                  <a:lnTo>
                    <a:pt x="178600" y="48856"/>
                  </a:lnTo>
                  <a:lnTo>
                    <a:pt x="177076" y="50380"/>
                  </a:lnTo>
                  <a:lnTo>
                    <a:pt x="177076" y="53428"/>
                  </a:lnTo>
                  <a:lnTo>
                    <a:pt x="175552" y="53428"/>
                  </a:lnTo>
                  <a:lnTo>
                    <a:pt x="174028" y="54952"/>
                  </a:lnTo>
                  <a:lnTo>
                    <a:pt x="170980" y="54952"/>
                  </a:lnTo>
                  <a:lnTo>
                    <a:pt x="169456" y="56476"/>
                  </a:lnTo>
                  <a:lnTo>
                    <a:pt x="163360" y="56476"/>
                  </a:lnTo>
                  <a:lnTo>
                    <a:pt x="161836" y="54952"/>
                  </a:lnTo>
                  <a:lnTo>
                    <a:pt x="160312" y="54952"/>
                  </a:lnTo>
                  <a:lnTo>
                    <a:pt x="158788" y="53428"/>
                  </a:lnTo>
                  <a:lnTo>
                    <a:pt x="157264" y="53428"/>
                  </a:lnTo>
                  <a:lnTo>
                    <a:pt x="157264" y="51904"/>
                  </a:lnTo>
                  <a:lnTo>
                    <a:pt x="155740" y="50380"/>
                  </a:lnTo>
                  <a:lnTo>
                    <a:pt x="155740" y="44196"/>
                  </a:lnTo>
                  <a:lnTo>
                    <a:pt x="157264" y="44196"/>
                  </a:lnTo>
                  <a:lnTo>
                    <a:pt x="157264" y="41148"/>
                  </a:lnTo>
                  <a:lnTo>
                    <a:pt x="158788" y="41148"/>
                  </a:lnTo>
                  <a:lnTo>
                    <a:pt x="161836" y="38100"/>
                  </a:lnTo>
                  <a:lnTo>
                    <a:pt x="164884" y="36576"/>
                  </a:lnTo>
                  <a:lnTo>
                    <a:pt x="167932" y="36576"/>
                  </a:lnTo>
                  <a:lnTo>
                    <a:pt x="170980" y="38100"/>
                  </a:lnTo>
                  <a:lnTo>
                    <a:pt x="172504" y="39624"/>
                  </a:lnTo>
                  <a:lnTo>
                    <a:pt x="174028" y="39624"/>
                  </a:lnTo>
                  <a:lnTo>
                    <a:pt x="174028" y="41148"/>
                  </a:lnTo>
                  <a:lnTo>
                    <a:pt x="175552" y="42672"/>
                  </a:lnTo>
                  <a:lnTo>
                    <a:pt x="177076" y="42672"/>
                  </a:lnTo>
                  <a:lnTo>
                    <a:pt x="177076" y="45808"/>
                  </a:lnTo>
                  <a:lnTo>
                    <a:pt x="178600" y="47332"/>
                  </a:lnTo>
                  <a:lnTo>
                    <a:pt x="178600" y="35052"/>
                  </a:lnTo>
                  <a:lnTo>
                    <a:pt x="177076" y="33528"/>
                  </a:lnTo>
                  <a:lnTo>
                    <a:pt x="175552" y="33528"/>
                  </a:lnTo>
                  <a:lnTo>
                    <a:pt x="174028" y="32004"/>
                  </a:lnTo>
                  <a:lnTo>
                    <a:pt x="180124" y="28956"/>
                  </a:lnTo>
                  <a:lnTo>
                    <a:pt x="181648" y="25908"/>
                  </a:lnTo>
                  <a:lnTo>
                    <a:pt x="184696" y="24384"/>
                  </a:lnTo>
                  <a:lnTo>
                    <a:pt x="184696" y="13716"/>
                  </a:lnTo>
                  <a:lnTo>
                    <a:pt x="183172" y="12192"/>
                  </a:lnTo>
                  <a:lnTo>
                    <a:pt x="183172" y="10668"/>
                  </a:lnTo>
                  <a:lnTo>
                    <a:pt x="178600" y="6096"/>
                  </a:lnTo>
                  <a:lnTo>
                    <a:pt x="177076" y="6096"/>
                  </a:lnTo>
                  <a:lnTo>
                    <a:pt x="177076" y="15240"/>
                  </a:lnTo>
                  <a:lnTo>
                    <a:pt x="177076" y="22860"/>
                  </a:lnTo>
                  <a:lnTo>
                    <a:pt x="174028" y="24384"/>
                  </a:lnTo>
                  <a:lnTo>
                    <a:pt x="170980" y="27432"/>
                  </a:lnTo>
                  <a:lnTo>
                    <a:pt x="167932" y="28956"/>
                  </a:lnTo>
                  <a:lnTo>
                    <a:pt x="164884" y="27432"/>
                  </a:lnTo>
                  <a:lnTo>
                    <a:pt x="163360" y="27432"/>
                  </a:lnTo>
                  <a:lnTo>
                    <a:pt x="163360" y="25908"/>
                  </a:lnTo>
                  <a:lnTo>
                    <a:pt x="161836" y="25908"/>
                  </a:lnTo>
                  <a:lnTo>
                    <a:pt x="160312" y="24384"/>
                  </a:lnTo>
                  <a:lnTo>
                    <a:pt x="158788" y="24384"/>
                  </a:lnTo>
                  <a:lnTo>
                    <a:pt x="158788" y="22860"/>
                  </a:lnTo>
                  <a:lnTo>
                    <a:pt x="157264" y="21336"/>
                  </a:lnTo>
                  <a:lnTo>
                    <a:pt x="157264" y="13716"/>
                  </a:lnTo>
                  <a:lnTo>
                    <a:pt x="158788" y="12192"/>
                  </a:lnTo>
                  <a:lnTo>
                    <a:pt x="161836" y="10668"/>
                  </a:lnTo>
                  <a:lnTo>
                    <a:pt x="172504" y="10668"/>
                  </a:lnTo>
                  <a:lnTo>
                    <a:pt x="177076" y="15240"/>
                  </a:lnTo>
                  <a:lnTo>
                    <a:pt x="177076" y="6096"/>
                  </a:lnTo>
                  <a:lnTo>
                    <a:pt x="175552" y="4572"/>
                  </a:lnTo>
                  <a:lnTo>
                    <a:pt x="161836" y="4572"/>
                  </a:lnTo>
                  <a:lnTo>
                    <a:pt x="158788" y="6096"/>
                  </a:lnTo>
                  <a:lnTo>
                    <a:pt x="157264" y="6096"/>
                  </a:lnTo>
                  <a:lnTo>
                    <a:pt x="154216" y="7620"/>
                  </a:lnTo>
                  <a:lnTo>
                    <a:pt x="151168" y="10668"/>
                  </a:lnTo>
                  <a:lnTo>
                    <a:pt x="151168" y="12192"/>
                  </a:lnTo>
                  <a:lnTo>
                    <a:pt x="149644" y="13716"/>
                  </a:lnTo>
                  <a:lnTo>
                    <a:pt x="149644" y="15240"/>
                  </a:lnTo>
                  <a:lnTo>
                    <a:pt x="148120" y="16764"/>
                  </a:lnTo>
                  <a:lnTo>
                    <a:pt x="148120" y="21336"/>
                  </a:lnTo>
                  <a:lnTo>
                    <a:pt x="149644" y="24384"/>
                  </a:lnTo>
                  <a:lnTo>
                    <a:pt x="151168" y="25908"/>
                  </a:lnTo>
                  <a:lnTo>
                    <a:pt x="152692" y="28956"/>
                  </a:lnTo>
                  <a:lnTo>
                    <a:pt x="158788" y="32004"/>
                  </a:lnTo>
                  <a:lnTo>
                    <a:pt x="155740" y="35052"/>
                  </a:lnTo>
                  <a:lnTo>
                    <a:pt x="152692" y="36576"/>
                  </a:lnTo>
                  <a:lnTo>
                    <a:pt x="151168" y="39624"/>
                  </a:lnTo>
                  <a:lnTo>
                    <a:pt x="148120" y="42672"/>
                  </a:lnTo>
                  <a:lnTo>
                    <a:pt x="148120" y="54952"/>
                  </a:lnTo>
                  <a:lnTo>
                    <a:pt x="151168" y="58000"/>
                  </a:lnTo>
                  <a:lnTo>
                    <a:pt x="152692" y="58000"/>
                  </a:lnTo>
                  <a:lnTo>
                    <a:pt x="155740" y="61048"/>
                  </a:lnTo>
                  <a:lnTo>
                    <a:pt x="158788" y="61048"/>
                  </a:lnTo>
                  <a:lnTo>
                    <a:pt x="160312" y="62572"/>
                  </a:lnTo>
                  <a:lnTo>
                    <a:pt x="172504" y="62572"/>
                  </a:lnTo>
                  <a:lnTo>
                    <a:pt x="174028" y="61048"/>
                  </a:lnTo>
                  <a:lnTo>
                    <a:pt x="177076" y="61048"/>
                  </a:lnTo>
                  <a:lnTo>
                    <a:pt x="180124" y="58000"/>
                  </a:lnTo>
                  <a:lnTo>
                    <a:pt x="181648" y="58000"/>
                  </a:lnTo>
                  <a:lnTo>
                    <a:pt x="183172" y="56476"/>
                  </a:lnTo>
                  <a:lnTo>
                    <a:pt x="184696" y="53428"/>
                  </a:lnTo>
                  <a:lnTo>
                    <a:pt x="186220" y="51904"/>
                  </a:lnTo>
                  <a:lnTo>
                    <a:pt x="186220" y="44196"/>
                  </a:lnTo>
                  <a:close/>
                </a:path>
                <a:path w="1017270" h="62864">
                  <a:moveTo>
                    <a:pt x="235089" y="54952"/>
                  </a:moveTo>
                  <a:lnTo>
                    <a:pt x="222796" y="54952"/>
                  </a:lnTo>
                  <a:lnTo>
                    <a:pt x="222796" y="4660"/>
                  </a:lnTo>
                  <a:lnTo>
                    <a:pt x="215176" y="4660"/>
                  </a:lnTo>
                  <a:lnTo>
                    <a:pt x="198412" y="13804"/>
                  </a:lnTo>
                  <a:lnTo>
                    <a:pt x="199936" y="21424"/>
                  </a:lnTo>
                  <a:lnTo>
                    <a:pt x="213652" y="13804"/>
                  </a:lnTo>
                  <a:lnTo>
                    <a:pt x="213652" y="54952"/>
                  </a:lnTo>
                  <a:lnTo>
                    <a:pt x="199936" y="54952"/>
                  </a:lnTo>
                  <a:lnTo>
                    <a:pt x="199936" y="62572"/>
                  </a:lnTo>
                  <a:lnTo>
                    <a:pt x="235089" y="62572"/>
                  </a:lnTo>
                  <a:lnTo>
                    <a:pt x="235089" y="54952"/>
                  </a:lnTo>
                  <a:close/>
                </a:path>
                <a:path w="1017270" h="62864">
                  <a:moveTo>
                    <a:pt x="286994" y="42760"/>
                  </a:moveTo>
                  <a:lnTo>
                    <a:pt x="276326" y="42760"/>
                  </a:lnTo>
                  <a:lnTo>
                    <a:pt x="276326" y="12280"/>
                  </a:lnTo>
                  <a:lnTo>
                    <a:pt x="276326" y="4660"/>
                  </a:lnTo>
                  <a:lnTo>
                    <a:pt x="268706" y="4660"/>
                  </a:lnTo>
                  <a:lnTo>
                    <a:pt x="268706" y="12280"/>
                  </a:lnTo>
                  <a:lnTo>
                    <a:pt x="268706" y="42760"/>
                  </a:lnTo>
                  <a:lnTo>
                    <a:pt x="248894" y="42760"/>
                  </a:lnTo>
                  <a:lnTo>
                    <a:pt x="268706" y="12280"/>
                  </a:lnTo>
                  <a:lnTo>
                    <a:pt x="268706" y="4660"/>
                  </a:lnTo>
                  <a:lnTo>
                    <a:pt x="265658" y="4660"/>
                  </a:lnTo>
                  <a:lnTo>
                    <a:pt x="241274" y="42760"/>
                  </a:lnTo>
                  <a:lnTo>
                    <a:pt x="241274" y="48856"/>
                  </a:lnTo>
                  <a:lnTo>
                    <a:pt x="268706" y="48856"/>
                  </a:lnTo>
                  <a:lnTo>
                    <a:pt x="268706" y="62674"/>
                  </a:lnTo>
                  <a:lnTo>
                    <a:pt x="276326" y="62674"/>
                  </a:lnTo>
                  <a:lnTo>
                    <a:pt x="276326" y="48856"/>
                  </a:lnTo>
                  <a:lnTo>
                    <a:pt x="286994" y="48856"/>
                  </a:lnTo>
                  <a:lnTo>
                    <a:pt x="286994" y="42760"/>
                  </a:lnTo>
                  <a:close/>
                </a:path>
                <a:path w="1017270" h="62864">
                  <a:moveTo>
                    <a:pt x="375094" y="34188"/>
                  </a:moveTo>
                  <a:lnTo>
                    <a:pt x="347675" y="34188"/>
                  </a:lnTo>
                  <a:lnTo>
                    <a:pt x="347675" y="41821"/>
                  </a:lnTo>
                  <a:lnTo>
                    <a:pt x="375094" y="41821"/>
                  </a:lnTo>
                  <a:lnTo>
                    <a:pt x="375094" y="34188"/>
                  </a:lnTo>
                  <a:close/>
                </a:path>
                <a:path w="1017270" h="62864">
                  <a:moveTo>
                    <a:pt x="477875" y="56388"/>
                  </a:moveTo>
                  <a:lnTo>
                    <a:pt x="465683" y="56388"/>
                  </a:lnTo>
                  <a:lnTo>
                    <a:pt x="465683" y="0"/>
                  </a:lnTo>
                  <a:lnTo>
                    <a:pt x="444246" y="0"/>
                  </a:lnTo>
                  <a:lnTo>
                    <a:pt x="444246" y="6096"/>
                  </a:lnTo>
                  <a:lnTo>
                    <a:pt x="457962" y="6096"/>
                  </a:lnTo>
                  <a:lnTo>
                    <a:pt x="457962" y="56388"/>
                  </a:lnTo>
                  <a:lnTo>
                    <a:pt x="442722" y="56388"/>
                  </a:lnTo>
                  <a:lnTo>
                    <a:pt x="442722" y="62585"/>
                  </a:lnTo>
                  <a:lnTo>
                    <a:pt x="477875" y="62585"/>
                  </a:lnTo>
                  <a:lnTo>
                    <a:pt x="477875" y="56388"/>
                  </a:lnTo>
                  <a:close/>
                </a:path>
                <a:path w="1017270" h="62864">
                  <a:moveTo>
                    <a:pt x="529793" y="33528"/>
                  </a:moveTo>
                  <a:lnTo>
                    <a:pt x="526745" y="27432"/>
                  </a:lnTo>
                  <a:lnTo>
                    <a:pt x="526745" y="24384"/>
                  </a:lnTo>
                  <a:lnTo>
                    <a:pt x="523697" y="22860"/>
                  </a:lnTo>
                  <a:lnTo>
                    <a:pt x="522173" y="21336"/>
                  </a:lnTo>
                  <a:lnTo>
                    <a:pt x="522173" y="35052"/>
                  </a:lnTo>
                  <a:lnTo>
                    <a:pt x="522173" y="44196"/>
                  </a:lnTo>
                  <a:lnTo>
                    <a:pt x="520649" y="45720"/>
                  </a:lnTo>
                  <a:lnTo>
                    <a:pt x="520649" y="50292"/>
                  </a:lnTo>
                  <a:lnTo>
                    <a:pt x="517601" y="53340"/>
                  </a:lnTo>
                  <a:lnTo>
                    <a:pt x="516077" y="53340"/>
                  </a:lnTo>
                  <a:lnTo>
                    <a:pt x="513029" y="56388"/>
                  </a:lnTo>
                  <a:lnTo>
                    <a:pt x="505307" y="56388"/>
                  </a:lnTo>
                  <a:lnTo>
                    <a:pt x="503783" y="54864"/>
                  </a:lnTo>
                  <a:lnTo>
                    <a:pt x="502259" y="54864"/>
                  </a:lnTo>
                  <a:lnTo>
                    <a:pt x="499211" y="51816"/>
                  </a:lnTo>
                  <a:lnTo>
                    <a:pt x="499211" y="50292"/>
                  </a:lnTo>
                  <a:lnTo>
                    <a:pt x="497687" y="48768"/>
                  </a:lnTo>
                  <a:lnTo>
                    <a:pt x="497687" y="47244"/>
                  </a:lnTo>
                  <a:lnTo>
                    <a:pt x="496163" y="45720"/>
                  </a:lnTo>
                  <a:lnTo>
                    <a:pt x="496163" y="35052"/>
                  </a:lnTo>
                  <a:lnTo>
                    <a:pt x="497687" y="33528"/>
                  </a:lnTo>
                  <a:lnTo>
                    <a:pt x="497687" y="30480"/>
                  </a:lnTo>
                  <a:lnTo>
                    <a:pt x="503783" y="24384"/>
                  </a:lnTo>
                  <a:lnTo>
                    <a:pt x="514553" y="24384"/>
                  </a:lnTo>
                  <a:lnTo>
                    <a:pt x="516077" y="25908"/>
                  </a:lnTo>
                  <a:lnTo>
                    <a:pt x="517601" y="25908"/>
                  </a:lnTo>
                  <a:lnTo>
                    <a:pt x="519125" y="27432"/>
                  </a:lnTo>
                  <a:lnTo>
                    <a:pt x="519125" y="28956"/>
                  </a:lnTo>
                  <a:lnTo>
                    <a:pt x="520649" y="30480"/>
                  </a:lnTo>
                  <a:lnTo>
                    <a:pt x="520649" y="33528"/>
                  </a:lnTo>
                  <a:lnTo>
                    <a:pt x="522173" y="35052"/>
                  </a:lnTo>
                  <a:lnTo>
                    <a:pt x="522173" y="21336"/>
                  </a:lnTo>
                  <a:lnTo>
                    <a:pt x="520649" y="19812"/>
                  </a:lnTo>
                  <a:lnTo>
                    <a:pt x="517601" y="18288"/>
                  </a:lnTo>
                  <a:lnTo>
                    <a:pt x="516077" y="18288"/>
                  </a:lnTo>
                  <a:lnTo>
                    <a:pt x="513029" y="16764"/>
                  </a:lnTo>
                  <a:lnTo>
                    <a:pt x="506831" y="16764"/>
                  </a:lnTo>
                  <a:lnTo>
                    <a:pt x="503783" y="18288"/>
                  </a:lnTo>
                  <a:lnTo>
                    <a:pt x="500735" y="18288"/>
                  </a:lnTo>
                  <a:lnTo>
                    <a:pt x="497687" y="19812"/>
                  </a:lnTo>
                  <a:lnTo>
                    <a:pt x="496163" y="21336"/>
                  </a:lnTo>
                  <a:lnTo>
                    <a:pt x="494639" y="24384"/>
                  </a:lnTo>
                  <a:lnTo>
                    <a:pt x="491591" y="25908"/>
                  </a:lnTo>
                  <a:lnTo>
                    <a:pt x="491591" y="27432"/>
                  </a:lnTo>
                  <a:lnTo>
                    <a:pt x="488543" y="33528"/>
                  </a:lnTo>
                  <a:lnTo>
                    <a:pt x="488543" y="47244"/>
                  </a:lnTo>
                  <a:lnTo>
                    <a:pt x="490067" y="50292"/>
                  </a:lnTo>
                  <a:lnTo>
                    <a:pt x="491591" y="51816"/>
                  </a:lnTo>
                  <a:lnTo>
                    <a:pt x="491591" y="54864"/>
                  </a:lnTo>
                  <a:lnTo>
                    <a:pt x="494639" y="56388"/>
                  </a:lnTo>
                  <a:lnTo>
                    <a:pt x="496163" y="57912"/>
                  </a:lnTo>
                  <a:lnTo>
                    <a:pt x="497687" y="59524"/>
                  </a:lnTo>
                  <a:lnTo>
                    <a:pt x="500735" y="61048"/>
                  </a:lnTo>
                  <a:lnTo>
                    <a:pt x="502259" y="62572"/>
                  </a:lnTo>
                  <a:lnTo>
                    <a:pt x="514553" y="62572"/>
                  </a:lnTo>
                  <a:lnTo>
                    <a:pt x="520649" y="59524"/>
                  </a:lnTo>
                  <a:lnTo>
                    <a:pt x="522173" y="57912"/>
                  </a:lnTo>
                  <a:lnTo>
                    <a:pt x="523697" y="56388"/>
                  </a:lnTo>
                  <a:lnTo>
                    <a:pt x="525221" y="54864"/>
                  </a:lnTo>
                  <a:lnTo>
                    <a:pt x="529793" y="45720"/>
                  </a:lnTo>
                  <a:lnTo>
                    <a:pt x="529793" y="33528"/>
                  </a:lnTo>
                  <a:close/>
                </a:path>
                <a:path w="1017270" h="62864">
                  <a:moveTo>
                    <a:pt x="575602" y="48869"/>
                  </a:moveTo>
                  <a:lnTo>
                    <a:pt x="574078" y="47345"/>
                  </a:lnTo>
                  <a:lnTo>
                    <a:pt x="574078" y="44297"/>
                  </a:lnTo>
                  <a:lnTo>
                    <a:pt x="569506" y="39725"/>
                  </a:lnTo>
                  <a:lnTo>
                    <a:pt x="567982" y="39725"/>
                  </a:lnTo>
                  <a:lnTo>
                    <a:pt x="566458" y="38201"/>
                  </a:lnTo>
                  <a:lnTo>
                    <a:pt x="563321" y="38201"/>
                  </a:lnTo>
                  <a:lnTo>
                    <a:pt x="561797" y="36677"/>
                  </a:lnTo>
                  <a:lnTo>
                    <a:pt x="558749" y="36677"/>
                  </a:lnTo>
                  <a:lnTo>
                    <a:pt x="557225" y="35153"/>
                  </a:lnTo>
                  <a:lnTo>
                    <a:pt x="554177" y="35153"/>
                  </a:lnTo>
                  <a:lnTo>
                    <a:pt x="552653" y="33629"/>
                  </a:lnTo>
                  <a:lnTo>
                    <a:pt x="551129" y="33629"/>
                  </a:lnTo>
                  <a:lnTo>
                    <a:pt x="551129" y="32105"/>
                  </a:lnTo>
                  <a:lnTo>
                    <a:pt x="549605" y="32105"/>
                  </a:lnTo>
                  <a:lnTo>
                    <a:pt x="549605" y="27533"/>
                  </a:lnTo>
                  <a:lnTo>
                    <a:pt x="551129" y="26009"/>
                  </a:lnTo>
                  <a:lnTo>
                    <a:pt x="552653" y="26009"/>
                  </a:lnTo>
                  <a:lnTo>
                    <a:pt x="552653" y="24485"/>
                  </a:lnTo>
                  <a:lnTo>
                    <a:pt x="569506" y="24485"/>
                  </a:lnTo>
                  <a:lnTo>
                    <a:pt x="572554" y="26009"/>
                  </a:lnTo>
                  <a:lnTo>
                    <a:pt x="572554" y="24485"/>
                  </a:lnTo>
                  <a:lnTo>
                    <a:pt x="572554" y="18389"/>
                  </a:lnTo>
                  <a:lnTo>
                    <a:pt x="564934" y="18389"/>
                  </a:lnTo>
                  <a:lnTo>
                    <a:pt x="563321" y="16865"/>
                  </a:lnTo>
                  <a:lnTo>
                    <a:pt x="555701" y="16865"/>
                  </a:lnTo>
                  <a:lnTo>
                    <a:pt x="554177" y="18389"/>
                  </a:lnTo>
                  <a:lnTo>
                    <a:pt x="551129" y="18389"/>
                  </a:lnTo>
                  <a:lnTo>
                    <a:pt x="549605" y="19913"/>
                  </a:lnTo>
                  <a:lnTo>
                    <a:pt x="546557" y="19913"/>
                  </a:lnTo>
                  <a:lnTo>
                    <a:pt x="545033" y="21437"/>
                  </a:lnTo>
                  <a:lnTo>
                    <a:pt x="545033" y="22961"/>
                  </a:lnTo>
                  <a:lnTo>
                    <a:pt x="543509" y="24485"/>
                  </a:lnTo>
                  <a:lnTo>
                    <a:pt x="543509" y="26009"/>
                  </a:lnTo>
                  <a:lnTo>
                    <a:pt x="541985" y="27533"/>
                  </a:lnTo>
                  <a:lnTo>
                    <a:pt x="541985" y="33629"/>
                  </a:lnTo>
                  <a:lnTo>
                    <a:pt x="543509" y="35153"/>
                  </a:lnTo>
                  <a:lnTo>
                    <a:pt x="543509" y="36677"/>
                  </a:lnTo>
                  <a:lnTo>
                    <a:pt x="545033" y="36677"/>
                  </a:lnTo>
                  <a:lnTo>
                    <a:pt x="546557" y="38201"/>
                  </a:lnTo>
                  <a:lnTo>
                    <a:pt x="546557" y="39725"/>
                  </a:lnTo>
                  <a:lnTo>
                    <a:pt x="548081" y="39725"/>
                  </a:lnTo>
                  <a:lnTo>
                    <a:pt x="549605" y="41249"/>
                  </a:lnTo>
                  <a:lnTo>
                    <a:pt x="551129" y="41249"/>
                  </a:lnTo>
                  <a:lnTo>
                    <a:pt x="554177" y="42773"/>
                  </a:lnTo>
                  <a:lnTo>
                    <a:pt x="555701" y="42773"/>
                  </a:lnTo>
                  <a:lnTo>
                    <a:pt x="558749" y="44297"/>
                  </a:lnTo>
                  <a:lnTo>
                    <a:pt x="561797" y="44297"/>
                  </a:lnTo>
                  <a:lnTo>
                    <a:pt x="563321" y="45821"/>
                  </a:lnTo>
                  <a:lnTo>
                    <a:pt x="564934" y="45821"/>
                  </a:lnTo>
                  <a:lnTo>
                    <a:pt x="564934" y="47345"/>
                  </a:lnTo>
                  <a:lnTo>
                    <a:pt x="566458" y="47345"/>
                  </a:lnTo>
                  <a:lnTo>
                    <a:pt x="566458" y="48869"/>
                  </a:lnTo>
                  <a:lnTo>
                    <a:pt x="567982" y="50393"/>
                  </a:lnTo>
                  <a:lnTo>
                    <a:pt x="567982" y="51917"/>
                  </a:lnTo>
                  <a:lnTo>
                    <a:pt x="564934" y="54965"/>
                  </a:lnTo>
                  <a:lnTo>
                    <a:pt x="563321" y="56489"/>
                  </a:lnTo>
                  <a:lnTo>
                    <a:pt x="551129" y="56489"/>
                  </a:lnTo>
                  <a:lnTo>
                    <a:pt x="549605" y="54965"/>
                  </a:lnTo>
                  <a:lnTo>
                    <a:pt x="543509" y="54965"/>
                  </a:lnTo>
                  <a:lnTo>
                    <a:pt x="541985" y="53441"/>
                  </a:lnTo>
                  <a:lnTo>
                    <a:pt x="541985" y="61150"/>
                  </a:lnTo>
                  <a:lnTo>
                    <a:pt x="543509" y="61150"/>
                  </a:lnTo>
                  <a:lnTo>
                    <a:pt x="546557" y="62674"/>
                  </a:lnTo>
                  <a:lnTo>
                    <a:pt x="561797" y="62674"/>
                  </a:lnTo>
                  <a:lnTo>
                    <a:pt x="563321" y="61150"/>
                  </a:lnTo>
                  <a:lnTo>
                    <a:pt x="567982" y="61150"/>
                  </a:lnTo>
                  <a:lnTo>
                    <a:pt x="569506" y="59626"/>
                  </a:lnTo>
                  <a:lnTo>
                    <a:pt x="571030" y="58013"/>
                  </a:lnTo>
                  <a:lnTo>
                    <a:pt x="572554" y="58013"/>
                  </a:lnTo>
                  <a:lnTo>
                    <a:pt x="572554" y="56489"/>
                  </a:lnTo>
                  <a:lnTo>
                    <a:pt x="574078" y="54965"/>
                  </a:lnTo>
                  <a:lnTo>
                    <a:pt x="574078" y="53441"/>
                  </a:lnTo>
                  <a:lnTo>
                    <a:pt x="575602" y="51917"/>
                  </a:lnTo>
                  <a:lnTo>
                    <a:pt x="575602" y="48869"/>
                  </a:lnTo>
                  <a:close/>
                </a:path>
                <a:path w="1017270" h="62864">
                  <a:moveTo>
                    <a:pt x="624471" y="47345"/>
                  </a:moveTo>
                  <a:lnTo>
                    <a:pt x="622947" y="45821"/>
                  </a:lnTo>
                  <a:lnTo>
                    <a:pt x="622947" y="44297"/>
                  </a:lnTo>
                  <a:lnTo>
                    <a:pt x="618375" y="39725"/>
                  </a:lnTo>
                  <a:lnTo>
                    <a:pt x="616750" y="39725"/>
                  </a:lnTo>
                  <a:lnTo>
                    <a:pt x="615226" y="38201"/>
                  </a:lnTo>
                  <a:lnTo>
                    <a:pt x="612178" y="38201"/>
                  </a:lnTo>
                  <a:lnTo>
                    <a:pt x="610654" y="36677"/>
                  </a:lnTo>
                  <a:lnTo>
                    <a:pt x="607606" y="36677"/>
                  </a:lnTo>
                  <a:lnTo>
                    <a:pt x="606082" y="35153"/>
                  </a:lnTo>
                  <a:lnTo>
                    <a:pt x="603034" y="35153"/>
                  </a:lnTo>
                  <a:lnTo>
                    <a:pt x="601510" y="33629"/>
                  </a:lnTo>
                  <a:lnTo>
                    <a:pt x="599986" y="33629"/>
                  </a:lnTo>
                  <a:lnTo>
                    <a:pt x="599986" y="32105"/>
                  </a:lnTo>
                  <a:lnTo>
                    <a:pt x="598462" y="32105"/>
                  </a:lnTo>
                  <a:lnTo>
                    <a:pt x="598462" y="27533"/>
                  </a:lnTo>
                  <a:lnTo>
                    <a:pt x="599986" y="26009"/>
                  </a:lnTo>
                  <a:lnTo>
                    <a:pt x="601510" y="26009"/>
                  </a:lnTo>
                  <a:lnTo>
                    <a:pt x="601510" y="24485"/>
                  </a:lnTo>
                  <a:lnTo>
                    <a:pt x="618375" y="24485"/>
                  </a:lnTo>
                  <a:lnTo>
                    <a:pt x="621423" y="26009"/>
                  </a:lnTo>
                  <a:lnTo>
                    <a:pt x="621423" y="24485"/>
                  </a:lnTo>
                  <a:lnTo>
                    <a:pt x="621423" y="18389"/>
                  </a:lnTo>
                  <a:lnTo>
                    <a:pt x="615226" y="18389"/>
                  </a:lnTo>
                  <a:lnTo>
                    <a:pt x="612178" y="16865"/>
                  </a:lnTo>
                  <a:lnTo>
                    <a:pt x="606082" y="16865"/>
                  </a:lnTo>
                  <a:lnTo>
                    <a:pt x="603034" y="18389"/>
                  </a:lnTo>
                  <a:lnTo>
                    <a:pt x="599986" y="18389"/>
                  </a:lnTo>
                  <a:lnTo>
                    <a:pt x="598462" y="19913"/>
                  </a:lnTo>
                  <a:lnTo>
                    <a:pt x="595414" y="19913"/>
                  </a:lnTo>
                  <a:lnTo>
                    <a:pt x="593890" y="21437"/>
                  </a:lnTo>
                  <a:lnTo>
                    <a:pt x="593890" y="22961"/>
                  </a:lnTo>
                  <a:lnTo>
                    <a:pt x="592366" y="24485"/>
                  </a:lnTo>
                  <a:lnTo>
                    <a:pt x="592366" y="26009"/>
                  </a:lnTo>
                  <a:lnTo>
                    <a:pt x="590842" y="27533"/>
                  </a:lnTo>
                  <a:lnTo>
                    <a:pt x="590842" y="33629"/>
                  </a:lnTo>
                  <a:lnTo>
                    <a:pt x="592366" y="35153"/>
                  </a:lnTo>
                  <a:lnTo>
                    <a:pt x="592366" y="36677"/>
                  </a:lnTo>
                  <a:lnTo>
                    <a:pt x="593890" y="36677"/>
                  </a:lnTo>
                  <a:lnTo>
                    <a:pt x="595414" y="38201"/>
                  </a:lnTo>
                  <a:lnTo>
                    <a:pt x="595414" y="39725"/>
                  </a:lnTo>
                  <a:lnTo>
                    <a:pt x="596938" y="39725"/>
                  </a:lnTo>
                  <a:lnTo>
                    <a:pt x="598462" y="41249"/>
                  </a:lnTo>
                  <a:lnTo>
                    <a:pt x="601510" y="41249"/>
                  </a:lnTo>
                  <a:lnTo>
                    <a:pt x="603034" y="42773"/>
                  </a:lnTo>
                  <a:lnTo>
                    <a:pt x="604558" y="42773"/>
                  </a:lnTo>
                  <a:lnTo>
                    <a:pt x="607606" y="44297"/>
                  </a:lnTo>
                  <a:lnTo>
                    <a:pt x="610654" y="44297"/>
                  </a:lnTo>
                  <a:lnTo>
                    <a:pt x="612178" y="45821"/>
                  </a:lnTo>
                  <a:lnTo>
                    <a:pt x="613702" y="45821"/>
                  </a:lnTo>
                  <a:lnTo>
                    <a:pt x="613702" y="47345"/>
                  </a:lnTo>
                  <a:lnTo>
                    <a:pt x="615226" y="47345"/>
                  </a:lnTo>
                  <a:lnTo>
                    <a:pt x="615226" y="48869"/>
                  </a:lnTo>
                  <a:lnTo>
                    <a:pt x="616750" y="50393"/>
                  </a:lnTo>
                  <a:lnTo>
                    <a:pt x="616750" y="51917"/>
                  </a:lnTo>
                  <a:lnTo>
                    <a:pt x="612178" y="56489"/>
                  </a:lnTo>
                  <a:lnTo>
                    <a:pt x="599986" y="56489"/>
                  </a:lnTo>
                  <a:lnTo>
                    <a:pt x="598462" y="54965"/>
                  </a:lnTo>
                  <a:lnTo>
                    <a:pt x="592366" y="54965"/>
                  </a:lnTo>
                  <a:lnTo>
                    <a:pt x="590842" y="53441"/>
                  </a:lnTo>
                  <a:lnTo>
                    <a:pt x="590842" y="61150"/>
                  </a:lnTo>
                  <a:lnTo>
                    <a:pt x="592366" y="61150"/>
                  </a:lnTo>
                  <a:lnTo>
                    <a:pt x="595414" y="62674"/>
                  </a:lnTo>
                  <a:lnTo>
                    <a:pt x="610654" y="62674"/>
                  </a:lnTo>
                  <a:lnTo>
                    <a:pt x="612178" y="61150"/>
                  </a:lnTo>
                  <a:lnTo>
                    <a:pt x="616750" y="61150"/>
                  </a:lnTo>
                  <a:lnTo>
                    <a:pt x="618375" y="59626"/>
                  </a:lnTo>
                  <a:lnTo>
                    <a:pt x="619899" y="58013"/>
                  </a:lnTo>
                  <a:lnTo>
                    <a:pt x="621423" y="58013"/>
                  </a:lnTo>
                  <a:lnTo>
                    <a:pt x="621423" y="56489"/>
                  </a:lnTo>
                  <a:lnTo>
                    <a:pt x="622947" y="54965"/>
                  </a:lnTo>
                  <a:lnTo>
                    <a:pt x="622947" y="53441"/>
                  </a:lnTo>
                  <a:lnTo>
                    <a:pt x="624471" y="51917"/>
                  </a:lnTo>
                  <a:lnTo>
                    <a:pt x="624471" y="47345"/>
                  </a:lnTo>
                  <a:close/>
                </a:path>
                <a:path w="1017270" h="62864">
                  <a:moveTo>
                    <a:pt x="662559" y="53441"/>
                  </a:moveTo>
                  <a:lnTo>
                    <a:pt x="661035" y="51917"/>
                  </a:lnTo>
                  <a:lnTo>
                    <a:pt x="659511" y="50292"/>
                  </a:lnTo>
                  <a:lnTo>
                    <a:pt x="657987" y="50292"/>
                  </a:lnTo>
                  <a:lnTo>
                    <a:pt x="657987" y="48768"/>
                  </a:lnTo>
                  <a:lnTo>
                    <a:pt x="653415" y="48768"/>
                  </a:lnTo>
                  <a:lnTo>
                    <a:pt x="653415" y="50292"/>
                  </a:lnTo>
                  <a:lnTo>
                    <a:pt x="651891" y="50292"/>
                  </a:lnTo>
                  <a:lnTo>
                    <a:pt x="650367" y="51917"/>
                  </a:lnTo>
                  <a:lnTo>
                    <a:pt x="650367" y="53441"/>
                  </a:lnTo>
                  <a:lnTo>
                    <a:pt x="648843" y="54965"/>
                  </a:lnTo>
                  <a:lnTo>
                    <a:pt x="648843" y="58013"/>
                  </a:lnTo>
                  <a:lnTo>
                    <a:pt x="650367" y="58013"/>
                  </a:lnTo>
                  <a:lnTo>
                    <a:pt x="650367" y="61061"/>
                  </a:lnTo>
                  <a:lnTo>
                    <a:pt x="651891" y="61061"/>
                  </a:lnTo>
                  <a:lnTo>
                    <a:pt x="653415" y="62585"/>
                  </a:lnTo>
                  <a:lnTo>
                    <a:pt x="657987" y="62585"/>
                  </a:lnTo>
                  <a:lnTo>
                    <a:pt x="659511" y="61061"/>
                  </a:lnTo>
                  <a:lnTo>
                    <a:pt x="661035" y="61061"/>
                  </a:lnTo>
                  <a:lnTo>
                    <a:pt x="661035" y="59537"/>
                  </a:lnTo>
                  <a:lnTo>
                    <a:pt x="662559" y="58013"/>
                  </a:lnTo>
                  <a:lnTo>
                    <a:pt x="662559" y="53441"/>
                  </a:lnTo>
                  <a:close/>
                </a:path>
                <a:path w="1017270" h="62864">
                  <a:moveTo>
                    <a:pt x="662559" y="21336"/>
                  </a:moveTo>
                  <a:lnTo>
                    <a:pt x="661035" y="21336"/>
                  </a:lnTo>
                  <a:lnTo>
                    <a:pt x="661035" y="19812"/>
                  </a:lnTo>
                  <a:lnTo>
                    <a:pt x="659511" y="18288"/>
                  </a:lnTo>
                  <a:lnTo>
                    <a:pt x="657987" y="18288"/>
                  </a:lnTo>
                  <a:lnTo>
                    <a:pt x="656463" y="16764"/>
                  </a:lnTo>
                  <a:lnTo>
                    <a:pt x="654939" y="16764"/>
                  </a:lnTo>
                  <a:lnTo>
                    <a:pt x="653415" y="18288"/>
                  </a:lnTo>
                  <a:lnTo>
                    <a:pt x="651891" y="18288"/>
                  </a:lnTo>
                  <a:lnTo>
                    <a:pt x="650367" y="19812"/>
                  </a:lnTo>
                  <a:lnTo>
                    <a:pt x="650367" y="21336"/>
                  </a:lnTo>
                  <a:lnTo>
                    <a:pt x="648843" y="22860"/>
                  </a:lnTo>
                  <a:lnTo>
                    <a:pt x="648843" y="25908"/>
                  </a:lnTo>
                  <a:lnTo>
                    <a:pt x="650367" y="25908"/>
                  </a:lnTo>
                  <a:lnTo>
                    <a:pt x="650367" y="28956"/>
                  </a:lnTo>
                  <a:lnTo>
                    <a:pt x="651891" y="28956"/>
                  </a:lnTo>
                  <a:lnTo>
                    <a:pt x="651891" y="30480"/>
                  </a:lnTo>
                  <a:lnTo>
                    <a:pt x="659511" y="30480"/>
                  </a:lnTo>
                  <a:lnTo>
                    <a:pt x="659511" y="28956"/>
                  </a:lnTo>
                  <a:lnTo>
                    <a:pt x="661035" y="28956"/>
                  </a:lnTo>
                  <a:lnTo>
                    <a:pt x="661035" y="27432"/>
                  </a:lnTo>
                  <a:lnTo>
                    <a:pt x="662559" y="25908"/>
                  </a:lnTo>
                  <a:lnTo>
                    <a:pt x="662559" y="21336"/>
                  </a:lnTo>
                  <a:close/>
                </a:path>
                <a:path w="1017270" h="62864">
                  <a:moveTo>
                    <a:pt x="774001" y="24384"/>
                  </a:moveTo>
                  <a:lnTo>
                    <a:pt x="772477" y="19812"/>
                  </a:lnTo>
                  <a:lnTo>
                    <a:pt x="772477" y="16764"/>
                  </a:lnTo>
                  <a:lnTo>
                    <a:pt x="770953" y="13716"/>
                  </a:lnTo>
                  <a:lnTo>
                    <a:pt x="767905" y="10668"/>
                  </a:lnTo>
                  <a:lnTo>
                    <a:pt x="766381" y="9144"/>
                  </a:lnTo>
                  <a:lnTo>
                    <a:pt x="766381" y="27432"/>
                  </a:lnTo>
                  <a:lnTo>
                    <a:pt x="766381" y="41148"/>
                  </a:lnTo>
                  <a:lnTo>
                    <a:pt x="764857" y="42672"/>
                  </a:lnTo>
                  <a:lnTo>
                    <a:pt x="764857" y="48768"/>
                  </a:lnTo>
                  <a:lnTo>
                    <a:pt x="758761" y="54864"/>
                  </a:lnTo>
                  <a:lnTo>
                    <a:pt x="757237" y="54864"/>
                  </a:lnTo>
                  <a:lnTo>
                    <a:pt x="755713" y="56388"/>
                  </a:lnTo>
                  <a:lnTo>
                    <a:pt x="751141" y="56388"/>
                  </a:lnTo>
                  <a:lnTo>
                    <a:pt x="749617" y="54864"/>
                  </a:lnTo>
                  <a:lnTo>
                    <a:pt x="748093" y="54864"/>
                  </a:lnTo>
                  <a:lnTo>
                    <a:pt x="743521" y="50292"/>
                  </a:lnTo>
                  <a:lnTo>
                    <a:pt x="743521" y="48768"/>
                  </a:lnTo>
                  <a:lnTo>
                    <a:pt x="741997" y="47244"/>
                  </a:lnTo>
                  <a:lnTo>
                    <a:pt x="741997" y="45720"/>
                  </a:lnTo>
                  <a:lnTo>
                    <a:pt x="752157" y="38100"/>
                  </a:lnTo>
                  <a:lnTo>
                    <a:pt x="766381" y="27432"/>
                  </a:lnTo>
                  <a:lnTo>
                    <a:pt x="766381" y="9144"/>
                  </a:lnTo>
                  <a:lnTo>
                    <a:pt x="764857" y="7620"/>
                  </a:lnTo>
                  <a:lnTo>
                    <a:pt x="764857" y="19812"/>
                  </a:lnTo>
                  <a:lnTo>
                    <a:pt x="764857" y="21336"/>
                  </a:lnTo>
                  <a:lnTo>
                    <a:pt x="740473" y="38100"/>
                  </a:lnTo>
                  <a:lnTo>
                    <a:pt x="740473" y="25908"/>
                  </a:lnTo>
                  <a:lnTo>
                    <a:pt x="741997" y="22860"/>
                  </a:lnTo>
                  <a:lnTo>
                    <a:pt x="741997" y="21336"/>
                  </a:lnTo>
                  <a:lnTo>
                    <a:pt x="743521" y="18288"/>
                  </a:lnTo>
                  <a:lnTo>
                    <a:pt x="743521" y="16764"/>
                  </a:lnTo>
                  <a:lnTo>
                    <a:pt x="745045" y="13716"/>
                  </a:lnTo>
                  <a:lnTo>
                    <a:pt x="746569" y="13716"/>
                  </a:lnTo>
                  <a:lnTo>
                    <a:pt x="749617" y="10668"/>
                  </a:lnTo>
                  <a:lnTo>
                    <a:pt x="757237" y="10668"/>
                  </a:lnTo>
                  <a:lnTo>
                    <a:pt x="758761" y="12192"/>
                  </a:lnTo>
                  <a:lnTo>
                    <a:pt x="760285" y="12192"/>
                  </a:lnTo>
                  <a:lnTo>
                    <a:pt x="760285" y="13716"/>
                  </a:lnTo>
                  <a:lnTo>
                    <a:pt x="761809" y="13716"/>
                  </a:lnTo>
                  <a:lnTo>
                    <a:pt x="761809" y="15240"/>
                  </a:lnTo>
                  <a:lnTo>
                    <a:pt x="763333" y="16764"/>
                  </a:lnTo>
                  <a:lnTo>
                    <a:pt x="763333" y="18288"/>
                  </a:lnTo>
                  <a:lnTo>
                    <a:pt x="764857" y="19812"/>
                  </a:lnTo>
                  <a:lnTo>
                    <a:pt x="764857" y="7620"/>
                  </a:lnTo>
                  <a:lnTo>
                    <a:pt x="761809" y="6096"/>
                  </a:lnTo>
                  <a:lnTo>
                    <a:pt x="760285" y="4572"/>
                  </a:lnTo>
                  <a:lnTo>
                    <a:pt x="748093" y="4572"/>
                  </a:lnTo>
                  <a:lnTo>
                    <a:pt x="741997" y="7620"/>
                  </a:lnTo>
                  <a:lnTo>
                    <a:pt x="740473" y="9144"/>
                  </a:lnTo>
                  <a:lnTo>
                    <a:pt x="738949" y="12192"/>
                  </a:lnTo>
                  <a:lnTo>
                    <a:pt x="735901" y="15240"/>
                  </a:lnTo>
                  <a:lnTo>
                    <a:pt x="734377" y="18288"/>
                  </a:lnTo>
                  <a:lnTo>
                    <a:pt x="734377" y="21336"/>
                  </a:lnTo>
                  <a:lnTo>
                    <a:pt x="732853" y="24384"/>
                  </a:lnTo>
                  <a:lnTo>
                    <a:pt x="732853" y="42672"/>
                  </a:lnTo>
                  <a:lnTo>
                    <a:pt x="734377" y="45720"/>
                  </a:lnTo>
                  <a:lnTo>
                    <a:pt x="735901" y="50292"/>
                  </a:lnTo>
                  <a:lnTo>
                    <a:pt x="737425" y="53340"/>
                  </a:lnTo>
                  <a:lnTo>
                    <a:pt x="738949" y="54864"/>
                  </a:lnTo>
                  <a:lnTo>
                    <a:pt x="740473" y="57912"/>
                  </a:lnTo>
                  <a:lnTo>
                    <a:pt x="741997" y="59537"/>
                  </a:lnTo>
                  <a:lnTo>
                    <a:pt x="745045" y="61061"/>
                  </a:lnTo>
                  <a:lnTo>
                    <a:pt x="746569" y="62585"/>
                  </a:lnTo>
                  <a:lnTo>
                    <a:pt x="760285" y="62585"/>
                  </a:lnTo>
                  <a:lnTo>
                    <a:pt x="761809" y="61061"/>
                  </a:lnTo>
                  <a:lnTo>
                    <a:pt x="764857" y="59537"/>
                  </a:lnTo>
                  <a:lnTo>
                    <a:pt x="767905" y="56388"/>
                  </a:lnTo>
                  <a:lnTo>
                    <a:pt x="769429" y="54864"/>
                  </a:lnTo>
                  <a:lnTo>
                    <a:pt x="772477" y="48768"/>
                  </a:lnTo>
                  <a:lnTo>
                    <a:pt x="772477" y="45720"/>
                  </a:lnTo>
                  <a:lnTo>
                    <a:pt x="774001" y="41148"/>
                  </a:lnTo>
                  <a:lnTo>
                    <a:pt x="774001" y="27432"/>
                  </a:lnTo>
                  <a:lnTo>
                    <a:pt x="774001" y="24384"/>
                  </a:lnTo>
                  <a:close/>
                </a:path>
                <a:path w="1017270" h="62864">
                  <a:moveTo>
                    <a:pt x="809155" y="51904"/>
                  </a:moveTo>
                  <a:lnTo>
                    <a:pt x="807631" y="51904"/>
                  </a:lnTo>
                  <a:lnTo>
                    <a:pt x="807631" y="50380"/>
                  </a:lnTo>
                  <a:lnTo>
                    <a:pt x="806107" y="48856"/>
                  </a:lnTo>
                  <a:lnTo>
                    <a:pt x="796963" y="48856"/>
                  </a:lnTo>
                  <a:lnTo>
                    <a:pt x="796963" y="50380"/>
                  </a:lnTo>
                  <a:lnTo>
                    <a:pt x="795439" y="51904"/>
                  </a:lnTo>
                  <a:lnTo>
                    <a:pt x="795439" y="59626"/>
                  </a:lnTo>
                  <a:lnTo>
                    <a:pt x="796963" y="59626"/>
                  </a:lnTo>
                  <a:lnTo>
                    <a:pt x="796963" y="61150"/>
                  </a:lnTo>
                  <a:lnTo>
                    <a:pt x="798487" y="61150"/>
                  </a:lnTo>
                  <a:lnTo>
                    <a:pt x="800011" y="62674"/>
                  </a:lnTo>
                  <a:lnTo>
                    <a:pt x="804583" y="62674"/>
                  </a:lnTo>
                  <a:lnTo>
                    <a:pt x="806107" y="61150"/>
                  </a:lnTo>
                  <a:lnTo>
                    <a:pt x="807631" y="61150"/>
                  </a:lnTo>
                  <a:lnTo>
                    <a:pt x="807631" y="59626"/>
                  </a:lnTo>
                  <a:lnTo>
                    <a:pt x="809155" y="58000"/>
                  </a:lnTo>
                  <a:lnTo>
                    <a:pt x="809155" y="51904"/>
                  </a:lnTo>
                  <a:close/>
                </a:path>
                <a:path w="1017270" h="62864">
                  <a:moveTo>
                    <a:pt x="871740" y="24295"/>
                  </a:moveTo>
                  <a:lnTo>
                    <a:pt x="870204" y="19723"/>
                  </a:lnTo>
                  <a:lnTo>
                    <a:pt x="870204" y="16675"/>
                  </a:lnTo>
                  <a:lnTo>
                    <a:pt x="867156" y="10579"/>
                  </a:lnTo>
                  <a:lnTo>
                    <a:pt x="864108" y="9055"/>
                  </a:lnTo>
                  <a:lnTo>
                    <a:pt x="864108" y="27432"/>
                  </a:lnTo>
                  <a:lnTo>
                    <a:pt x="864108" y="42672"/>
                  </a:lnTo>
                  <a:lnTo>
                    <a:pt x="862584" y="45720"/>
                  </a:lnTo>
                  <a:lnTo>
                    <a:pt x="862584" y="48768"/>
                  </a:lnTo>
                  <a:lnTo>
                    <a:pt x="856488" y="54864"/>
                  </a:lnTo>
                  <a:lnTo>
                    <a:pt x="854964" y="54864"/>
                  </a:lnTo>
                  <a:lnTo>
                    <a:pt x="853440" y="56388"/>
                  </a:lnTo>
                  <a:lnTo>
                    <a:pt x="848868" y="56388"/>
                  </a:lnTo>
                  <a:lnTo>
                    <a:pt x="847344" y="54864"/>
                  </a:lnTo>
                  <a:lnTo>
                    <a:pt x="845820" y="54864"/>
                  </a:lnTo>
                  <a:lnTo>
                    <a:pt x="844207" y="53340"/>
                  </a:lnTo>
                  <a:lnTo>
                    <a:pt x="841159" y="50292"/>
                  </a:lnTo>
                  <a:lnTo>
                    <a:pt x="841159" y="48768"/>
                  </a:lnTo>
                  <a:lnTo>
                    <a:pt x="839635" y="47244"/>
                  </a:lnTo>
                  <a:lnTo>
                    <a:pt x="839635" y="45720"/>
                  </a:lnTo>
                  <a:lnTo>
                    <a:pt x="849833" y="38100"/>
                  </a:lnTo>
                  <a:lnTo>
                    <a:pt x="864108" y="27432"/>
                  </a:lnTo>
                  <a:lnTo>
                    <a:pt x="864108" y="9055"/>
                  </a:lnTo>
                  <a:lnTo>
                    <a:pt x="862584" y="7531"/>
                  </a:lnTo>
                  <a:lnTo>
                    <a:pt x="862584" y="19723"/>
                  </a:lnTo>
                  <a:lnTo>
                    <a:pt x="862584" y="21247"/>
                  </a:lnTo>
                  <a:lnTo>
                    <a:pt x="838111" y="38100"/>
                  </a:lnTo>
                  <a:lnTo>
                    <a:pt x="838111" y="25908"/>
                  </a:lnTo>
                  <a:lnTo>
                    <a:pt x="839635" y="22771"/>
                  </a:lnTo>
                  <a:lnTo>
                    <a:pt x="839635" y="21247"/>
                  </a:lnTo>
                  <a:lnTo>
                    <a:pt x="841159" y="18199"/>
                  </a:lnTo>
                  <a:lnTo>
                    <a:pt x="841159" y="16675"/>
                  </a:lnTo>
                  <a:lnTo>
                    <a:pt x="842683" y="13627"/>
                  </a:lnTo>
                  <a:lnTo>
                    <a:pt x="844207" y="13627"/>
                  </a:lnTo>
                  <a:lnTo>
                    <a:pt x="845820" y="12103"/>
                  </a:lnTo>
                  <a:lnTo>
                    <a:pt x="847344" y="10579"/>
                  </a:lnTo>
                  <a:lnTo>
                    <a:pt x="854964" y="10579"/>
                  </a:lnTo>
                  <a:lnTo>
                    <a:pt x="856488" y="12103"/>
                  </a:lnTo>
                  <a:lnTo>
                    <a:pt x="858012" y="12103"/>
                  </a:lnTo>
                  <a:lnTo>
                    <a:pt x="858012" y="13627"/>
                  </a:lnTo>
                  <a:lnTo>
                    <a:pt x="859536" y="13627"/>
                  </a:lnTo>
                  <a:lnTo>
                    <a:pt x="859536" y="15151"/>
                  </a:lnTo>
                  <a:lnTo>
                    <a:pt x="861060" y="16675"/>
                  </a:lnTo>
                  <a:lnTo>
                    <a:pt x="861060" y="18199"/>
                  </a:lnTo>
                  <a:lnTo>
                    <a:pt x="862584" y="19723"/>
                  </a:lnTo>
                  <a:lnTo>
                    <a:pt x="862584" y="7531"/>
                  </a:lnTo>
                  <a:lnTo>
                    <a:pt x="859536" y="6007"/>
                  </a:lnTo>
                  <a:lnTo>
                    <a:pt x="858012" y="4483"/>
                  </a:lnTo>
                  <a:lnTo>
                    <a:pt x="845820" y="4483"/>
                  </a:lnTo>
                  <a:lnTo>
                    <a:pt x="842683" y="6007"/>
                  </a:lnTo>
                  <a:lnTo>
                    <a:pt x="839635" y="7531"/>
                  </a:lnTo>
                  <a:lnTo>
                    <a:pt x="838111" y="9055"/>
                  </a:lnTo>
                  <a:lnTo>
                    <a:pt x="836587" y="12103"/>
                  </a:lnTo>
                  <a:lnTo>
                    <a:pt x="833539" y="15151"/>
                  </a:lnTo>
                  <a:lnTo>
                    <a:pt x="833539" y="18199"/>
                  </a:lnTo>
                  <a:lnTo>
                    <a:pt x="830491" y="24295"/>
                  </a:lnTo>
                  <a:lnTo>
                    <a:pt x="830491" y="42672"/>
                  </a:lnTo>
                  <a:lnTo>
                    <a:pt x="832015" y="45720"/>
                  </a:lnTo>
                  <a:lnTo>
                    <a:pt x="833539" y="50292"/>
                  </a:lnTo>
                  <a:lnTo>
                    <a:pt x="835063" y="53340"/>
                  </a:lnTo>
                  <a:lnTo>
                    <a:pt x="836587" y="54864"/>
                  </a:lnTo>
                  <a:lnTo>
                    <a:pt x="838111" y="57912"/>
                  </a:lnTo>
                  <a:lnTo>
                    <a:pt x="839635" y="59436"/>
                  </a:lnTo>
                  <a:lnTo>
                    <a:pt x="842683" y="60960"/>
                  </a:lnTo>
                  <a:lnTo>
                    <a:pt x="845820" y="62484"/>
                  </a:lnTo>
                  <a:lnTo>
                    <a:pt x="858012" y="62484"/>
                  </a:lnTo>
                  <a:lnTo>
                    <a:pt x="859536" y="60960"/>
                  </a:lnTo>
                  <a:lnTo>
                    <a:pt x="862584" y="59436"/>
                  </a:lnTo>
                  <a:lnTo>
                    <a:pt x="865632" y="56388"/>
                  </a:lnTo>
                  <a:lnTo>
                    <a:pt x="867156" y="54864"/>
                  </a:lnTo>
                  <a:lnTo>
                    <a:pt x="870204" y="48768"/>
                  </a:lnTo>
                  <a:lnTo>
                    <a:pt x="870204" y="45720"/>
                  </a:lnTo>
                  <a:lnTo>
                    <a:pt x="871740" y="41148"/>
                  </a:lnTo>
                  <a:lnTo>
                    <a:pt x="871740" y="27432"/>
                  </a:lnTo>
                  <a:lnTo>
                    <a:pt x="871740" y="24295"/>
                  </a:lnTo>
                  <a:close/>
                </a:path>
                <a:path w="1017270" h="62864">
                  <a:moveTo>
                    <a:pt x="917549" y="38100"/>
                  </a:moveTo>
                  <a:lnTo>
                    <a:pt x="916025" y="35052"/>
                  </a:lnTo>
                  <a:lnTo>
                    <a:pt x="909929" y="28956"/>
                  </a:lnTo>
                  <a:lnTo>
                    <a:pt x="903833" y="28956"/>
                  </a:lnTo>
                  <a:lnTo>
                    <a:pt x="902309" y="27432"/>
                  </a:lnTo>
                  <a:lnTo>
                    <a:pt x="891641" y="27432"/>
                  </a:lnTo>
                  <a:lnTo>
                    <a:pt x="891641" y="12192"/>
                  </a:lnTo>
                  <a:lnTo>
                    <a:pt x="914501" y="12192"/>
                  </a:lnTo>
                  <a:lnTo>
                    <a:pt x="914501" y="4572"/>
                  </a:lnTo>
                  <a:lnTo>
                    <a:pt x="884021" y="4572"/>
                  </a:lnTo>
                  <a:lnTo>
                    <a:pt x="884021" y="33528"/>
                  </a:lnTo>
                  <a:lnTo>
                    <a:pt x="900785" y="33528"/>
                  </a:lnTo>
                  <a:lnTo>
                    <a:pt x="906881" y="36576"/>
                  </a:lnTo>
                  <a:lnTo>
                    <a:pt x="908405" y="38100"/>
                  </a:lnTo>
                  <a:lnTo>
                    <a:pt x="909929" y="41148"/>
                  </a:lnTo>
                  <a:lnTo>
                    <a:pt x="909929" y="47345"/>
                  </a:lnTo>
                  <a:lnTo>
                    <a:pt x="908405" y="48869"/>
                  </a:lnTo>
                  <a:lnTo>
                    <a:pt x="908405" y="50393"/>
                  </a:lnTo>
                  <a:lnTo>
                    <a:pt x="903833" y="54965"/>
                  </a:lnTo>
                  <a:lnTo>
                    <a:pt x="900785" y="54965"/>
                  </a:lnTo>
                  <a:lnTo>
                    <a:pt x="899261" y="56489"/>
                  </a:lnTo>
                  <a:lnTo>
                    <a:pt x="888593" y="56489"/>
                  </a:lnTo>
                  <a:lnTo>
                    <a:pt x="887069" y="54965"/>
                  </a:lnTo>
                  <a:lnTo>
                    <a:pt x="884021" y="54965"/>
                  </a:lnTo>
                  <a:lnTo>
                    <a:pt x="884021" y="62585"/>
                  </a:lnTo>
                  <a:lnTo>
                    <a:pt x="900785" y="62585"/>
                  </a:lnTo>
                  <a:lnTo>
                    <a:pt x="906881" y="59537"/>
                  </a:lnTo>
                  <a:lnTo>
                    <a:pt x="909929" y="59537"/>
                  </a:lnTo>
                  <a:lnTo>
                    <a:pt x="911453" y="58013"/>
                  </a:lnTo>
                  <a:lnTo>
                    <a:pt x="912215" y="56489"/>
                  </a:lnTo>
                  <a:lnTo>
                    <a:pt x="912977" y="54965"/>
                  </a:lnTo>
                  <a:lnTo>
                    <a:pt x="916025" y="51917"/>
                  </a:lnTo>
                  <a:lnTo>
                    <a:pt x="917549" y="48869"/>
                  </a:lnTo>
                  <a:lnTo>
                    <a:pt x="917549" y="38100"/>
                  </a:lnTo>
                  <a:close/>
                </a:path>
                <a:path w="1017270" h="62864">
                  <a:moveTo>
                    <a:pt x="967943" y="21336"/>
                  </a:moveTo>
                  <a:lnTo>
                    <a:pt x="966419" y="18288"/>
                  </a:lnTo>
                  <a:lnTo>
                    <a:pt x="966419" y="15240"/>
                  </a:lnTo>
                  <a:lnTo>
                    <a:pt x="964895" y="12192"/>
                  </a:lnTo>
                  <a:lnTo>
                    <a:pt x="963371" y="10668"/>
                  </a:lnTo>
                  <a:lnTo>
                    <a:pt x="960323" y="7620"/>
                  </a:lnTo>
                  <a:lnTo>
                    <a:pt x="960323" y="22860"/>
                  </a:lnTo>
                  <a:lnTo>
                    <a:pt x="960323" y="30480"/>
                  </a:lnTo>
                  <a:lnTo>
                    <a:pt x="958799" y="30480"/>
                  </a:lnTo>
                  <a:lnTo>
                    <a:pt x="957275" y="32004"/>
                  </a:lnTo>
                  <a:lnTo>
                    <a:pt x="954227" y="32004"/>
                  </a:lnTo>
                  <a:lnTo>
                    <a:pt x="954227" y="33528"/>
                  </a:lnTo>
                  <a:lnTo>
                    <a:pt x="943559" y="33528"/>
                  </a:lnTo>
                  <a:lnTo>
                    <a:pt x="942035" y="32004"/>
                  </a:lnTo>
                  <a:lnTo>
                    <a:pt x="940511" y="32004"/>
                  </a:lnTo>
                  <a:lnTo>
                    <a:pt x="937463" y="28956"/>
                  </a:lnTo>
                  <a:lnTo>
                    <a:pt x="937463" y="16764"/>
                  </a:lnTo>
                  <a:lnTo>
                    <a:pt x="940511" y="13716"/>
                  </a:lnTo>
                  <a:lnTo>
                    <a:pt x="940511" y="12192"/>
                  </a:lnTo>
                  <a:lnTo>
                    <a:pt x="942035" y="12192"/>
                  </a:lnTo>
                  <a:lnTo>
                    <a:pt x="943559" y="10668"/>
                  </a:lnTo>
                  <a:lnTo>
                    <a:pt x="952703" y="10668"/>
                  </a:lnTo>
                  <a:lnTo>
                    <a:pt x="958799" y="16764"/>
                  </a:lnTo>
                  <a:lnTo>
                    <a:pt x="958799" y="21336"/>
                  </a:lnTo>
                  <a:lnTo>
                    <a:pt x="960323" y="22860"/>
                  </a:lnTo>
                  <a:lnTo>
                    <a:pt x="960323" y="7620"/>
                  </a:lnTo>
                  <a:lnTo>
                    <a:pt x="958799" y="6096"/>
                  </a:lnTo>
                  <a:lnTo>
                    <a:pt x="955751" y="6096"/>
                  </a:lnTo>
                  <a:lnTo>
                    <a:pt x="954227" y="4572"/>
                  </a:lnTo>
                  <a:lnTo>
                    <a:pt x="943559" y="4572"/>
                  </a:lnTo>
                  <a:lnTo>
                    <a:pt x="940511" y="6096"/>
                  </a:lnTo>
                  <a:lnTo>
                    <a:pt x="938987" y="6096"/>
                  </a:lnTo>
                  <a:lnTo>
                    <a:pt x="935837" y="7620"/>
                  </a:lnTo>
                  <a:lnTo>
                    <a:pt x="932789" y="10668"/>
                  </a:lnTo>
                  <a:lnTo>
                    <a:pt x="931265" y="13716"/>
                  </a:lnTo>
                  <a:lnTo>
                    <a:pt x="929741" y="15240"/>
                  </a:lnTo>
                  <a:lnTo>
                    <a:pt x="929741" y="18288"/>
                  </a:lnTo>
                  <a:lnTo>
                    <a:pt x="928217" y="19812"/>
                  </a:lnTo>
                  <a:lnTo>
                    <a:pt x="928217" y="25908"/>
                  </a:lnTo>
                  <a:lnTo>
                    <a:pt x="929741" y="27432"/>
                  </a:lnTo>
                  <a:lnTo>
                    <a:pt x="929741" y="30480"/>
                  </a:lnTo>
                  <a:lnTo>
                    <a:pt x="931265" y="32004"/>
                  </a:lnTo>
                  <a:lnTo>
                    <a:pt x="931265" y="33528"/>
                  </a:lnTo>
                  <a:lnTo>
                    <a:pt x="935837" y="38100"/>
                  </a:lnTo>
                  <a:lnTo>
                    <a:pt x="938987" y="38100"/>
                  </a:lnTo>
                  <a:lnTo>
                    <a:pt x="940511" y="39624"/>
                  </a:lnTo>
                  <a:lnTo>
                    <a:pt x="954227" y="39624"/>
                  </a:lnTo>
                  <a:lnTo>
                    <a:pt x="955751" y="38100"/>
                  </a:lnTo>
                  <a:lnTo>
                    <a:pt x="958799" y="38100"/>
                  </a:lnTo>
                  <a:lnTo>
                    <a:pt x="960323" y="36576"/>
                  </a:lnTo>
                  <a:lnTo>
                    <a:pt x="960323" y="41148"/>
                  </a:lnTo>
                  <a:lnTo>
                    <a:pt x="958799" y="42672"/>
                  </a:lnTo>
                  <a:lnTo>
                    <a:pt x="958799" y="45821"/>
                  </a:lnTo>
                  <a:lnTo>
                    <a:pt x="952703" y="51917"/>
                  </a:lnTo>
                  <a:lnTo>
                    <a:pt x="949655" y="53441"/>
                  </a:lnTo>
                  <a:lnTo>
                    <a:pt x="948131" y="53441"/>
                  </a:lnTo>
                  <a:lnTo>
                    <a:pt x="945083" y="54965"/>
                  </a:lnTo>
                  <a:lnTo>
                    <a:pt x="932789" y="54965"/>
                  </a:lnTo>
                  <a:lnTo>
                    <a:pt x="932789" y="62585"/>
                  </a:lnTo>
                  <a:lnTo>
                    <a:pt x="942035" y="62585"/>
                  </a:lnTo>
                  <a:lnTo>
                    <a:pt x="951179" y="59537"/>
                  </a:lnTo>
                  <a:lnTo>
                    <a:pt x="954227" y="59537"/>
                  </a:lnTo>
                  <a:lnTo>
                    <a:pt x="957275" y="56489"/>
                  </a:lnTo>
                  <a:lnTo>
                    <a:pt x="960323" y="54965"/>
                  </a:lnTo>
                  <a:lnTo>
                    <a:pt x="963371" y="51917"/>
                  </a:lnTo>
                  <a:lnTo>
                    <a:pt x="964895" y="48869"/>
                  </a:lnTo>
                  <a:lnTo>
                    <a:pt x="966419" y="44196"/>
                  </a:lnTo>
                  <a:lnTo>
                    <a:pt x="967943" y="41148"/>
                  </a:lnTo>
                  <a:lnTo>
                    <a:pt x="967943" y="36576"/>
                  </a:lnTo>
                  <a:lnTo>
                    <a:pt x="967943" y="33528"/>
                  </a:lnTo>
                  <a:lnTo>
                    <a:pt x="967943" y="21336"/>
                  </a:lnTo>
                  <a:close/>
                </a:path>
                <a:path w="1017270" h="62864">
                  <a:moveTo>
                    <a:pt x="1016800" y="54952"/>
                  </a:moveTo>
                  <a:lnTo>
                    <a:pt x="1004519" y="54952"/>
                  </a:lnTo>
                  <a:lnTo>
                    <a:pt x="1004519" y="4660"/>
                  </a:lnTo>
                  <a:lnTo>
                    <a:pt x="996899" y="4660"/>
                  </a:lnTo>
                  <a:lnTo>
                    <a:pt x="980135" y="13804"/>
                  </a:lnTo>
                  <a:lnTo>
                    <a:pt x="981659" y="21424"/>
                  </a:lnTo>
                  <a:lnTo>
                    <a:pt x="995375" y="13804"/>
                  </a:lnTo>
                  <a:lnTo>
                    <a:pt x="995375" y="54952"/>
                  </a:lnTo>
                  <a:lnTo>
                    <a:pt x="981659" y="54952"/>
                  </a:lnTo>
                  <a:lnTo>
                    <a:pt x="981659" y="62572"/>
                  </a:lnTo>
                  <a:lnTo>
                    <a:pt x="1016800" y="62572"/>
                  </a:lnTo>
                  <a:lnTo>
                    <a:pt x="1016800" y="5495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5" name="object 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87240" y="3199733"/>
              <a:ext cx="703992" cy="81438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363045" y="3204311"/>
              <a:ext cx="376555" cy="58419"/>
            </a:xfrm>
            <a:custGeom>
              <a:avLst/>
              <a:gdLst/>
              <a:ahLst/>
              <a:cxnLst/>
              <a:rect l="l" t="t" r="r" b="b"/>
              <a:pathLst>
                <a:path w="376554" h="58420">
                  <a:moveTo>
                    <a:pt x="41249" y="24384"/>
                  </a:moveTo>
                  <a:lnTo>
                    <a:pt x="40741" y="22860"/>
                  </a:lnTo>
                  <a:lnTo>
                    <a:pt x="39725" y="19812"/>
                  </a:lnTo>
                  <a:lnTo>
                    <a:pt x="39725" y="15240"/>
                  </a:lnTo>
                  <a:lnTo>
                    <a:pt x="35153" y="6096"/>
                  </a:lnTo>
                  <a:lnTo>
                    <a:pt x="33629" y="4572"/>
                  </a:lnTo>
                  <a:lnTo>
                    <a:pt x="33629" y="25908"/>
                  </a:lnTo>
                  <a:lnTo>
                    <a:pt x="33629" y="32004"/>
                  </a:lnTo>
                  <a:lnTo>
                    <a:pt x="32105" y="36576"/>
                  </a:lnTo>
                  <a:lnTo>
                    <a:pt x="32105" y="41148"/>
                  </a:lnTo>
                  <a:lnTo>
                    <a:pt x="30581" y="44297"/>
                  </a:lnTo>
                  <a:lnTo>
                    <a:pt x="29057" y="45821"/>
                  </a:lnTo>
                  <a:lnTo>
                    <a:pt x="29057" y="47345"/>
                  </a:lnTo>
                  <a:lnTo>
                    <a:pt x="26009" y="50393"/>
                  </a:lnTo>
                  <a:lnTo>
                    <a:pt x="24485" y="50393"/>
                  </a:lnTo>
                  <a:lnTo>
                    <a:pt x="21437" y="51917"/>
                  </a:lnTo>
                  <a:lnTo>
                    <a:pt x="16865" y="51917"/>
                  </a:lnTo>
                  <a:lnTo>
                    <a:pt x="13817" y="48869"/>
                  </a:lnTo>
                  <a:lnTo>
                    <a:pt x="12293" y="48869"/>
                  </a:lnTo>
                  <a:lnTo>
                    <a:pt x="12293" y="47345"/>
                  </a:lnTo>
                  <a:lnTo>
                    <a:pt x="10769" y="47345"/>
                  </a:lnTo>
                  <a:lnTo>
                    <a:pt x="10769" y="45821"/>
                  </a:lnTo>
                  <a:lnTo>
                    <a:pt x="9245" y="44297"/>
                  </a:lnTo>
                  <a:lnTo>
                    <a:pt x="9245" y="41148"/>
                  </a:lnTo>
                  <a:lnTo>
                    <a:pt x="18770" y="33528"/>
                  </a:lnTo>
                  <a:lnTo>
                    <a:pt x="32105" y="22860"/>
                  </a:lnTo>
                  <a:lnTo>
                    <a:pt x="32105" y="25908"/>
                  </a:lnTo>
                  <a:lnTo>
                    <a:pt x="33629" y="25908"/>
                  </a:lnTo>
                  <a:lnTo>
                    <a:pt x="33629" y="4572"/>
                  </a:lnTo>
                  <a:lnTo>
                    <a:pt x="30581" y="3048"/>
                  </a:lnTo>
                  <a:lnTo>
                    <a:pt x="30581" y="13716"/>
                  </a:lnTo>
                  <a:lnTo>
                    <a:pt x="30581" y="16764"/>
                  </a:lnTo>
                  <a:lnTo>
                    <a:pt x="7721" y="33528"/>
                  </a:lnTo>
                  <a:lnTo>
                    <a:pt x="7721" y="18288"/>
                  </a:lnTo>
                  <a:lnTo>
                    <a:pt x="9245" y="16764"/>
                  </a:lnTo>
                  <a:lnTo>
                    <a:pt x="9245" y="13716"/>
                  </a:lnTo>
                  <a:lnTo>
                    <a:pt x="10769" y="12192"/>
                  </a:lnTo>
                  <a:lnTo>
                    <a:pt x="12293" y="9144"/>
                  </a:lnTo>
                  <a:lnTo>
                    <a:pt x="13817" y="9144"/>
                  </a:lnTo>
                  <a:lnTo>
                    <a:pt x="16865" y="6096"/>
                  </a:lnTo>
                  <a:lnTo>
                    <a:pt x="24485" y="6096"/>
                  </a:lnTo>
                  <a:lnTo>
                    <a:pt x="29057" y="10668"/>
                  </a:lnTo>
                  <a:lnTo>
                    <a:pt x="29057" y="12192"/>
                  </a:lnTo>
                  <a:lnTo>
                    <a:pt x="30581" y="13716"/>
                  </a:lnTo>
                  <a:lnTo>
                    <a:pt x="30581" y="3048"/>
                  </a:lnTo>
                  <a:lnTo>
                    <a:pt x="29057" y="1524"/>
                  </a:lnTo>
                  <a:lnTo>
                    <a:pt x="26009" y="0"/>
                  </a:lnTo>
                  <a:lnTo>
                    <a:pt x="13817" y="0"/>
                  </a:lnTo>
                  <a:lnTo>
                    <a:pt x="10769" y="1524"/>
                  </a:lnTo>
                  <a:lnTo>
                    <a:pt x="9245" y="3048"/>
                  </a:lnTo>
                  <a:lnTo>
                    <a:pt x="6197" y="4572"/>
                  </a:lnTo>
                  <a:lnTo>
                    <a:pt x="4673" y="7620"/>
                  </a:lnTo>
                  <a:lnTo>
                    <a:pt x="3048" y="10668"/>
                  </a:lnTo>
                  <a:lnTo>
                    <a:pt x="0" y="16764"/>
                  </a:lnTo>
                  <a:lnTo>
                    <a:pt x="0" y="38100"/>
                  </a:lnTo>
                  <a:lnTo>
                    <a:pt x="1524" y="41148"/>
                  </a:lnTo>
                  <a:lnTo>
                    <a:pt x="1524" y="45821"/>
                  </a:lnTo>
                  <a:lnTo>
                    <a:pt x="3048" y="48869"/>
                  </a:lnTo>
                  <a:lnTo>
                    <a:pt x="4673" y="50393"/>
                  </a:lnTo>
                  <a:lnTo>
                    <a:pt x="6197" y="53441"/>
                  </a:lnTo>
                  <a:lnTo>
                    <a:pt x="9245" y="54965"/>
                  </a:lnTo>
                  <a:lnTo>
                    <a:pt x="10769" y="56489"/>
                  </a:lnTo>
                  <a:lnTo>
                    <a:pt x="13817" y="58013"/>
                  </a:lnTo>
                  <a:lnTo>
                    <a:pt x="26009" y="58013"/>
                  </a:lnTo>
                  <a:lnTo>
                    <a:pt x="32105" y="54965"/>
                  </a:lnTo>
                  <a:lnTo>
                    <a:pt x="33629" y="51917"/>
                  </a:lnTo>
                  <a:lnTo>
                    <a:pt x="35153" y="50393"/>
                  </a:lnTo>
                  <a:lnTo>
                    <a:pt x="38201" y="44297"/>
                  </a:lnTo>
                  <a:lnTo>
                    <a:pt x="39725" y="41148"/>
                  </a:lnTo>
                  <a:lnTo>
                    <a:pt x="39725" y="36576"/>
                  </a:lnTo>
                  <a:lnTo>
                    <a:pt x="41249" y="33528"/>
                  </a:lnTo>
                  <a:lnTo>
                    <a:pt x="41249" y="24384"/>
                  </a:lnTo>
                  <a:close/>
                </a:path>
                <a:path w="376554" h="58420">
                  <a:moveTo>
                    <a:pt x="76390" y="48856"/>
                  </a:moveTo>
                  <a:lnTo>
                    <a:pt x="74866" y="47332"/>
                  </a:lnTo>
                  <a:lnTo>
                    <a:pt x="74866" y="45808"/>
                  </a:lnTo>
                  <a:lnTo>
                    <a:pt x="73342" y="45808"/>
                  </a:lnTo>
                  <a:lnTo>
                    <a:pt x="73342" y="44284"/>
                  </a:lnTo>
                  <a:lnTo>
                    <a:pt x="64109" y="44284"/>
                  </a:lnTo>
                  <a:lnTo>
                    <a:pt x="64109" y="45808"/>
                  </a:lnTo>
                  <a:lnTo>
                    <a:pt x="62585" y="45808"/>
                  </a:lnTo>
                  <a:lnTo>
                    <a:pt x="62585" y="47332"/>
                  </a:lnTo>
                  <a:lnTo>
                    <a:pt x="61061" y="48856"/>
                  </a:lnTo>
                  <a:lnTo>
                    <a:pt x="61061" y="53428"/>
                  </a:lnTo>
                  <a:lnTo>
                    <a:pt x="62585" y="53428"/>
                  </a:lnTo>
                  <a:lnTo>
                    <a:pt x="62585" y="54952"/>
                  </a:lnTo>
                  <a:lnTo>
                    <a:pt x="64109" y="56476"/>
                  </a:lnTo>
                  <a:lnTo>
                    <a:pt x="65633" y="56476"/>
                  </a:lnTo>
                  <a:lnTo>
                    <a:pt x="65633" y="58000"/>
                  </a:lnTo>
                  <a:lnTo>
                    <a:pt x="71729" y="58000"/>
                  </a:lnTo>
                  <a:lnTo>
                    <a:pt x="71729" y="56476"/>
                  </a:lnTo>
                  <a:lnTo>
                    <a:pt x="73342" y="56476"/>
                  </a:lnTo>
                  <a:lnTo>
                    <a:pt x="74866" y="54952"/>
                  </a:lnTo>
                  <a:lnTo>
                    <a:pt x="74866" y="53428"/>
                  </a:lnTo>
                  <a:lnTo>
                    <a:pt x="76390" y="53428"/>
                  </a:lnTo>
                  <a:lnTo>
                    <a:pt x="76390" y="48856"/>
                  </a:lnTo>
                  <a:close/>
                </a:path>
                <a:path w="376554" h="58420">
                  <a:moveTo>
                    <a:pt x="137350" y="21336"/>
                  </a:moveTo>
                  <a:lnTo>
                    <a:pt x="135826" y="16764"/>
                  </a:lnTo>
                  <a:lnTo>
                    <a:pt x="135826" y="13716"/>
                  </a:lnTo>
                  <a:lnTo>
                    <a:pt x="132778" y="7620"/>
                  </a:lnTo>
                  <a:lnTo>
                    <a:pt x="131254" y="6096"/>
                  </a:lnTo>
                  <a:lnTo>
                    <a:pt x="129730" y="3048"/>
                  </a:lnTo>
                  <a:lnTo>
                    <a:pt x="129730" y="21336"/>
                  </a:lnTo>
                  <a:lnTo>
                    <a:pt x="129730" y="25908"/>
                  </a:lnTo>
                  <a:lnTo>
                    <a:pt x="126682" y="25908"/>
                  </a:lnTo>
                  <a:lnTo>
                    <a:pt x="126682" y="27432"/>
                  </a:lnTo>
                  <a:lnTo>
                    <a:pt x="123634" y="27432"/>
                  </a:lnTo>
                  <a:lnTo>
                    <a:pt x="122110" y="28956"/>
                  </a:lnTo>
                  <a:lnTo>
                    <a:pt x="111442" y="28956"/>
                  </a:lnTo>
                  <a:lnTo>
                    <a:pt x="109918" y="27432"/>
                  </a:lnTo>
                  <a:lnTo>
                    <a:pt x="108394" y="27432"/>
                  </a:lnTo>
                  <a:lnTo>
                    <a:pt x="108394" y="25908"/>
                  </a:lnTo>
                  <a:lnTo>
                    <a:pt x="106870" y="25908"/>
                  </a:lnTo>
                  <a:lnTo>
                    <a:pt x="106870" y="22860"/>
                  </a:lnTo>
                  <a:lnTo>
                    <a:pt x="105346" y="21336"/>
                  </a:lnTo>
                  <a:lnTo>
                    <a:pt x="105346" y="13716"/>
                  </a:lnTo>
                  <a:lnTo>
                    <a:pt x="106870" y="12192"/>
                  </a:lnTo>
                  <a:lnTo>
                    <a:pt x="106870" y="10668"/>
                  </a:lnTo>
                  <a:lnTo>
                    <a:pt x="108394" y="10668"/>
                  </a:lnTo>
                  <a:lnTo>
                    <a:pt x="108394" y="9144"/>
                  </a:lnTo>
                  <a:lnTo>
                    <a:pt x="109918" y="7620"/>
                  </a:lnTo>
                  <a:lnTo>
                    <a:pt x="111442" y="7620"/>
                  </a:lnTo>
                  <a:lnTo>
                    <a:pt x="112966" y="6096"/>
                  </a:lnTo>
                  <a:lnTo>
                    <a:pt x="122110" y="6096"/>
                  </a:lnTo>
                  <a:lnTo>
                    <a:pt x="125158" y="9144"/>
                  </a:lnTo>
                  <a:lnTo>
                    <a:pt x="125158" y="10668"/>
                  </a:lnTo>
                  <a:lnTo>
                    <a:pt x="128206" y="13716"/>
                  </a:lnTo>
                  <a:lnTo>
                    <a:pt x="128206" y="18288"/>
                  </a:lnTo>
                  <a:lnTo>
                    <a:pt x="129730" y="21336"/>
                  </a:lnTo>
                  <a:lnTo>
                    <a:pt x="129730" y="3048"/>
                  </a:lnTo>
                  <a:lnTo>
                    <a:pt x="128206" y="1524"/>
                  </a:lnTo>
                  <a:lnTo>
                    <a:pt x="125158" y="1524"/>
                  </a:lnTo>
                  <a:lnTo>
                    <a:pt x="122110" y="0"/>
                  </a:lnTo>
                  <a:lnTo>
                    <a:pt x="111442" y="0"/>
                  </a:lnTo>
                  <a:lnTo>
                    <a:pt x="109918" y="1524"/>
                  </a:lnTo>
                  <a:lnTo>
                    <a:pt x="106870" y="1524"/>
                  </a:lnTo>
                  <a:lnTo>
                    <a:pt x="103822" y="4572"/>
                  </a:lnTo>
                  <a:lnTo>
                    <a:pt x="100774" y="6096"/>
                  </a:lnTo>
                  <a:lnTo>
                    <a:pt x="100774" y="9144"/>
                  </a:lnTo>
                  <a:lnTo>
                    <a:pt x="99250" y="10668"/>
                  </a:lnTo>
                  <a:lnTo>
                    <a:pt x="97726" y="13716"/>
                  </a:lnTo>
                  <a:lnTo>
                    <a:pt x="97726" y="22860"/>
                  </a:lnTo>
                  <a:lnTo>
                    <a:pt x="99250" y="25908"/>
                  </a:lnTo>
                  <a:lnTo>
                    <a:pt x="99250" y="27432"/>
                  </a:lnTo>
                  <a:lnTo>
                    <a:pt x="105346" y="33528"/>
                  </a:lnTo>
                  <a:lnTo>
                    <a:pt x="106870" y="33528"/>
                  </a:lnTo>
                  <a:lnTo>
                    <a:pt x="109918" y="35052"/>
                  </a:lnTo>
                  <a:lnTo>
                    <a:pt x="122110" y="35052"/>
                  </a:lnTo>
                  <a:lnTo>
                    <a:pt x="125158" y="33528"/>
                  </a:lnTo>
                  <a:lnTo>
                    <a:pt x="126682" y="33528"/>
                  </a:lnTo>
                  <a:lnTo>
                    <a:pt x="129730" y="32004"/>
                  </a:lnTo>
                  <a:lnTo>
                    <a:pt x="128206" y="33528"/>
                  </a:lnTo>
                  <a:lnTo>
                    <a:pt x="128206" y="38100"/>
                  </a:lnTo>
                  <a:lnTo>
                    <a:pt x="126682" y="41148"/>
                  </a:lnTo>
                  <a:lnTo>
                    <a:pt x="126682" y="42672"/>
                  </a:lnTo>
                  <a:lnTo>
                    <a:pt x="123634" y="45720"/>
                  </a:lnTo>
                  <a:lnTo>
                    <a:pt x="120586" y="47244"/>
                  </a:lnTo>
                  <a:lnTo>
                    <a:pt x="119062" y="48768"/>
                  </a:lnTo>
                  <a:lnTo>
                    <a:pt x="116014" y="48768"/>
                  </a:lnTo>
                  <a:lnTo>
                    <a:pt x="112966" y="50292"/>
                  </a:lnTo>
                  <a:lnTo>
                    <a:pt x="100774" y="50292"/>
                  </a:lnTo>
                  <a:lnTo>
                    <a:pt x="100774" y="58013"/>
                  </a:lnTo>
                  <a:lnTo>
                    <a:pt x="111442" y="58013"/>
                  </a:lnTo>
                  <a:lnTo>
                    <a:pt x="116014" y="56489"/>
                  </a:lnTo>
                  <a:lnTo>
                    <a:pt x="119062" y="54965"/>
                  </a:lnTo>
                  <a:lnTo>
                    <a:pt x="123634" y="54965"/>
                  </a:lnTo>
                  <a:lnTo>
                    <a:pt x="126682" y="51816"/>
                  </a:lnTo>
                  <a:lnTo>
                    <a:pt x="131254" y="47244"/>
                  </a:lnTo>
                  <a:lnTo>
                    <a:pt x="132778" y="44196"/>
                  </a:lnTo>
                  <a:lnTo>
                    <a:pt x="134302" y="39624"/>
                  </a:lnTo>
                  <a:lnTo>
                    <a:pt x="135826" y="36576"/>
                  </a:lnTo>
                  <a:lnTo>
                    <a:pt x="136969" y="32004"/>
                  </a:lnTo>
                  <a:lnTo>
                    <a:pt x="137350" y="30480"/>
                  </a:lnTo>
                  <a:lnTo>
                    <a:pt x="137350" y="28956"/>
                  </a:lnTo>
                  <a:lnTo>
                    <a:pt x="137350" y="21336"/>
                  </a:lnTo>
                  <a:close/>
                </a:path>
                <a:path w="376554" h="58420">
                  <a:moveTo>
                    <a:pt x="184696" y="33528"/>
                  </a:moveTo>
                  <a:lnTo>
                    <a:pt x="183172" y="30480"/>
                  </a:lnTo>
                  <a:lnTo>
                    <a:pt x="178600" y="25908"/>
                  </a:lnTo>
                  <a:lnTo>
                    <a:pt x="175552" y="24384"/>
                  </a:lnTo>
                  <a:lnTo>
                    <a:pt x="170980" y="24384"/>
                  </a:lnTo>
                  <a:lnTo>
                    <a:pt x="167932" y="22860"/>
                  </a:lnTo>
                  <a:lnTo>
                    <a:pt x="158788" y="22860"/>
                  </a:lnTo>
                  <a:lnTo>
                    <a:pt x="158788" y="7620"/>
                  </a:lnTo>
                  <a:lnTo>
                    <a:pt x="181648" y="7620"/>
                  </a:lnTo>
                  <a:lnTo>
                    <a:pt x="181648" y="0"/>
                  </a:lnTo>
                  <a:lnTo>
                    <a:pt x="151168" y="0"/>
                  </a:lnTo>
                  <a:lnTo>
                    <a:pt x="151168" y="28956"/>
                  </a:lnTo>
                  <a:lnTo>
                    <a:pt x="166408" y="28956"/>
                  </a:lnTo>
                  <a:lnTo>
                    <a:pt x="175552" y="33528"/>
                  </a:lnTo>
                  <a:lnTo>
                    <a:pt x="177076" y="36576"/>
                  </a:lnTo>
                  <a:lnTo>
                    <a:pt x="177076" y="41148"/>
                  </a:lnTo>
                  <a:lnTo>
                    <a:pt x="175552" y="42672"/>
                  </a:lnTo>
                  <a:lnTo>
                    <a:pt x="175552" y="44196"/>
                  </a:lnTo>
                  <a:lnTo>
                    <a:pt x="174028" y="45720"/>
                  </a:lnTo>
                  <a:lnTo>
                    <a:pt x="174028" y="47244"/>
                  </a:lnTo>
                  <a:lnTo>
                    <a:pt x="172504" y="48768"/>
                  </a:lnTo>
                  <a:lnTo>
                    <a:pt x="170980" y="48768"/>
                  </a:lnTo>
                  <a:lnTo>
                    <a:pt x="169456" y="50292"/>
                  </a:lnTo>
                  <a:lnTo>
                    <a:pt x="167932" y="50292"/>
                  </a:lnTo>
                  <a:lnTo>
                    <a:pt x="166408" y="51816"/>
                  </a:lnTo>
                  <a:lnTo>
                    <a:pt x="155740" y="51816"/>
                  </a:lnTo>
                  <a:lnTo>
                    <a:pt x="152692" y="50292"/>
                  </a:lnTo>
                  <a:lnTo>
                    <a:pt x="149644" y="50292"/>
                  </a:lnTo>
                  <a:lnTo>
                    <a:pt x="149644" y="58013"/>
                  </a:lnTo>
                  <a:lnTo>
                    <a:pt x="167932" y="58013"/>
                  </a:lnTo>
                  <a:lnTo>
                    <a:pt x="170980" y="56489"/>
                  </a:lnTo>
                  <a:lnTo>
                    <a:pt x="172504" y="54965"/>
                  </a:lnTo>
                  <a:lnTo>
                    <a:pt x="175552" y="54965"/>
                  </a:lnTo>
                  <a:lnTo>
                    <a:pt x="183172" y="47244"/>
                  </a:lnTo>
                  <a:lnTo>
                    <a:pt x="184696" y="44196"/>
                  </a:lnTo>
                  <a:lnTo>
                    <a:pt x="184696" y="39624"/>
                  </a:lnTo>
                  <a:lnTo>
                    <a:pt x="184696" y="33528"/>
                  </a:lnTo>
                  <a:close/>
                </a:path>
                <a:path w="376554" h="58420">
                  <a:moveTo>
                    <a:pt x="233553" y="35052"/>
                  </a:moveTo>
                  <a:lnTo>
                    <a:pt x="230505" y="32004"/>
                  </a:lnTo>
                  <a:lnTo>
                    <a:pt x="230505" y="30480"/>
                  </a:lnTo>
                  <a:lnTo>
                    <a:pt x="228981" y="30480"/>
                  </a:lnTo>
                  <a:lnTo>
                    <a:pt x="227457" y="28956"/>
                  </a:lnTo>
                  <a:lnTo>
                    <a:pt x="225933" y="28956"/>
                  </a:lnTo>
                  <a:lnTo>
                    <a:pt x="224409" y="27432"/>
                  </a:lnTo>
                  <a:lnTo>
                    <a:pt x="221361" y="27432"/>
                  </a:lnTo>
                  <a:lnTo>
                    <a:pt x="227457" y="24384"/>
                  </a:lnTo>
                  <a:lnTo>
                    <a:pt x="228981" y="21336"/>
                  </a:lnTo>
                  <a:lnTo>
                    <a:pt x="230505" y="19812"/>
                  </a:lnTo>
                  <a:lnTo>
                    <a:pt x="230505" y="7620"/>
                  </a:lnTo>
                  <a:lnTo>
                    <a:pt x="228981" y="6096"/>
                  </a:lnTo>
                  <a:lnTo>
                    <a:pt x="224409" y="1524"/>
                  </a:lnTo>
                  <a:lnTo>
                    <a:pt x="222885" y="1524"/>
                  </a:lnTo>
                  <a:lnTo>
                    <a:pt x="221361" y="0"/>
                  </a:lnTo>
                  <a:lnTo>
                    <a:pt x="204597" y="0"/>
                  </a:lnTo>
                  <a:lnTo>
                    <a:pt x="203073" y="1524"/>
                  </a:lnTo>
                  <a:lnTo>
                    <a:pt x="200025" y="1524"/>
                  </a:lnTo>
                  <a:lnTo>
                    <a:pt x="200025" y="9144"/>
                  </a:lnTo>
                  <a:lnTo>
                    <a:pt x="201549" y="7620"/>
                  </a:lnTo>
                  <a:lnTo>
                    <a:pt x="204597" y="7620"/>
                  </a:lnTo>
                  <a:lnTo>
                    <a:pt x="206121" y="6096"/>
                  </a:lnTo>
                  <a:lnTo>
                    <a:pt x="215265" y="6096"/>
                  </a:lnTo>
                  <a:lnTo>
                    <a:pt x="218313" y="7620"/>
                  </a:lnTo>
                  <a:lnTo>
                    <a:pt x="219837" y="7620"/>
                  </a:lnTo>
                  <a:lnTo>
                    <a:pt x="222885" y="9144"/>
                  </a:lnTo>
                  <a:lnTo>
                    <a:pt x="222885" y="19812"/>
                  </a:lnTo>
                  <a:lnTo>
                    <a:pt x="221361" y="19812"/>
                  </a:lnTo>
                  <a:lnTo>
                    <a:pt x="221361" y="21336"/>
                  </a:lnTo>
                  <a:lnTo>
                    <a:pt x="218313" y="24384"/>
                  </a:lnTo>
                  <a:lnTo>
                    <a:pt x="204597" y="24384"/>
                  </a:lnTo>
                  <a:lnTo>
                    <a:pt x="204597" y="30480"/>
                  </a:lnTo>
                  <a:lnTo>
                    <a:pt x="215265" y="30480"/>
                  </a:lnTo>
                  <a:lnTo>
                    <a:pt x="216789" y="32004"/>
                  </a:lnTo>
                  <a:lnTo>
                    <a:pt x="221361" y="32004"/>
                  </a:lnTo>
                  <a:lnTo>
                    <a:pt x="221361" y="33528"/>
                  </a:lnTo>
                  <a:lnTo>
                    <a:pt x="222885" y="33528"/>
                  </a:lnTo>
                  <a:lnTo>
                    <a:pt x="224409" y="35052"/>
                  </a:lnTo>
                  <a:lnTo>
                    <a:pt x="224409" y="36576"/>
                  </a:lnTo>
                  <a:lnTo>
                    <a:pt x="225933" y="38100"/>
                  </a:lnTo>
                  <a:lnTo>
                    <a:pt x="225933" y="44297"/>
                  </a:lnTo>
                  <a:lnTo>
                    <a:pt x="224409" y="44297"/>
                  </a:lnTo>
                  <a:lnTo>
                    <a:pt x="224409" y="45821"/>
                  </a:lnTo>
                  <a:lnTo>
                    <a:pt x="222885" y="47345"/>
                  </a:lnTo>
                  <a:lnTo>
                    <a:pt x="222885" y="48869"/>
                  </a:lnTo>
                  <a:lnTo>
                    <a:pt x="221361" y="48869"/>
                  </a:lnTo>
                  <a:lnTo>
                    <a:pt x="219837" y="50393"/>
                  </a:lnTo>
                  <a:lnTo>
                    <a:pt x="216789" y="50393"/>
                  </a:lnTo>
                  <a:lnTo>
                    <a:pt x="215265" y="51917"/>
                  </a:lnTo>
                  <a:lnTo>
                    <a:pt x="204597" y="51917"/>
                  </a:lnTo>
                  <a:lnTo>
                    <a:pt x="201549" y="50393"/>
                  </a:lnTo>
                  <a:lnTo>
                    <a:pt x="198501" y="50393"/>
                  </a:lnTo>
                  <a:lnTo>
                    <a:pt x="198501" y="58013"/>
                  </a:lnTo>
                  <a:lnTo>
                    <a:pt x="216789" y="58013"/>
                  </a:lnTo>
                  <a:lnTo>
                    <a:pt x="222885" y="54965"/>
                  </a:lnTo>
                  <a:lnTo>
                    <a:pt x="225933" y="54965"/>
                  </a:lnTo>
                  <a:lnTo>
                    <a:pt x="228981" y="51917"/>
                  </a:lnTo>
                  <a:lnTo>
                    <a:pt x="232029" y="48869"/>
                  </a:lnTo>
                  <a:lnTo>
                    <a:pt x="232029" y="47345"/>
                  </a:lnTo>
                  <a:lnTo>
                    <a:pt x="233553" y="44297"/>
                  </a:lnTo>
                  <a:lnTo>
                    <a:pt x="233553" y="35052"/>
                  </a:lnTo>
                  <a:close/>
                </a:path>
                <a:path w="376554" h="58420">
                  <a:moveTo>
                    <a:pt x="283933" y="50380"/>
                  </a:moveTo>
                  <a:lnTo>
                    <a:pt x="256501" y="50380"/>
                  </a:lnTo>
                  <a:lnTo>
                    <a:pt x="274789" y="32004"/>
                  </a:lnTo>
                  <a:lnTo>
                    <a:pt x="276313" y="28956"/>
                  </a:lnTo>
                  <a:lnTo>
                    <a:pt x="277837" y="27432"/>
                  </a:lnTo>
                  <a:lnTo>
                    <a:pt x="277837" y="25908"/>
                  </a:lnTo>
                  <a:lnTo>
                    <a:pt x="279361" y="24384"/>
                  </a:lnTo>
                  <a:lnTo>
                    <a:pt x="279361" y="22860"/>
                  </a:lnTo>
                  <a:lnTo>
                    <a:pt x="280885" y="19812"/>
                  </a:lnTo>
                  <a:lnTo>
                    <a:pt x="280885" y="10668"/>
                  </a:lnTo>
                  <a:lnTo>
                    <a:pt x="279361" y="9144"/>
                  </a:lnTo>
                  <a:lnTo>
                    <a:pt x="279361" y="7620"/>
                  </a:lnTo>
                  <a:lnTo>
                    <a:pt x="277837" y="6096"/>
                  </a:lnTo>
                  <a:lnTo>
                    <a:pt x="273265" y="1524"/>
                  </a:lnTo>
                  <a:lnTo>
                    <a:pt x="270217" y="1524"/>
                  </a:lnTo>
                  <a:lnTo>
                    <a:pt x="268693" y="0"/>
                  </a:lnTo>
                  <a:lnTo>
                    <a:pt x="256501" y="0"/>
                  </a:lnTo>
                  <a:lnTo>
                    <a:pt x="253453" y="1524"/>
                  </a:lnTo>
                  <a:lnTo>
                    <a:pt x="251929" y="3048"/>
                  </a:lnTo>
                  <a:lnTo>
                    <a:pt x="248793" y="4572"/>
                  </a:lnTo>
                  <a:lnTo>
                    <a:pt x="247269" y="7620"/>
                  </a:lnTo>
                  <a:lnTo>
                    <a:pt x="250405" y="12192"/>
                  </a:lnTo>
                  <a:lnTo>
                    <a:pt x="251929" y="10668"/>
                  </a:lnTo>
                  <a:lnTo>
                    <a:pt x="254977" y="9144"/>
                  </a:lnTo>
                  <a:lnTo>
                    <a:pt x="258025" y="6096"/>
                  </a:lnTo>
                  <a:lnTo>
                    <a:pt x="265645" y="6096"/>
                  </a:lnTo>
                  <a:lnTo>
                    <a:pt x="267169" y="7620"/>
                  </a:lnTo>
                  <a:lnTo>
                    <a:pt x="268693" y="7620"/>
                  </a:lnTo>
                  <a:lnTo>
                    <a:pt x="271741" y="10668"/>
                  </a:lnTo>
                  <a:lnTo>
                    <a:pt x="271741" y="13716"/>
                  </a:lnTo>
                  <a:lnTo>
                    <a:pt x="273265" y="15240"/>
                  </a:lnTo>
                  <a:lnTo>
                    <a:pt x="273265" y="19812"/>
                  </a:lnTo>
                  <a:lnTo>
                    <a:pt x="271741" y="21336"/>
                  </a:lnTo>
                  <a:lnTo>
                    <a:pt x="271741" y="22860"/>
                  </a:lnTo>
                  <a:lnTo>
                    <a:pt x="270217" y="24384"/>
                  </a:lnTo>
                  <a:lnTo>
                    <a:pt x="270217" y="25908"/>
                  </a:lnTo>
                  <a:lnTo>
                    <a:pt x="267169" y="28956"/>
                  </a:lnTo>
                  <a:lnTo>
                    <a:pt x="265645" y="32004"/>
                  </a:lnTo>
                  <a:lnTo>
                    <a:pt x="264121" y="33528"/>
                  </a:lnTo>
                  <a:lnTo>
                    <a:pt x="261073" y="35052"/>
                  </a:lnTo>
                  <a:lnTo>
                    <a:pt x="245745" y="50380"/>
                  </a:lnTo>
                  <a:lnTo>
                    <a:pt x="245745" y="58000"/>
                  </a:lnTo>
                  <a:lnTo>
                    <a:pt x="283933" y="58000"/>
                  </a:lnTo>
                  <a:lnTo>
                    <a:pt x="283933" y="50380"/>
                  </a:lnTo>
                  <a:close/>
                </a:path>
                <a:path w="376554" h="58420">
                  <a:moveTo>
                    <a:pt x="376326" y="29616"/>
                  </a:moveTo>
                  <a:lnTo>
                    <a:pt x="347383" y="29616"/>
                  </a:lnTo>
                  <a:lnTo>
                    <a:pt x="347383" y="37249"/>
                  </a:lnTo>
                  <a:lnTo>
                    <a:pt x="376326" y="37249"/>
                  </a:lnTo>
                  <a:lnTo>
                    <a:pt x="376326" y="2961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7" name="object 6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01201" y="3199733"/>
              <a:ext cx="381666" cy="8143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207341" y="3204222"/>
              <a:ext cx="368300" cy="58419"/>
            </a:xfrm>
            <a:custGeom>
              <a:avLst/>
              <a:gdLst/>
              <a:ahLst/>
              <a:cxnLst/>
              <a:rect l="l" t="t" r="r" b="b"/>
              <a:pathLst>
                <a:path w="368300" h="58420">
                  <a:moveTo>
                    <a:pt x="13716" y="48958"/>
                  </a:moveTo>
                  <a:lnTo>
                    <a:pt x="12192" y="47434"/>
                  </a:lnTo>
                  <a:lnTo>
                    <a:pt x="10668" y="45808"/>
                  </a:lnTo>
                  <a:lnTo>
                    <a:pt x="9144" y="45808"/>
                  </a:lnTo>
                  <a:lnTo>
                    <a:pt x="9144" y="44284"/>
                  </a:lnTo>
                  <a:lnTo>
                    <a:pt x="4572" y="44284"/>
                  </a:lnTo>
                  <a:lnTo>
                    <a:pt x="4572" y="45808"/>
                  </a:lnTo>
                  <a:lnTo>
                    <a:pt x="3048" y="45808"/>
                  </a:lnTo>
                  <a:lnTo>
                    <a:pt x="1524" y="47434"/>
                  </a:lnTo>
                  <a:lnTo>
                    <a:pt x="1524" y="48958"/>
                  </a:lnTo>
                  <a:lnTo>
                    <a:pt x="0" y="50482"/>
                  </a:lnTo>
                  <a:lnTo>
                    <a:pt x="0" y="53530"/>
                  </a:lnTo>
                  <a:lnTo>
                    <a:pt x="1524" y="53530"/>
                  </a:lnTo>
                  <a:lnTo>
                    <a:pt x="1524" y="56578"/>
                  </a:lnTo>
                  <a:lnTo>
                    <a:pt x="3048" y="56578"/>
                  </a:lnTo>
                  <a:lnTo>
                    <a:pt x="4572" y="58102"/>
                  </a:lnTo>
                  <a:lnTo>
                    <a:pt x="9144" y="58102"/>
                  </a:lnTo>
                  <a:lnTo>
                    <a:pt x="10668" y="56578"/>
                  </a:lnTo>
                  <a:lnTo>
                    <a:pt x="12192" y="56578"/>
                  </a:lnTo>
                  <a:lnTo>
                    <a:pt x="12192" y="55054"/>
                  </a:lnTo>
                  <a:lnTo>
                    <a:pt x="13716" y="53530"/>
                  </a:lnTo>
                  <a:lnTo>
                    <a:pt x="13716" y="48958"/>
                  </a:lnTo>
                  <a:close/>
                </a:path>
                <a:path w="368300" h="58420">
                  <a:moveTo>
                    <a:pt x="13716" y="16852"/>
                  </a:moveTo>
                  <a:lnTo>
                    <a:pt x="12192" y="16852"/>
                  </a:lnTo>
                  <a:lnTo>
                    <a:pt x="12192" y="15328"/>
                  </a:lnTo>
                  <a:lnTo>
                    <a:pt x="10668" y="13804"/>
                  </a:lnTo>
                  <a:lnTo>
                    <a:pt x="9144" y="13804"/>
                  </a:lnTo>
                  <a:lnTo>
                    <a:pt x="7620" y="12280"/>
                  </a:lnTo>
                  <a:lnTo>
                    <a:pt x="6096" y="12280"/>
                  </a:lnTo>
                  <a:lnTo>
                    <a:pt x="4572" y="13804"/>
                  </a:lnTo>
                  <a:lnTo>
                    <a:pt x="3048" y="13804"/>
                  </a:lnTo>
                  <a:lnTo>
                    <a:pt x="1524" y="15328"/>
                  </a:lnTo>
                  <a:lnTo>
                    <a:pt x="1524" y="16852"/>
                  </a:lnTo>
                  <a:lnTo>
                    <a:pt x="0" y="18376"/>
                  </a:lnTo>
                  <a:lnTo>
                    <a:pt x="0" y="21424"/>
                  </a:lnTo>
                  <a:lnTo>
                    <a:pt x="1524" y="21424"/>
                  </a:lnTo>
                  <a:lnTo>
                    <a:pt x="1524" y="24472"/>
                  </a:lnTo>
                  <a:lnTo>
                    <a:pt x="3048" y="24472"/>
                  </a:lnTo>
                  <a:lnTo>
                    <a:pt x="3048" y="25996"/>
                  </a:lnTo>
                  <a:lnTo>
                    <a:pt x="10668" y="25996"/>
                  </a:lnTo>
                  <a:lnTo>
                    <a:pt x="10668" y="24472"/>
                  </a:lnTo>
                  <a:lnTo>
                    <a:pt x="12192" y="24472"/>
                  </a:lnTo>
                  <a:lnTo>
                    <a:pt x="12192" y="22948"/>
                  </a:lnTo>
                  <a:lnTo>
                    <a:pt x="13716" y="21424"/>
                  </a:lnTo>
                  <a:lnTo>
                    <a:pt x="13716" y="16852"/>
                  </a:lnTo>
                  <a:close/>
                </a:path>
                <a:path w="368300" h="58420">
                  <a:moveTo>
                    <a:pt x="125158" y="19812"/>
                  </a:moveTo>
                  <a:lnTo>
                    <a:pt x="123634" y="15240"/>
                  </a:lnTo>
                  <a:lnTo>
                    <a:pt x="123634" y="12192"/>
                  </a:lnTo>
                  <a:lnTo>
                    <a:pt x="120586" y="6096"/>
                  </a:lnTo>
                  <a:lnTo>
                    <a:pt x="117538" y="4572"/>
                  </a:lnTo>
                  <a:lnTo>
                    <a:pt x="117538" y="22948"/>
                  </a:lnTo>
                  <a:lnTo>
                    <a:pt x="117538" y="38188"/>
                  </a:lnTo>
                  <a:lnTo>
                    <a:pt x="116014" y="41236"/>
                  </a:lnTo>
                  <a:lnTo>
                    <a:pt x="116014" y="44284"/>
                  </a:lnTo>
                  <a:lnTo>
                    <a:pt x="109918" y="50380"/>
                  </a:lnTo>
                  <a:lnTo>
                    <a:pt x="108394" y="50380"/>
                  </a:lnTo>
                  <a:lnTo>
                    <a:pt x="106870" y="51904"/>
                  </a:lnTo>
                  <a:lnTo>
                    <a:pt x="102298" y="51904"/>
                  </a:lnTo>
                  <a:lnTo>
                    <a:pt x="100774" y="50380"/>
                  </a:lnTo>
                  <a:lnTo>
                    <a:pt x="99250" y="50380"/>
                  </a:lnTo>
                  <a:lnTo>
                    <a:pt x="97637" y="48856"/>
                  </a:lnTo>
                  <a:lnTo>
                    <a:pt x="94589" y="45808"/>
                  </a:lnTo>
                  <a:lnTo>
                    <a:pt x="94589" y="44284"/>
                  </a:lnTo>
                  <a:lnTo>
                    <a:pt x="93065" y="42760"/>
                  </a:lnTo>
                  <a:lnTo>
                    <a:pt x="93065" y="41236"/>
                  </a:lnTo>
                  <a:lnTo>
                    <a:pt x="103263" y="33616"/>
                  </a:lnTo>
                  <a:lnTo>
                    <a:pt x="117538" y="22948"/>
                  </a:lnTo>
                  <a:lnTo>
                    <a:pt x="117538" y="4572"/>
                  </a:lnTo>
                  <a:lnTo>
                    <a:pt x="116014" y="3048"/>
                  </a:lnTo>
                  <a:lnTo>
                    <a:pt x="116014" y="15240"/>
                  </a:lnTo>
                  <a:lnTo>
                    <a:pt x="116014" y="16764"/>
                  </a:lnTo>
                  <a:lnTo>
                    <a:pt x="91541" y="33616"/>
                  </a:lnTo>
                  <a:lnTo>
                    <a:pt x="91541" y="21424"/>
                  </a:lnTo>
                  <a:lnTo>
                    <a:pt x="93065" y="18288"/>
                  </a:lnTo>
                  <a:lnTo>
                    <a:pt x="93065" y="16764"/>
                  </a:lnTo>
                  <a:lnTo>
                    <a:pt x="94589" y="13716"/>
                  </a:lnTo>
                  <a:lnTo>
                    <a:pt x="94589" y="12192"/>
                  </a:lnTo>
                  <a:lnTo>
                    <a:pt x="96113" y="9144"/>
                  </a:lnTo>
                  <a:lnTo>
                    <a:pt x="97637" y="9144"/>
                  </a:lnTo>
                  <a:lnTo>
                    <a:pt x="99250" y="7620"/>
                  </a:lnTo>
                  <a:lnTo>
                    <a:pt x="100774" y="6096"/>
                  </a:lnTo>
                  <a:lnTo>
                    <a:pt x="108394" y="6096"/>
                  </a:lnTo>
                  <a:lnTo>
                    <a:pt x="109918" y="7620"/>
                  </a:lnTo>
                  <a:lnTo>
                    <a:pt x="111442" y="7620"/>
                  </a:lnTo>
                  <a:lnTo>
                    <a:pt x="111442" y="9144"/>
                  </a:lnTo>
                  <a:lnTo>
                    <a:pt x="112966" y="9144"/>
                  </a:lnTo>
                  <a:lnTo>
                    <a:pt x="112966" y="10668"/>
                  </a:lnTo>
                  <a:lnTo>
                    <a:pt x="114490" y="12192"/>
                  </a:lnTo>
                  <a:lnTo>
                    <a:pt x="114490" y="13716"/>
                  </a:lnTo>
                  <a:lnTo>
                    <a:pt x="116014" y="15240"/>
                  </a:lnTo>
                  <a:lnTo>
                    <a:pt x="116014" y="3048"/>
                  </a:lnTo>
                  <a:lnTo>
                    <a:pt x="112966" y="1524"/>
                  </a:lnTo>
                  <a:lnTo>
                    <a:pt x="111442" y="0"/>
                  </a:lnTo>
                  <a:lnTo>
                    <a:pt x="99250" y="0"/>
                  </a:lnTo>
                  <a:lnTo>
                    <a:pt x="96113" y="1524"/>
                  </a:lnTo>
                  <a:lnTo>
                    <a:pt x="93065" y="3048"/>
                  </a:lnTo>
                  <a:lnTo>
                    <a:pt x="91541" y="4572"/>
                  </a:lnTo>
                  <a:lnTo>
                    <a:pt x="90017" y="7620"/>
                  </a:lnTo>
                  <a:lnTo>
                    <a:pt x="86969" y="10668"/>
                  </a:lnTo>
                  <a:lnTo>
                    <a:pt x="86969" y="13716"/>
                  </a:lnTo>
                  <a:lnTo>
                    <a:pt x="83921" y="19812"/>
                  </a:lnTo>
                  <a:lnTo>
                    <a:pt x="83921" y="38188"/>
                  </a:lnTo>
                  <a:lnTo>
                    <a:pt x="85445" y="41236"/>
                  </a:lnTo>
                  <a:lnTo>
                    <a:pt x="86969" y="45808"/>
                  </a:lnTo>
                  <a:lnTo>
                    <a:pt x="88493" y="48856"/>
                  </a:lnTo>
                  <a:lnTo>
                    <a:pt x="90017" y="50380"/>
                  </a:lnTo>
                  <a:lnTo>
                    <a:pt x="91541" y="53428"/>
                  </a:lnTo>
                  <a:lnTo>
                    <a:pt x="93065" y="54952"/>
                  </a:lnTo>
                  <a:lnTo>
                    <a:pt x="96113" y="56476"/>
                  </a:lnTo>
                  <a:lnTo>
                    <a:pt x="99250" y="58000"/>
                  </a:lnTo>
                  <a:lnTo>
                    <a:pt x="111442" y="58000"/>
                  </a:lnTo>
                  <a:lnTo>
                    <a:pt x="112966" y="56476"/>
                  </a:lnTo>
                  <a:lnTo>
                    <a:pt x="116014" y="54952"/>
                  </a:lnTo>
                  <a:lnTo>
                    <a:pt x="119062" y="51904"/>
                  </a:lnTo>
                  <a:lnTo>
                    <a:pt x="120586" y="50380"/>
                  </a:lnTo>
                  <a:lnTo>
                    <a:pt x="123634" y="44284"/>
                  </a:lnTo>
                  <a:lnTo>
                    <a:pt x="123634" y="41236"/>
                  </a:lnTo>
                  <a:lnTo>
                    <a:pt x="125158" y="36664"/>
                  </a:lnTo>
                  <a:lnTo>
                    <a:pt x="125158" y="22948"/>
                  </a:lnTo>
                  <a:lnTo>
                    <a:pt x="125158" y="19812"/>
                  </a:lnTo>
                  <a:close/>
                </a:path>
                <a:path w="368300" h="58420">
                  <a:moveTo>
                    <a:pt x="160299" y="47421"/>
                  </a:moveTo>
                  <a:lnTo>
                    <a:pt x="157251" y="44373"/>
                  </a:lnTo>
                  <a:lnTo>
                    <a:pt x="149631" y="44373"/>
                  </a:lnTo>
                  <a:lnTo>
                    <a:pt x="146583" y="47421"/>
                  </a:lnTo>
                  <a:lnTo>
                    <a:pt x="146583" y="55041"/>
                  </a:lnTo>
                  <a:lnTo>
                    <a:pt x="148107" y="55041"/>
                  </a:lnTo>
                  <a:lnTo>
                    <a:pt x="148107" y="56565"/>
                  </a:lnTo>
                  <a:lnTo>
                    <a:pt x="149631" y="56565"/>
                  </a:lnTo>
                  <a:lnTo>
                    <a:pt x="151155" y="58089"/>
                  </a:lnTo>
                  <a:lnTo>
                    <a:pt x="155727" y="58089"/>
                  </a:lnTo>
                  <a:lnTo>
                    <a:pt x="157251" y="56565"/>
                  </a:lnTo>
                  <a:lnTo>
                    <a:pt x="158775" y="56565"/>
                  </a:lnTo>
                  <a:lnTo>
                    <a:pt x="158775" y="55041"/>
                  </a:lnTo>
                  <a:lnTo>
                    <a:pt x="160299" y="55041"/>
                  </a:lnTo>
                  <a:lnTo>
                    <a:pt x="160299" y="47421"/>
                  </a:lnTo>
                  <a:close/>
                </a:path>
                <a:path w="368300" h="58420">
                  <a:moveTo>
                    <a:pt x="221361" y="50469"/>
                  </a:moveTo>
                  <a:lnTo>
                    <a:pt x="193827" y="50469"/>
                  </a:lnTo>
                  <a:lnTo>
                    <a:pt x="204597" y="39712"/>
                  </a:lnTo>
                  <a:lnTo>
                    <a:pt x="207645" y="38188"/>
                  </a:lnTo>
                  <a:lnTo>
                    <a:pt x="209169" y="35140"/>
                  </a:lnTo>
                  <a:lnTo>
                    <a:pt x="212217" y="32092"/>
                  </a:lnTo>
                  <a:lnTo>
                    <a:pt x="213741" y="29044"/>
                  </a:lnTo>
                  <a:lnTo>
                    <a:pt x="216789" y="25996"/>
                  </a:lnTo>
                  <a:lnTo>
                    <a:pt x="216789" y="24472"/>
                  </a:lnTo>
                  <a:lnTo>
                    <a:pt x="218313" y="22948"/>
                  </a:lnTo>
                  <a:lnTo>
                    <a:pt x="218313" y="9232"/>
                  </a:lnTo>
                  <a:lnTo>
                    <a:pt x="215265" y="6184"/>
                  </a:lnTo>
                  <a:lnTo>
                    <a:pt x="210693" y="1612"/>
                  </a:lnTo>
                  <a:lnTo>
                    <a:pt x="209169" y="1612"/>
                  </a:lnTo>
                  <a:lnTo>
                    <a:pt x="206121" y="88"/>
                  </a:lnTo>
                  <a:lnTo>
                    <a:pt x="195351" y="88"/>
                  </a:lnTo>
                  <a:lnTo>
                    <a:pt x="186207" y="4660"/>
                  </a:lnTo>
                  <a:lnTo>
                    <a:pt x="184683" y="7708"/>
                  </a:lnTo>
                  <a:lnTo>
                    <a:pt x="189255" y="12280"/>
                  </a:lnTo>
                  <a:lnTo>
                    <a:pt x="193827" y="7708"/>
                  </a:lnTo>
                  <a:lnTo>
                    <a:pt x="196875" y="6184"/>
                  </a:lnTo>
                  <a:lnTo>
                    <a:pt x="204597" y="6184"/>
                  </a:lnTo>
                  <a:lnTo>
                    <a:pt x="204597" y="7708"/>
                  </a:lnTo>
                  <a:lnTo>
                    <a:pt x="206121" y="7708"/>
                  </a:lnTo>
                  <a:lnTo>
                    <a:pt x="209169" y="10756"/>
                  </a:lnTo>
                  <a:lnTo>
                    <a:pt x="209169" y="12280"/>
                  </a:lnTo>
                  <a:lnTo>
                    <a:pt x="210693" y="12280"/>
                  </a:lnTo>
                  <a:lnTo>
                    <a:pt x="210693" y="22948"/>
                  </a:lnTo>
                  <a:lnTo>
                    <a:pt x="209169" y="22948"/>
                  </a:lnTo>
                  <a:lnTo>
                    <a:pt x="209169" y="24472"/>
                  </a:lnTo>
                  <a:lnTo>
                    <a:pt x="204597" y="29044"/>
                  </a:lnTo>
                  <a:lnTo>
                    <a:pt x="202971" y="32092"/>
                  </a:lnTo>
                  <a:lnTo>
                    <a:pt x="201447" y="33616"/>
                  </a:lnTo>
                  <a:lnTo>
                    <a:pt x="198399" y="35140"/>
                  </a:lnTo>
                  <a:lnTo>
                    <a:pt x="184683" y="50469"/>
                  </a:lnTo>
                  <a:lnTo>
                    <a:pt x="184683" y="58089"/>
                  </a:lnTo>
                  <a:lnTo>
                    <a:pt x="221361" y="58089"/>
                  </a:lnTo>
                  <a:lnTo>
                    <a:pt x="221361" y="50469"/>
                  </a:lnTo>
                  <a:close/>
                </a:path>
                <a:path w="368300" h="58420">
                  <a:moveTo>
                    <a:pt x="271741" y="35140"/>
                  </a:moveTo>
                  <a:lnTo>
                    <a:pt x="270217" y="32092"/>
                  </a:lnTo>
                  <a:lnTo>
                    <a:pt x="270217" y="30568"/>
                  </a:lnTo>
                  <a:lnTo>
                    <a:pt x="268693" y="29044"/>
                  </a:lnTo>
                  <a:lnTo>
                    <a:pt x="265645" y="25996"/>
                  </a:lnTo>
                  <a:lnTo>
                    <a:pt x="264121" y="24472"/>
                  </a:lnTo>
                  <a:lnTo>
                    <a:pt x="264121" y="36664"/>
                  </a:lnTo>
                  <a:lnTo>
                    <a:pt x="264121" y="41338"/>
                  </a:lnTo>
                  <a:lnTo>
                    <a:pt x="262597" y="42862"/>
                  </a:lnTo>
                  <a:lnTo>
                    <a:pt x="262597" y="45910"/>
                  </a:lnTo>
                  <a:lnTo>
                    <a:pt x="261073" y="47434"/>
                  </a:lnTo>
                  <a:lnTo>
                    <a:pt x="261073" y="48958"/>
                  </a:lnTo>
                  <a:lnTo>
                    <a:pt x="259549" y="50482"/>
                  </a:lnTo>
                  <a:lnTo>
                    <a:pt x="256501" y="50482"/>
                  </a:lnTo>
                  <a:lnTo>
                    <a:pt x="254889" y="52006"/>
                  </a:lnTo>
                  <a:lnTo>
                    <a:pt x="248793" y="52006"/>
                  </a:lnTo>
                  <a:lnTo>
                    <a:pt x="247269" y="50482"/>
                  </a:lnTo>
                  <a:lnTo>
                    <a:pt x="245745" y="50482"/>
                  </a:lnTo>
                  <a:lnTo>
                    <a:pt x="242697" y="47434"/>
                  </a:lnTo>
                  <a:lnTo>
                    <a:pt x="242697" y="45910"/>
                  </a:lnTo>
                  <a:lnTo>
                    <a:pt x="241173" y="44386"/>
                  </a:lnTo>
                  <a:lnTo>
                    <a:pt x="241173" y="41338"/>
                  </a:lnTo>
                  <a:lnTo>
                    <a:pt x="239649" y="39712"/>
                  </a:lnTo>
                  <a:lnTo>
                    <a:pt x="239649" y="32092"/>
                  </a:lnTo>
                  <a:lnTo>
                    <a:pt x="241173" y="32092"/>
                  </a:lnTo>
                  <a:lnTo>
                    <a:pt x="241173" y="30568"/>
                  </a:lnTo>
                  <a:lnTo>
                    <a:pt x="244221" y="30568"/>
                  </a:lnTo>
                  <a:lnTo>
                    <a:pt x="245745" y="29044"/>
                  </a:lnTo>
                  <a:lnTo>
                    <a:pt x="259549" y="29044"/>
                  </a:lnTo>
                  <a:lnTo>
                    <a:pt x="259549" y="30568"/>
                  </a:lnTo>
                  <a:lnTo>
                    <a:pt x="261073" y="32092"/>
                  </a:lnTo>
                  <a:lnTo>
                    <a:pt x="262597" y="32092"/>
                  </a:lnTo>
                  <a:lnTo>
                    <a:pt x="262597" y="35140"/>
                  </a:lnTo>
                  <a:lnTo>
                    <a:pt x="264121" y="36664"/>
                  </a:lnTo>
                  <a:lnTo>
                    <a:pt x="264121" y="24472"/>
                  </a:lnTo>
                  <a:lnTo>
                    <a:pt x="261073" y="22948"/>
                  </a:lnTo>
                  <a:lnTo>
                    <a:pt x="245745" y="22948"/>
                  </a:lnTo>
                  <a:lnTo>
                    <a:pt x="244221" y="24472"/>
                  </a:lnTo>
                  <a:lnTo>
                    <a:pt x="241173" y="24472"/>
                  </a:lnTo>
                  <a:lnTo>
                    <a:pt x="239649" y="25996"/>
                  </a:lnTo>
                  <a:lnTo>
                    <a:pt x="239649" y="24472"/>
                  </a:lnTo>
                  <a:lnTo>
                    <a:pt x="241173" y="21424"/>
                  </a:lnTo>
                  <a:lnTo>
                    <a:pt x="241173" y="19900"/>
                  </a:lnTo>
                  <a:lnTo>
                    <a:pt x="242697" y="16852"/>
                  </a:lnTo>
                  <a:lnTo>
                    <a:pt x="242697" y="15328"/>
                  </a:lnTo>
                  <a:lnTo>
                    <a:pt x="247269" y="10756"/>
                  </a:lnTo>
                  <a:lnTo>
                    <a:pt x="250317" y="9232"/>
                  </a:lnTo>
                  <a:lnTo>
                    <a:pt x="251841" y="7708"/>
                  </a:lnTo>
                  <a:lnTo>
                    <a:pt x="267169" y="7708"/>
                  </a:lnTo>
                  <a:lnTo>
                    <a:pt x="267169" y="88"/>
                  </a:lnTo>
                  <a:lnTo>
                    <a:pt x="258025" y="88"/>
                  </a:lnTo>
                  <a:lnTo>
                    <a:pt x="253365" y="1612"/>
                  </a:lnTo>
                  <a:lnTo>
                    <a:pt x="251841" y="1612"/>
                  </a:lnTo>
                  <a:lnTo>
                    <a:pt x="248793" y="3136"/>
                  </a:lnTo>
                  <a:lnTo>
                    <a:pt x="245745" y="3136"/>
                  </a:lnTo>
                  <a:lnTo>
                    <a:pt x="244221" y="4660"/>
                  </a:lnTo>
                  <a:lnTo>
                    <a:pt x="241173" y="6184"/>
                  </a:lnTo>
                  <a:lnTo>
                    <a:pt x="239649" y="7708"/>
                  </a:lnTo>
                  <a:lnTo>
                    <a:pt x="238125" y="10756"/>
                  </a:lnTo>
                  <a:lnTo>
                    <a:pt x="235077" y="13804"/>
                  </a:lnTo>
                  <a:lnTo>
                    <a:pt x="235077" y="16852"/>
                  </a:lnTo>
                  <a:lnTo>
                    <a:pt x="233553" y="19900"/>
                  </a:lnTo>
                  <a:lnTo>
                    <a:pt x="233553" y="24472"/>
                  </a:lnTo>
                  <a:lnTo>
                    <a:pt x="232029" y="27520"/>
                  </a:lnTo>
                  <a:lnTo>
                    <a:pt x="232029" y="41338"/>
                  </a:lnTo>
                  <a:lnTo>
                    <a:pt x="235077" y="47434"/>
                  </a:lnTo>
                  <a:lnTo>
                    <a:pt x="235077" y="50482"/>
                  </a:lnTo>
                  <a:lnTo>
                    <a:pt x="238125" y="53530"/>
                  </a:lnTo>
                  <a:lnTo>
                    <a:pt x="241173" y="55054"/>
                  </a:lnTo>
                  <a:lnTo>
                    <a:pt x="242697" y="56578"/>
                  </a:lnTo>
                  <a:lnTo>
                    <a:pt x="245745" y="58102"/>
                  </a:lnTo>
                  <a:lnTo>
                    <a:pt x="258025" y="58102"/>
                  </a:lnTo>
                  <a:lnTo>
                    <a:pt x="259549" y="56578"/>
                  </a:lnTo>
                  <a:lnTo>
                    <a:pt x="262597" y="55054"/>
                  </a:lnTo>
                  <a:lnTo>
                    <a:pt x="264121" y="55054"/>
                  </a:lnTo>
                  <a:lnTo>
                    <a:pt x="265645" y="52006"/>
                  </a:lnTo>
                  <a:lnTo>
                    <a:pt x="270217" y="47434"/>
                  </a:lnTo>
                  <a:lnTo>
                    <a:pt x="271741" y="44386"/>
                  </a:lnTo>
                  <a:lnTo>
                    <a:pt x="271741" y="35140"/>
                  </a:lnTo>
                  <a:close/>
                </a:path>
                <a:path w="368300" h="58420">
                  <a:moveTo>
                    <a:pt x="319087" y="50469"/>
                  </a:moveTo>
                  <a:lnTo>
                    <a:pt x="306806" y="50469"/>
                  </a:lnTo>
                  <a:lnTo>
                    <a:pt x="306806" y="177"/>
                  </a:lnTo>
                  <a:lnTo>
                    <a:pt x="299186" y="177"/>
                  </a:lnTo>
                  <a:lnTo>
                    <a:pt x="282422" y="9321"/>
                  </a:lnTo>
                  <a:lnTo>
                    <a:pt x="283946" y="16941"/>
                  </a:lnTo>
                  <a:lnTo>
                    <a:pt x="297662" y="9321"/>
                  </a:lnTo>
                  <a:lnTo>
                    <a:pt x="297662" y="50469"/>
                  </a:lnTo>
                  <a:lnTo>
                    <a:pt x="283946" y="50469"/>
                  </a:lnTo>
                  <a:lnTo>
                    <a:pt x="283946" y="58089"/>
                  </a:lnTo>
                  <a:lnTo>
                    <a:pt x="319087" y="58089"/>
                  </a:lnTo>
                  <a:lnTo>
                    <a:pt x="319087" y="50469"/>
                  </a:lnTo>
                  <a:close/>
                </a:path>
                <a:path w="368300" h="58420">
                  <a:moveTo>
                    <a:pt x="367957" y="38188"/>
                  </a:moveTo>
                  <a:lnTo>
                    <a:pt x="366433" y="36664"/>
                  </a:lnTo>
                  <a:lnTo>
                    <a:pt x="366433" y="33616"/>
                  </a:lnTo>
                  <a:lnTo>
                    <a:pt x="363385" y="30568"/>
                  </a:lnTo>
                  <a:lnTo>
                    <a:pt x="361759" y="30568"/>
                  </a:lnTo>
                  <a:lnTo>
                    <a:pt x="361759" y="29044"/>
                  </a:lnTo>
                  <a:lnTo>
                    <a:pt x="360235" y="29044"/>
                  </a:lnTo>
                  <a:lnTo>
                    <a:pt x="358711" y="27520"/>
                  </a:lnTo>
                  <a:lnTo>
                    <a:pt x="355663" y="27520"/>
                  </a:lnTo>
                  <a:lnTo>
                    <a:pt x="358711" y="25996"/>
                  </a:lnTo>
                  <a:lnTo>
                    <a:pt x="360235" y="24472"/>
                  </a:lnTo>
                  <a:lnTo>
                    <a:pt x="361759" y="21424"/>
                  </a:lnTo>
                  <a:lnTo>
                    <a:pt x="363385" y="19900"/>
                  </a:lnTo>
                  <a:lnTo>
                    <a:pt x="364909" y="16852"/>
                  </a:lnTo>
                  <a:lnTo>
                    <a:pt x="364909" y="9232"/>
                  </a:lnTo>
                  <a:lnTo>
                    <a:pt x="363385" y="7708"/>
                  </a:lnTo>
                  <a:lnTo>
                    <a:pt x="363385" y="6184"/>
                  </a:lnTo>
                  <a:lnTo>
                    <a:pt x="361759" y="4660"/>
                  </a:lnTo>
                  <a:lnTo>
                    <a:pt x="358711" y="1612"/>
                  </a:lnTo>
                  <a:lnTo>
                    <a:pt x="357187" y="1612"/>
                  </a:lnTo>
                  <a:lnTo>
                    <a:pt x="354139" y="88"/>
                  </a:lnTo>
                  <a:lnTo>
                    <a:pt x="337375" y="88"/>
                  </a:lnTo>
                  <a:lnTo>
                    <a:pt x="335851" y="1612"/>
                  </a:lnTo>
                  <a:lnTo>
                    <a:pt x="332803" y="1612"/>
                  </a:lnTo>
                  <a:lnTo>
                    <a:pt x="332803" y="9232"/>
                  </a:lnTo>
                  <a:lnTo>
                    <a:pt x="335851" y="7708"/>
                  </a:lnTo>
                  <a:lnTo>
                    <a:pt x="337375" y="7708"/>
                  </a:lnTo>
                  <a:lnTo>
                    <a:pt x="340423" y="6184"/>
                  </a:lnTo>
                  <a:lnTo>
                    <a:pt x="349567" y="6184"/>
                  </a:lnTo>
                  <a:lnTo>
                    <a:pt x="352615" y="7708"/>
                  </a:lnTo>
                  <a:lnTo>
                    <a:pt x="354139" y="7708"/>
                  </a:lnTo>
                  <a:lnTo>
                    <a:pt x="355663" y="9232"/>
                  </a:lnTo>
                  <a:lnTo>
                    <a:pt x="357187" y="12280"/>
                  </a:lnTo>
                  <a:lnTo>
                    <a:pt x="357187" y="18376"/>
                  </a:lnTo>
                  <a:lnTo>
                    <a:pt x="354139" y="21424"/>
                  </a:lnTo>
                  <a:lnTo>
                    <a:pt x="354139" y="22948"/>
                  </a:lnTo>
                  <a:lnTo>
                    <a:pt x="352615" y="22948"/>
                  </a:lnTo>
                  <a:lnTo>
                    <a:pt x="351091" y="24472"/>
                  </a:lnTo>
                  <a:lnTo>
                    <a:pt x="338899" y="24472"/>
                  </a:lnTo>
                  <a:lnTo>
                    <a:pt x="338899" y="30568"/>
                  </a:lnTo>
                  <a:lnTo>
                    <a:pt x="349567" y="30568"/>
                  </a:lnTo>
                  <a:lnTo>
                    <a:pt x="351091" y="32092"/>
                  </a:lnTo>
                  <a:lnTo>
                    <a:pt x="354139" y="32092"/>
                  </a:lnTo>
                  <a:lnTo>
                    <a:pt x="355663" y="33616"/>
                  </a:lnTo>
                  <a:lnTo>
                    <a:pt x="357187" y="33616"/>
                  </a:lnTo>
                  <a:lnTo>
                    <a:pt x="357187" y="35140"/>
                  </a:lnTo>
                  <a:lnTo>
                    <a:pt x="358711" y="36664"/>
                  </a:lnTo>
                  <a:lnTo>
                    <a:pt x="358711" y="38188"/>
                  </a:lnTo>
                  <a:lnTo>
                    <a:pt x="360235" y="38188"/>
                  </a:lnTo>
                  <a:lnTo>
                    <a:pt x="360235" y="42862"/>
                  </a:lnTo>
                  <a:lnTo>
                    <a:pt x="358711" y="44386"/>
                  </a:lnTo>
                  <a:lnTo>
                    <a:pt x="358711" y="45910"/>
                  </a:lnTo>
                  <a:lnTo>
                    <a:pt x="355663" y="48958"/>
                  </a:lnTo>
                  <a:lnTo>
                    <a:pt x="354139" y="48958"/>
                  </a:lnTo>
                  <a:lnTo>
                    <a:pt x="352615" y="50482"/>
                  </a:lnTo>
                  <a:lnTo>
                    <a:pt x="351091" y="50482"/>
                  </a:lnTo>
                  <a:lnTo>
                    <a:pt x="349567" y="52006"/>
                  </a:lnTo>
                  <a:lnTo>
                    <a:pt x="337375" y="52006"/>
                  </a:lnTo>
                  <a:lnTo>
                    <a:pt x="335851" y="50482"/>
                  </a:lnTo>
                  <a:lnTo>
                    <a:pt x="331279" y="50482"/>
                  </a:lnTo>
                  <a:lnTo>
                    <a:pt x="331279" y="58102"/>
                  </a:lnTo>
                  <a:lnTo>
                    <a:pt x="351091" y="58102"/>
                  </a:lnTo>
                  <a:lnTo>
                    <a:pt x="357187" y="55054"/>
                  </a:lnTo>
                  <a:lnTo>
                    <a:pt x="358711" y="55054"/>
                  </a:lnTo>
                  <a:lnTo>
                    <a:pt x="361759" y="53530"/>
                  </a:lnTo>
                  <a:lnTo>
                    <a:pt x="362572" y="52006"/>
                  </a:lnTo>
                  <a:lnTo>
                    <a:pt x="363385" y="50482"/>
                  </a:lnTo>
                  <a:lnTo>
                    <a:pt x="366433" y="47434"/>
                  </a:lnTo>
                  <a:lnTo>
                    <a:pt x="366433" y="44386"/>
                  </a:lnTo>
                  <a:lnTo>
                    <a:pt x="367957" y="42862"/>
                  </a:lnTo>
                  <a:lnTo>
                    <a:pt x="367957" y="38188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69" name="object 6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7804" y="4379975"/>
              <a:ext cx="6547103" cy="914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04316" y="4431792"/>
              <a:ext cx="3595116" cy="275386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84504" y="7185659"/>
              <a:ext cx="3921251" cy="762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11798" y="3400420"/>
              <a:ext cx="6558924" cy="386715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11798" y="7330149"/>
              <a:ext cx="6558924" cy="183290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772412" y="8744712"/>
              <a:ext cx="73151" cy="88391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1211859" y="8754820"/>
              <a:ext cx="986790" cy="186690"/>
            </a:xfrm>
            <a:custGeom>
              <a:avLst/>
              <a:gdLst/>
              <a:ahLst/>
              <a:cxnLst/>
              <a:rect l="l" t="t" r="r" b="b"/>
              <a:pathLst>
                <a:path w="986789" h="186690">
                  <a:moveTo>
                    <a:pt x="39712" y="157251"/>
                  </a:moveTo>
                  <a:lnTo>
                    <a:pt x="38188" y="155638"/>
                  </a:lnTo>
                  <a:lnTo>
                    <a:pt x="38188" y="152590"/>
                  </a:lnTo>
                  <a:lnTo>
                    <a:pt x="36664" y="149542"/>
                  </a:lnTo>
                  <a:lnTo>
                    <a:pt x="33616" y="146494"/>
                  </a:lnTo>
                  <a:lnTo>
                    <a:pt x="30568" y="143446"/>
                  </a:lnTo>
                  <a:lnTo>
                    <a:pt x="30568" y="152590"/>
                  </a:lnTo>
                  <a:lnTo>
                    <a:pt x="30568" y="160299"/>
                  </a:lnTo>
                  <a:lnTo>
                    <a:pt x="7620" y="160299"/>
                  </a:lnTo>
                  <a:lnTo>
                    <a:pt x="7620" y="158775"/>
                  </a:lnTo>
                  <a:lnTo>
                    <a:pt x="9144" y="155638"/>
                  </a:lnTo>
                  <a:lnTo>
                    <a:pt x="9144" y="152590"/>
                  </a:lnTo>
                  <a:lnTo>
                    <a:pt x="10668" y="151066"/>
                  </a:lnTo>
                  <a:lnTo>
                    <a:pt x="12192" y="151066"/>
                  </a:lnTo>
                  <a:lnTo>
                    <a:pt x="12192" y="149542"/>
                  </a:lnTo>
                  <a:lnTo>
                    <a:pt x="13716" y="148018"/>
                  </a:lnTo>
                  <a:lnTo>
                    <a:pt x="15240" y="148018"/>
                  </a:lnTo>
                  <a:lnTo>
                    <a:pt x="16764" y="146494"/>
                  </a:lnTo>
                  <a:lnTo>
                    <a:pt x="22860" y="146494"/>
                  </a:lnTo>
                  <a:lnTo>
                    <a:pt x="24472" y="148018"/>
                  </a:lnTo>
                  <a:lnTo>
                    <a:pt x="25996" y="148018"/>
                  </a:lnTo>
                  <a:lnTo>
                    <a:pt x="30568" y="152590"/>
                  </a:lnTo>
                  <a:lnTo>
                    <a:pt x="30568" y="143446"/>
                  </a:lnTo>
                  <a:lnTo>
                    <a:pt x="27520" y="141922"/>
                  </a:lnTo>
                  <a:lnTo>
                    <a:pt x="25996" y="141922"/>
                  </a:lnTo>
                  <a:lnTo>
                    <a:pt x="22860" y="140398"/>
                  </a:lnTo>
                  <a:lnTo>
                    <a:pt x="16764" y="140398"/>
                  </a:lnTo>
                  <a:lnTo>
                    <a:pt x="13716" y="141922"/>
                  </a:lnTo>
                  <a:lnTo>
                    <a:pt x="12192" y="141922"/>
                  </a:lnTo>
                  <a:lnTo>
                    <a:pt x="9144" y="143446"/>
                  </a:lnTo>
                  <a:lnTo>
                    <a:pt x="7620" y="144970"/>
                  </a:lnTo>
                  <a:lnTo>
                    <a:pt x="6096" y="148018"/>
                  </a:lnTo>
                  <a:lnTo>
                    <a:pt x="3048" y="149542"/>
                  </a:lnTo>
                  <a:lnTo>
                    <a:pt x="3048" y="152590"/>
                  </a:lnTo>
                  <a:lnTo>
                    <a:pt x="1524" y="154114"/>
                  </a:lnTo>
                  <a:lnTo>
                    <a:pt x="0" y="157251"/>
                  </a:lnTo>
                  <a:lnTo>
                    <a:pt x="0" y="169443"/>
                  </a:lnTo>
                  <a:lnTo>
                    <a:pt x="3048" y="175539"/>
                  </a:lnTo>
                  <a:lnTo>
                    <a:pt x="3048" y="178587"/>
                  </a:lnTo>
                  <a:lnTo>
                    <a:pt x="4572" y="180111"/>
                  </a:lnTo>
                  <a:lnTo>
                    <a:pt x="7620" y="181635"/>
                  </a:lnTo>
                  <a:lnTo>
                    <a:pt x="9144" y="183159"/>
                  </a:lnTo>
                  <a:lnTo>
                    <a:pt x="15240" y="186207"/>
                  </a:lnTo>
                  <a:lnTo>
                    <a:pt x="27520" y="186207"/>
                  </a:lnTo>
                  <a:lnTo>
                    <a:pt x="29044" y="184683"/>
                  </a:lnTo>
                  <a:lnTo>
                    <a:pt x="36664" y="184683"/>
                  </a:lnTo>
                  <a:lnTo>
                    <a:pt x="36664" y="180111"/>
                  </a:lnTo>
                  <a:lnTo>
                    <a:pt x="36664" y="177063"/>
                  </a:lnTo>
                  <a:lnTo>
                    <a:pt x="35140" y="178587"/>
                  </a:lnTo>
                  <a:lnTo>
                    <a:pt x="29044" y="178587"/>
                  </a:lnTo>
                  <a:lnTo>
                    <a:pt x="27520" y="180111"/>
                  </a:lnTo>
                  <a:lnTo>
                    <a:pt x="18288" y="180111"/>
                  </a:lnTo>
                  <a:lnTo>
                    <a:pt x="13716" y="178587"/>
                  </a:lnTo>
                  <a:lnTo>
                    <a:pt x="12192" y="175539"/>
                  </a:lnTo>
                  <a:lnTo>
                    <a:pt x="9144" y="174015"/>
                  </a:lnTo>
                  <a:lnTo>
                    <a:pt x="7620" y="170967"/>
                  </a:lnTo>
                  <a:lnTo>
                    <a:pt x="7620" y="166395"/>
                  </a:lnTo>
                  <a:lnTo>
                    <a:pt x="38188" y="166395"/>
                  </a:lnTo>
                  <a:lnTo>
                    <a:pt x="38188" y="164871"/>
                  </a:lnTo>
                  <a:lnTo>
                    <a:pt x="39712" y="163347"/>
                  </a:lnTo>
                  <a:lnTo>
                    <a:pt x="39712" y="160299"/>
                  </a:lnTo>
                  <a:lnTo>
                    <a:pt x="39712" y="157251"/>
                  </a:lnTo>
                  <a:close/>
                </a:path>
                <a:path w="986789" h="186690">
                  <a:moveTo>
                    <a:pt x="86956" y="178587"/>
                  </a:moveTo>
                  <a:lnTo>
                    <a:pt x="73240" y="178587"/>
                  </a:lnTo>
                  <a:lnTo>
                    <a:pt x="73240" y="123634"/>
                  </a:lnTo>
                  <a:lnTo>
                    <a:pt x="53428" y="123634"/>
                  </a:lnTo>
                  <a:lnTo>
                    <a:pt x="53428" y="129730"/>
                  </a:lnTo>
                  <a:lnTo>
                    <a:pt x="65620" y="129730"/>
                  </a:lnTo>
                  <a:lnTo>
                    <a:pt x="65620" y="178587"/>
                  </a:lnTo>
                  <a:lnTo>
                    <a:pt x="51904" y="178587"/>
                  </a:lnTo>
                  <a:lnTo>
                    <a:pt x="51904" y="184683"/>
                  </a:lnTo>
                  <a:lnTo>
                    <a:pt x="86956" y="184683"/>
                  </a:lnTo>
                  <a:lnTo>
                    <a:pt x="86956" y="178587"/>
                  </a:lnTo>
                  <a:close/>
                </a:path>
                <a:path w="986789" h="186690">
                  <a:moveTo>
                    <a:pt x="134302" y="169443"/>
                  </a:moveTo>
                  <a:lnTo>
                    <a:pt x="132778" y="167919"/>
                  </a:lnTo>
                  <a:lnTo>
                    <a:pt x="132778" y="166395"/>
                  </a:lnTo>
                  <a:lnTo>
                    <a:pt x="131254" y="164871"/>
                  </a:lnTo>
                  <a:lnTo>
                    <a:pt x="129730" y="164871"/>
                  </a:lnTo>
                  <a:lnTo>
                    <a:pt x="128206" y="163347"/>
                  </a:lnTo>
                  <a:lnTo>
                    <a:pt x="126682" y="163347"/>
                  </a:lnTo>
                  <a:lnTo>
                    <a:pt x="125158" y="161823"/>
                  </a:lnTo>
                  <a:lnTo>
                    <a:pt x="123634" y="161823"/>
                  </a:lnTo>
                  <a:lnTo>
                    <a:pt x="120586" y="160299"/>
                  </a:lnTo>
                  <a:lnTo>
                    <a:pt x="117538" y="160299"/>
                  </a:lnTo>
                  <a:lnTo>
                    <a:pt x="116014" y="158775"/>
                  </a:lnTo>
                  <a:lnTo>
                    <a:pt x="114490" y="158775"/>
                  </a:lnTo>
                  <a:lnTo>
                    <a:pt x="112966" y="157251"/>
                  </a:lnTo>
                  <a:lnTo>
                    <a:pt x="111442" y="157251"/>
                  </a:lnTo>
                  <a:lnTo>
                    <a:pt x="109918" y="155727"/>
                  </a:lnTo>
                  <a:lnTo>
                    <a:pt x="109918" y="154203"/>
                  </a:lnTo>
                  <a:lnTo>
                    <a:pt x="108394" y="154203"/>
                  </a:lnTo>
                  <a:lnTo>
                    <a:pt x="108394" y="152679"/>
                  </a:lnTo>
                  <a:lnTo>
                    <a:pt x="109918" y="151155"/>
                  </a:lnTo>
                  <a:lnTo>
                    <a:pt x="109918" y="149631"/>
                  </a:lnTo>
                  <a:lnTo>
                    <a:pt x="111442" y="148107"/>
                  </a:lnTo>
                  <a:lnTo>
                    <a:pt x="114490" y="148107"/>
                  </a:lnTo>
                  <a:lnTo>
                    <a:pt x="116014" y="146481"/>
                  </a:lnTo>
                  <a:lnTo>
                    <a:pt x="122110" y="146481"/>
                  </a:lnTo>
                  <a:lnTo>
                    <a:pt x="125158" y="148107"/>
                  </a:lnTo>
                  <a:lnTo>
                    <a:pt x="131254" y="148107"/>
                  </a:lnTo>
                  <a:lnTo>
                    <a:pt x="131254" y="146481"/>
                  </a:lnTo>
                  <a:lnTo>
                    <a:pt x="131254" y="141909"/>
                  </a:lnTo>
                  <a:lnTo>
                    <a:pt x="126682" y="141909"/>
                  </a:lnTo>
                  <a:lnTo>
                    <a:pt x="125158" y="140385"/>
                  </a:lnTo>
                  <a:lnTo>
                    <a:pt x="112966" y="140385"/>
                  </a:lnTo>
                  <a:lnTo>
                    <a:pt x="109918" y="141909"/>
                  </a:lnTo>
                  <a:lnTo>
                    <a:pt x="108394" y="143433"/>
                  </a:lnTo>
                  <a:lnTo>
                    <a:pt x="106870" y="143433"/>
                  </a:lnTo>
                  <a:lnTo>
                    <a:pt x="103822" y="146481"/>
                  </a:lnTo>
                  <a:lnTo>
                    <a:pt x="102298" y="148107"/>
                  </a:lnTo>
                  <a:lnTo>
                    <a:pt x="102298" y="151155"/>
                  </a:lnTo>
                  <a:lnTo>
                    <a:pt x="100774" y="152679"/>
                  </a:lnTo>
                  <a:lnTo>
                    <a:pt x="100774" y="155727"/>
                  </a:lnTo>
                  <a:lnTo>
                    <a:pt x="102298" y="157251"/>
                  </a:lnTo>
                  <a:lnTo>
                    <a:pt x="102298" y="158775"/>
                  </a:lnTo>
                  <a:lnTo>
                    <a:pt x="103822" y="158775"/>
                  </a:lnTo>
                  <a:lnTo>
                    <a:pt x="103822" y="160299"/>
                  </a:lnTo>
                  <a:lnTo>
                    <a:pt x="106870" y="163347"/>
                  </a:lnTo>
                  <a:lnTo>
                    <a:pt x="108394" y="163347"/>
                  </a:lnTo>
                  <a:lnTo>
                    <a:pt x="109918" y="164871"/>
                  </a:lnTo>
                  <a:lnTo>
                    <a:pt x="112966" y="164871"/>
                  </a:lnTo>
                  <a:lnTo>
                    <a:pt x="114490" y="166395"/>
                  </a:lnTo>
                  <a:lnTo>
                    <a:pt x="117538" y="166395"/>
                  </a:lnTo>
                  <a:lnTo>
                    <a:pt x="119062" y="167919"/>
                  </a:lnTo>
                  <a:lnTo>
                    <a:pt x="120586" y="167919"/>
                  </a:lnTo>
                  <a:lnTo>
                    <a:pt x="122110" y="169443"/>
                  </a:lnTo>
                  <a:lnTo>
                    <a:pt x="125158" y="169443"/>
                  </a:lnTo>
                  <a:lnTo>
                    <a:pt x="125158" y="170967"/>
                  </a:lnTo>
                  <a:lnTo>
                    <a:pt x="126682" y="170967"/>
                  </a:lnTo>
                  <a:lnTo>
                    <a:pt x="126682" y="175539"/>
                  </a:lnTo>
                  <a:lnTo>
                    <a:pt x="123634" y="178587"/>
                  </a:lnTo>
                  <a:lnTo>
                    <a:pt x="122110" y="178587"/>
                  </a:lnTo>
                  <a:lnTo>
                    <a:pt x="119062" y="180111"/>
                  </a:lnTo>
                  <a:lnTo>
                    <a:pt x="111442" y="180111"/>
                  </a:lnTo>
                  <a:lnTo>
                    <a:pt x="108394" y="178587"/>
                  </a:lnTo>
                  <a:lnTo>
                    <a:pt x="103822" y="178587"/>
                  </a:lnTo>
                  <a:lnTo>
                    <a:pt x="100774" y="177063"/>
                  </a:lnTo>
                  <a:lnTo>
                    <a:pt x="100774" y="184683"/>
                  </a:lnTo>
                  <a:lnTo>
                    <a:pt x="105346" y="184683"/>
                  </a:lnTo>
                  <a:lnTo>
                    <a:pt x="108394" y="186207"/>
                  </a:lnTo>
                  <a:lnTo>
                    <a:pt x="122110" y="186207"/>
                  </a:lnTo>
                  <a:lnTo>
                    <a:pt x="123634" y="184683"/>
                  </a:lnTo>
                  <a:lnTo>
                    <a:pt x="126682" y="184683"/>
                  </a:lnTo>
                  <a:lnTo>
                    <a:pt x="126682" y="183159"/>
                  </a:lnTo>
                  <a:lnTo>
                    <a:pt x="128206" y="183159"/>
                  </a:lnTo>
                  <a:lnTo>
                    <a:pt x="129730" y="181635"/>
                  </a:lnTo>
                  <a:lnTo>
                    <a:pt x="131254" y="181635"/>
                  </a:lnTo>
                  <a:lnTo>
                    <a:pt x="131254" y="180111"/>
                  </a:lnTo>
                  <a:lnTo>
                    <a:pt x="132778" y="180111"/>
                  </a:lnTo>
                  <a:lnTo>
                    <a:pt x="132778" y="178587"/>
                  </a:lnTo>
                  <a:lnTo>
                    <a:pt x="134302" y="177063"/>
                  </a:lnTo>
                  <a:lnTo>
                    <a:pt x="134302" y="169443"/>
                  </a:lnTo>
                  <a:close/>
                </a:path>
                <a:path w="986789" h="186690">
                  <a:moveTo>
                    <a:pt x="186207" y="157251"/>
                  </a:moveTo>
                  <a:lnTo>
                    <a:pt x="184683" y="155727"/>
                  </a:lnTo>
                  <a:lnTo>
                    <a:pt x="184683" y="152679"/>
                  </a:lnTo>
                  <a:lnTo>
                    <a:pt x="183070" y="149631"/>
                  </a:lnTo>
                  <a:lnTo>
                    <a:pt x="180022" y="146583"/>
                  </a:lnTo>
                  <a:lnTo>
                    <a:pt x="178498" y="145059"/>
                  </a:lnTo>
                  <a:lnTo>
                    <a:pt x="178498" y="158775"/>
                  </a:lnTo>
                  <a:lnTo>
                    <a:pt x="176974" y="160299"/>
                  </a:lnTo>
                  <a:lnTo>
                    <a:pt x="154114" y="160299"/>
                  </a:lnTo>
                  <a:lnTo>
                    <a:pt x="155638" y="158775"/>
                  </a:lnTo>
                  <a:lnTo>
                    <a:pt x="155638" y="154203"/>
                  </a:lnTo>
                  <a:lnTo>
                    <a:pt x="157162" y="152679"/>
                  </a:lnTo>
                  <a:lnTo>
                    <a:pt x="157162" y="151155"/>
                  </a:lnTo>
                  <a:lnTo>
                    <a:pt x="158686" y="151155"/>
                  </a:lnTo>
                  <a:lnTo>
                    <a:pt x="158686" y="149631"/>
                  </a:lnTo>
                  <a:lnTo>
                    <a:pt x="160210" y="148107"/>
                  </a:lnTo>
                  <a:lnTo>
                    <a:pt x="161734" y="148107"/>
                  </a:lnTo>
                  <a:lnTo>
                    <a:pt x="163258" y="146583"/>
                  </a:lnTo>
                  <a:lnTo>
                    <a:pt x="169354" y="146583"/>
                  </a:lnTo>
                  <a:lnTo>
                    <a:pt x="170878" y="148107"/>
                  </a:lnTo>
                  <a:lnTo>
                    <a:pt x="172402" y="148107"/>
                  </a:lnTo>
                  <a:lnTo>
                    <a:pt x="176974" y="152679"/>
                  </a:lnTo>
                  <a:lnTo>
                    <a:pt x="176974" y="155727"/>
                  </a:lnTo>
                  <a:lnTo>
                    <a:pt x="178498" y="158775"/>
                  </a:lnTo>
                  <a:lnTo>
                    <a:pt x="178498" y="145059"/>
                  </a:lnTo>
                  <a:lnTo>
                    <a:pt x="175450" y="142011"/>
                  </a:lnTo>
                  <a:lnTo>
                    <a:pt x="172402" y="142011"/>
                  </a:lnTo>
                  <a:lnTo>
                    <a:pt x="169354" y="140487"/>
                  </a:lnTo>
                  <a:lnTo>
                    <a:pt x="163258" y="140487"/>
                  </a:lnTo>
                  <a:lnTo>
                    <a:pt x="160210" y="142011"/>
                  </a:lnTo>
                  <a:lnTo>
                    <a:pt x="158686" y="142011"/>
                  </a:lnTo>
                  <a:lnTo>
                    <a:pt x="155638" y="143535"/>
                  </a:lnTo>
                  <a:lnTo>
                    <a:pt x="154114" y="145059"/>
                  </a:lnTo>
                  <a:lnTo>
                    <a:pt x="152590" y="148107"/>
                  </a:lnTo>
                  <a:lnTo>
                    <a:pt x="151066" y="149631"/>
                  </a:lnTo>
                  <a:lnTo>
                    <a:pt x="149542" y="152679"/>
                  </a:lnTo>
                  <a:lnTo>
                    <a:pt x="148018" y="154203"/>
                  </a:lnTo>
                  <a:lnTo>
                    <a:pt x="148018" y="157251"/>
                  </a:lnTo>
                  <a:lnTo>
                    <a:pt x="146494" y="160299"/>
                  </a:lnTo>
                  <a:lnTo>
                    <a:pt x="146494" y="166395"/>
                  </a:lnTo>
                  <a:lnTo>
                    <a:pt x="148018" y="169443"/>
                  </a:lnTo>
                  <a:lnTo>
                    <a:pt x="148018" y="172593"/>
                  </a:lnTo>
                  <a:lnTo>
                    <a:pt x="149542" y="175641"/>
                  </a:lnTo>
                  <a:lnTo>
                    <a:pt x="149542" y="178689"/>
                  </a:lnTo>
                  <a:lnTo>
                    <a:pt x="152590" y="180213"/>
                  </a:lnTo>
                  <a:lnTo>
                    <a:pt x="155638" y="183261"/>
                  </a:lnTo>
                  <a:lnTo>
                    <a:pt x="161734" y="186309"/>
                  </a:lnTo>
                  <a:lnTo>
                    <a:pt x="173926" y="186309"/>
                  </a:lnTo>
                  <a:lnTo>
                    <a:pt x="176974" y="184785"/>
                  </a:lnTo>
                  <a:lnTo>
                    <a:pt x="183070" y="184785"/>
                  </a:lnTo>
                  <a:lnTo>
                    <a:pt x="183070" y="180213"/>
                  </a:lnTo>
                  <a:lnTo>
                    <a:pt x="183070" y="177165"/>
                  </a:lnTo>
                  <a:lnTo>
                    <a:pt x="181546" y="178689"/>
                  </a:lnTo>
                  <a:lnTo>
                    <a:pt x="175450" y="178689"/>
                  </a:lnTo>
                  <a:lnTo>
                    <a:pt x="173926" y="180213"/>
                  </a:lnTo>
                  <a:lnTo>
                    <a:pt x="164782" y="180213"/>
                  </a:lnTo>
                  <a:lnTo>
                    <a:pt x="160210" y="178689"/>
                  </a:lnTo>
                  <a:lnTo>
                    <a:pt x="158686" y="175641"/>
                  </a:lnTo>
                  <a:lnTo>
                    <a:pt x="155638" y="174117"/>
                  </a:lnTo>
                  <a:lnTo>
                    <a:pt x="154114" y="171069"/>
                  </a:lnTo>
                  <a:lnTo>
                    <a:pt x="154114" y="166395"/>
                  </a:lnTo>
                  <a:lnTo>
                    <a:pt x="184683" y="166395"/>
                  </a:lnTo>
                  <a:lnTo>
                    <a:pt x="186207" y="164871"/>
                  </a:lnTo>
                  <a:lnTo>
                    <a:pt x="186207" y="160299"/>
                  </a:lnTo>
                  <a:lnTo>
                    <a:pt x="186207" y="157251"/>
                  </a:lnTo>
                  <a:close/>
                </a:path>
                <a:path w="986789" h="186690">
                  <a:moveTo>
                    <a:pt x="222885" y="178587"/>
                  </a:moveTo>
                  <a:lnTo>
                    <a:pt x="221361" y="177063"/>
                  </a:lnTo>
                  <a:lnTo>
                    <a:pt x="221361" y="175539"/>
                  </a:lnTo>
                  <a:lnTo>
                    <a:pt x="219837" y="173926"/>
                  </a:lnTo>
                  <a:lnTo>
                    <a:pt x="218313" y="173926"/>
                  </a:lnTo>
                  <a:lnTo>
                    <a:pt x="218313" y="172402"/>
                  </a:lnTo>
                  <a:lnTo>
                    <a:pt x="212217" y="172402"/>
                  </a:lnTo>
                  <a:lnTo>
                    <a:pt x="212217" y="173926"/>
                  </a:lnTo>
                  <a:lnTo>
                    <a:pt x="210693" y="173926"/>
                  </a:lnTo>
                  <a:lnTo>
                    <a:pt x="210693" y="175539"/>
                  </a:lnTo>
                  <a:lnTo>
                    <a:pt x="209169" y="175539"/>
                  </a:lnTo>
                  <a:lnTo>
                    <a:pt x="209169" y="183159"/>
                  </a:lnTo>
                  <a:lnTo>
                    <a:pt x="210693" y="183159"/>
                  </a:lnTo>
                  <a:lnTo>
                    <a:pt x="210693" y="184683"/>
                  </a:lnTo>
                  <a:lnTo>
                    <a:pt x="212217" y="184683"/>
                  </a:lnTo>
                  <a:lnTo>
                    <a:pt x="212217" y="186207"/>
                  </a:lnTo>
                  <a:lnTo>
                    <a:pt x="218313" y="186207"/>
                  </a:lnTo>
                  <a:lnTo>
                    <a:pt x="218313" y="184683"/>
                  </a:lnTo>
                  <a:lnTo>
                    <a:pt x="219837" y="184683"/>
                  </a:lnTo>
                  <a:lnTo>
                    <a:pt x="221361" y="183159"/>
                  </a:lnTo>
                  <a:lnTo>
                    <a:pt x="221361" y="181635"/>
                  </a:lnTo>
                  <a:lnTo>
                    <a:pt x="222885" y="180111"/>
                  </a:lnTo>
                  <a:lnTo>
                    <a:pt x="222885" y="178587"/>
                  </a:lnTo>
                  <a:close/>
                </a:path>
                <a:path w="986789" h="186690">
                  <a:moveTo>
                    <a:pt x="222885" y="146494"/>
                  </a:moveTo>
                  <a:lnTo>
                    <a:pt x="221361" y="144970"/>
                  </a:lnTo>
                  <a:lnTo>
                    <a:pt x="221361" y="143446"/>
                  </a:lnTo>
                  <a:lnTo>
                    <a:pt x="219837" y="143446"/>
                  </a:lnTo>
                  <a:lnTo>
                    <a:pt x="219837" y="141922"/>
                  </a:lnTo>
                  <a:lnTo>
                    <a:pt x="218313" y="141922"/>
                  </a:lnTo>
                  <a:lnTo>
                    <a:pt x="216789" y="140398"/>
                  </a:lnTo>
                  <a:lnTo>
                    <a:pt x="213741" y="140398"/>
                  </a:lnTo>
                  <a:lnTo>
                    <a:pt x="212217" y="141922"/>
                  </a:lnTo>
                  <a:lnTo>
                    <a:pt x="210693" y="141922"/>
                  </a:lnTo>
                  <a:lnTo>
                    <a:pt x="210693" y="143446"/>
                  </a:lnTo>
                  <a:lnTo>
                    <a:pt x="209169" y="143446"/>
                  </a:lnTo>
                  <a:lnTo>
                    <a:pt x="209169" y="151066"/>
                  </a:lnTo>
                  <a:lnTo>
                    <a:pt x="210693" y="151066"/>
                  </a:lnTo>
                  <a:lnTo>
                    <a:pt x="210693" y="152590"/>
                  </a:lnTo>
                  <a:lnTo>
                    <a:pt x="212217" y="152590"/>
                  </a:lnTo>
                  <a:lnTo>
                    <a:pt x="212217" y="154114"/>
                  </a:lnTo>
                  <a:lnTo>
                    <a:pt x="218313" y="154114"/>
                  </a:lnTo>
                  <a:lnTo>
                    <a:pt x="218313" y="152590"/>
                  </a:lnTo>
                  <a:lnTo>
                    <a:pt x="219837" y="152590"/>
                  </a:lnTo>
                  <a:lnTo>
                    <a:pt x="221361" y="151066"/>
                  </a:lnTo>
                  <a:lnTo>
                    <a:pt x="221361" y="149542"/>
                  </a:lnTo>
                  <a:lnTo>
                    <a:pt x="222885" y="148018"/>
                  </a:lnTo>
                  <a:lnTo>
                    <a:pt x="222885" y="146494"/>
                  </a:lnTo>
                  <a:close/>
                </a:path>
                <a:path w="986789" h="186690">
                  <a:moveTo>
                    <a:pt x="752665" y="7620"/>
                  </a:moveTo>
                  <a:lnTo>
                    <a:pt x="745045" y="7620"/>
                  </a:lnTo>
                  <a:lnTo>
                    <a:pt x="743521" y="48856"/>
                  </a:lnTo>
                  <a:lnTo>
                    <a:pt x="741997" y="56476"/>
                  </a:lnTo>
                  <a:lnTo>
                    <a:pt x="740473" y="48856"/>
                  </a:lnTo>
                  <a:lnTo>
                    <a:pt x="732853" y="27520"/>
                  </a:lnTo>
                  <a:lnTo>
                    <a:pt x="726668" y="27520"/>
                  </a:lnTo>
                  <a:lnTo>
                    <a:pt x="720572" y="47332"/>
                  </a:lnTo>
                  <a:lnTo>
                    <a:pt x="717524" y="56476"/>
                  </a:lnTo>
                  <a:lnTo>
                    <a:pt x="716000" y="45808"/>
                  </a:lnTo>
                  <a:lnTo>
                    <a:pt x="714476" y="7620"/>
                  </a:lnTo>
                  <a:lnTo>
                    <a:pt x="706856" y="7620"/>
                  </a:lnTo>
                  <a:lnTo>
                    <a:pt x="711428" y="64096"/>
                  </a:lnTo>
                  <a:lnTo>
                    <a:pt x="720572" y="64096"/>
                  </a:lnTo>
                  <a:lnTo>
                    <a:pt x="726668" y="44284"/>
                  </a:lnTo>
                  <a:lnTo>
                    <a:pt x="729805" y="38188"/>
                  </a:lnTo>
                  <a:lnTo>
                    <a:pt x="731329" y="44284"/>
                  </a:lnTo>
                  <a:lnTo>
                    <a:pt x="737425" y="64096"/>
                  </a:lnTo>
                  <a:lnTo>
                    <a:pt x="748093" y="64096"/>
                  </a:lnTo>
                  <a:lnTo>
                    <a:pt x="752665" y="7620"/>
                  </a:lnTo>
                  <a:close/>
                </a:path>
                <a:path w="986789" h="186690">
                  <a:moveTo>
                    <a:pt x="798474" y="36664"/>
                  </a:moveTo>
                  <a:lnTo>
                    <a:pt x="796950" y="33616"/>
                  </a:lnTo>
                  <a:lnTo>
                    <a:pt x="796950" y="32092"/>
                  </a:lnTo>
                  <a:lnTo>
                    <a:pt x="795426" y="29044"/>
                  </a:lnTo>
                  <a:lnTo>
                    <a:pt x="792378" y="25996"/>
                  </a:lnTo>
                  <a:lnTo>
                    <a:pt x="790854" y="24472"/>
                  </a:lnTo>
                  <a:lnTo>
                    <a:pt x="789330" y="22847"/>
                  </a:lnTo>
                  <a:lnTo>
                    <a:pt x="789330" y="32092"/>
                  </a:lnTo>
                  <a:lnTo>
                    <a:pt x="789330" y="39712"/>
                  </a:lnTo>
                  <a:lnTo>
                    <a:pt x="766381" y="39712"/>
                  </a:lnTo>
                  <a:lnTo>
                    <a:pt x="766381" y="36664"/>
                  </a:lnTo>
                  <a:lnTo>
                    <a:pt x="767905" y="35140"/>
                  </a:lnTo>
                  <a:lnTo>
                    <a:pt x="767905" y="32092"/>
                  </a:lnTo>
                  <a:lnTo>
                    <a:pt x="772477" y="27520"/>
                  </a:lnTo>
                  <a:lnTo>
                    <a:pt x="774001" y="27520"/>
                  </a:lnTo>
                  <a:lnTo>
                    <a:pt x="775525" y="25996"/>
                  </a:lnTo>
                  <a:lnTo>
                    <a:pt x="781621" y="25996"/>
                  </a:lnTo>
                  <a:lnTo>
                    <a:pt x="783234" y="27520"/>
                  </a:lnTo>
                  <a:lnTo>
                    <a:pt x="784758" y="27520"/>
                  </a:lnTo>
                  <a:lnTo>
                    <a:pt x="786282" y="29044"/>
                  </a:lnTo>
                  <a:lnTo>
                    <a:pt x="787806" y="29044"/>
                  </a:lnTo>
                  <a:lnTo>
                    <a:pt x="787806" y="30568"/>
                  </a:lnTo>
                  <a:lnTo>
                    <a:pt x="789330" y="32092"/>
                  </a:lnTo>
                  <a:lnTo>
                    <a:pt x="789330" y="22847"/>
                  </a:lnTo>
                  <a:lnTo>
                    <a:pt x="786282" y="21323"/>
                  </a:lnTo>
                  <a:lnTo>
                    <a:pt x="784758" y="19799"/>
                  </a:lnTo>
                  <a:lnTo>
                    <a:pt x="772477" y="19799"/>
                  </a:lnTo>
                  <a:lnTo>
                    <a:pt x="770953" y="21323"/>
                  </a:lnTo>
                  <a:lnTo>
                    <a:pt x="767905" y="22847"/>
                  </a:lnTo>
                  <a:lnTo>
                    <a:pt x="766381" y="24472"/>
                  </a:lnTo>
                  <a:lnTo>
                    <a:pt x="761809" y="29044"/>
                  </a:lnTo>
                  <a:lnTo>
                    <a:pt x="761809" y="30568"/>
                  </a:lnTo>
                  <a:lnTo>
                    <a:pt x="758761" y="36664"/>
                  </a:lnTo>
                  <a:lnTo>
                    <a:pt x="758761" y="48856"/>
                  </a:lnTo>
                  <a:lnTo>
                    <a:pt x="760285" y="51904"/>
                  </a:lnTo>
                  <a:lnTo>
                    <a:pt x="760285" y="54952"/>
                  </a:lnTo>
                  <a:lnTo>
                    <a:pt x="761809" y="58000"/>
                  </a:lnTo>
                  <a:lnTo>
                    <a:pt x="763333" y="59524"/>
                  </a:lnTo>
                  <a:lnTo>
                    <a:pt x="766381" y="61048"/>
                  </a:lnTo>
                  <a:lnTo>
                    <a:pt x="767905" y="62572"/>
                  </a:lnTo>
                  <a:lnTo>
                    <a:pt x="770953" y="64096"/>
                  </a:lnTo>
                  <a:lnTo>
                    <a:pt x="774001" y="64096"/>
                  </a:lnTo>
                  <a:lnTo>
                    <a:pt x="777049" y="65620"/>
                  </a:lnTo>
                  <a:lnTo>
                    <a:pt x="786282" y="65620"/>
                  </a:lnTo>
                  <a:lnTo>
                    <a:pt x="787806" y="64096"/>
                  </a:lnTo>
                  <a:lnTo>
                    <a:pt x="793902" y="64096"/>
                  </a:lnTo>
                  <a:lnTo>
                    <a:pt x="795426" y="62572"/>
                  </a:lnTo>
                  <a:lnTo>
                    <a:pt x="795426" y="59524"/>
                  </a:lnTo>
                  <a:lnTo>
                    <a:pt x="795426" y="56476"/>
                  </a:lnTo>
                  <a:lnTo>
                    <a:pt x="793902" y="56476"/>
                  </a:lnTo>
                  <a:lnTo>
                    <a:pt x="793902" y="58000"/>
                  </a:lnTo>
                  <a:lnTo>
                    <a:pt x="784758" y="58000"/>
                  </a:lnTo>
                  <a:lnTo>
                    <a:pt x="784758" y="59524"/>
                  </a:lnTo>
                  <a:lnTo>
                    <a:pt x="777049" y="59524"/>
                  </a:lnTo>
                  <a:lnTo>
                    <a:pt x="772477" y="58000"/>
                  </a:lnTo>
                  <a:lnTo>
                    <a:pt x="770953" y="54952"/>
                  </a:lnTo>
                  <a:lnTo>
                    <a:pt x="767905" y="53428"/>
                  </a:lnTo>
                  <a:lnTo>
                    <a:pt x="766381" y="48856"/>
                  </a:lnTo>
                  <a:lnTo>
                    <a:pt x="766381" y="44284"/>
                  </a:lnTo>
                  <a:lnTo>
                    <a:pt x="796950" y="44284"/>
                  </a:lnTo>
                  <a:lnTo>
                    <a:pt x="796950" y="42760"/>
                  </a:lnTo>
                  <a:lnTo>
                    <a:pt x="798474" y="42760"/>
                  </a:lnTo>
                  <a:lnTo>
                    <a:pt x="798474" y="39712"/>
                  </a:lnTo>
                  <a:lnTo>
                    <a:pt x="798474" y="36664"/>
                  </a:lnTo>
                  <a:close/>
                </a:path>
                <a:path w="986789" h="186690">
                  <a:moveTo>
                    <a:pt x="847344" y="36664"/>
                  </a:moveTo>
                  <a:lnTo>
                    <a:pt x="845820" y="33616"/>
                  </a:lnTo>
                  <a:lnTo>
                    <a:pt x="845820" y="32092"/>
                  </a:lnTo>
                  <a:lnTo>
                    <a:pt x="844296" y="29044"/>
                  </a:lnTo>
                  <a:lnTo>
                    <a:pt x="841248" y="25996"/>
                  </a:lnTo>
                  <a:lnTo>
                    <a:pt x="839724" y="24472"/>
                  </a:lnTo>
                  <a:lnTo>
                    <a:pt x="838200" y="22847"/>
                  </a:lnTo>
                  <a:lnTo>
                    <a:pt x="838200" y="32092"/>
                  </a:lnTo>
                  <a:lnTo>
                    <a:pt x="838200" y="39712"/>
                  </a:lnTo>
                  <a:lnTo>
                    <a:pt x="815251" y="39712"/>
                  </a:lnTo>
                  <a:lnTo>
                    <a:pt x="815251" y="36664"/>
                  </a:lnTo>
                  <a:lnTo>
                    <a:pt x="816775" y="35140"/>
                  </a:lnTo>
                  <a:lnTo>
                    <a:pt x="816775" y="32092"/>
                  </a:lnTo>
                  <a:lnTo>
                    <a:pt x="821347" y="27520"/>
                  </a:lnTo>
                  <a:lnTo>
                    <a:pt x="822871" y="27520"/>
                  </a:lnTo>
                  <a:lnTo>
                    <a:pt x="824395" y="25996"/>
                  </a:lnTo>
                  <a:lnTo>
                    <a:pt x="830491" y="25996"/>
                  </a:lnTo>
                  <a:lnTo>
                    <a:pt x="832015" y="27520"/>
                  </a:lnTo>
                  <a:lnTo>
                    <a:pt x="833539" y="27520"/>
                  </a:lnTo>
                  <a:lnTo>
                    <a:pt x="835063" y="29044"/>
                  </a:lnTo>
                  <a:lnTo>
                    <a:pt x="836676" y="29044"/>
                  </a:lnTo>
                  <a:lnTo>
                    <a:pt x="836676" y="30568"/>
                  </a:lnTo>
                  <a:lnTo>
                    <a:pt x="838200" y="32092"/>
                  </a:lnTo>
                  <a:lnTo>
                    <a:pt x="838200" y="22847"/>
                  </a:lnTo>
                  <a:lnTo>
                    <a:pt x="835063" y="21323"/>
                  </a:lnTo>
                  <a:lnTo>
                    <a:pt x="833539" y="19799"/>
                  </a:lnTo>
                  <a:lnTo>
                    <a:pt x="821347" y="19799"/>
                  </a:lnTo>
                  <a:lnTo>
                    <a:pt x="819823" y="21323"/>
                  </a:lnTo>
                  <a:lnTo>
                    <a:pt x="816775" y="22847"/>
                  </a:lnTo>
                  <a:lnTo>
                    <a:pt x="815251" y="24472"/>
                  </a:lnTo>
                  <a:lnTo>
                    <a:pt x="810679" y="29044"/>
                  </a:lnTo>
                  <a:lnTo>
                    <a:pt x="810679" y="30568"/>
                  </a:lnTo>
                  <a:lnTo>
                    <a:pt x="807631" y="36664"/>
                  </a:lnTo>
                  <a:lnTo>
                    <a:pt x="807631" y="48856"/>
                  </a:lnTo>
                  <a:lnTo>
                    <a:pt x="810679" y="54952"/>
                  </a:lnTo>
                  <a:lnTo>
                    <a:pt x="810679" y="58000"/>
                  </a:lnTo>
                  <a:lnTo>
                    <a:pt x="812203" y="59524"/>
                  </a:lnTo>
                  <a:lnTo>
                    <a:pt x="815251" y="61048"/>
                  </a:lnTo>
                  <a:lnTo>
                    <a:pt x="816775" y="62572"/>
                  </a:lnTo>
                  <a:lnTo>
                    <a:pt x="819823" y="64096"/>
                  </a:lnTo>
                  <a:lnTo>
                    <a:pt x="822871" y="64096"/>
                  </a:lnTo>
                  <a:lnTo>
                    <a:pt x="825919" y="65620"/>
                  </a:lnTo>
                  <a:lnTo>
                    <a:pt x="835063" y="65620"/>
                  </a:lnTo>
                  <a:lnTo>
                    <a:pt x="836676" y="64096"/>
                  </a:lnTo>
                  <a:lnTo>
                    <a:pt x="842772" y="64096"/>
                  </a:lnTo>
                  <a:lnTo>
                    <a:pt x="844296" y="62572"/>
                  </a:lnTo>
                  <a:lnTo>
                    <a:pt x="844296" y="59524"/>
                  </a:lnTo>
                  <a:lnTo>
                    <a:pt x="844296" y="56476"/>
                  </a:lnTo>
                  <a:lnTo>
                    <a:pt x="842772" y="56476"/>
                  </a:lnTo>
                  <a:lnTo>
                    <a:pt x="842772" y="58000"/>
                  </a:lnTo>
                  <a:lnTo>
                    <a:pt x="833539" y="58000"/>
                  </a:lnTo>
                  <a:lnTo>
                    <a:pt x="833539" y="59524"/>
                  </a:lnTo>
                  <a:lnTo>
                    <a:pt x="825919" y="59524"/>
                  </a:lnTo>
                  <a:lnTo>
                    <a:pt x="821347" y="58000"/>
                  </a:lnTo>
                  <a:lnTo>
                    <a:pt x="819823" y="54952"/>
                  </a:lnTo>
                  <a:lnTo>
                    <a:pt x="816775" y="53428"/>
                  </a:lnTo>
                  <a:lnTo>
                    <a:pt x="815251" y="48856"/>
                  </a:lnTo>
                  <a:lnTo>
                    <a:pt x="815251" y="44284"/>
                  </a:lnTo>
                  <a:lnTo>
                    <a:pt x="845820" y="44284"/>
                  </a:lnTo>
                  <a:lnTo>
                    <a:pt x="847344" y="42760"/>
                  </a:lnTo>
                  <a:lnTo>
                    <a:pt x="847344" y="39712"/>
                  </a:lnTo>
                  <a:lnTo>
                    <a:pt x="847344" y="36664"/>
                  </a:lnTo>
                  <a:close/>
                </a:path>
                <a:path w="986789" h="186690">
                  <a:moveTo>
                    <a:pt x="893152" y="3048"/>
                  </a:moveTo>
                  <a:lnTo>
                    <a:pt x="885444" y="3048"/>
                  </a:lnTo>
                  <a:lnTo>
                    <a:pt x="885444" y="21336"/>
                  </a:lnTo>
                  <a:lnTo>
                    <a:pt x="885444" y="27520"/>
                  </a:lnTo>
                  <a:lnTo>
                    <a:pt x="885444" y="48856"/>
                  </a:lnTo>
                  <a:lnTo>
                    <a:pt x="883920" y="51904"/>
                  </a:lnTo>
                  <a:lnTo>
                    <a:pt x="879348" y="56476"/>
                  </a:lnTo>
                  <a:lnTo>
                    <a:pt x="876300" y="58000"/>
                  </a:lnTo>
                  <a:lnTo>
                    <a:pt x="868680" y="58000"/>
                  </a:lnTo>
                  <a:lnTo>
                    <a:pt x="864108" y="48856"/>
                  </a:lnTo>
                  <a:lnTo>
                    <a:pt x="864108" y="36664"/>
                  </a:lnTo>
                  <a:lnTo>
                    <a:pt x="867156" y="30568"/>
                  </a:lnTo>
                  <a:lnTo>
                    <a:pt x="870204" y="27520"/>
                  </a:lnTo>
                  <a:lnTo>
                    <a:pt x="873252" y="25996"/>
                  </a:lnTo>
                  <a:lnTo>
                    <a:pt x="880872" y="25996"/>
                  </a:lnTo>
                  <a:lnTo>
                    <a:pt x="882396" y="27520"/>
                  </a:lnTo>
                  <a:lnTo>
                    <a:pt x="885444" y="27520"/>
                  </a:lnTo>
                  <a:lnTo>
                    <a:pt x="885444" y="21336"/>
                  </a:lnTo>
                  <a:lnTo>
                    <a:pt x="883920" y="21336"/>
                  </a:lnTo>
                  <a:lnTo>
                    <a:pt x="882396" y="19812"/>
                  </a:lnTo>
                  <a:lnTo>
                    <a:pt x="874776" y="19812"/>
                  </a:lnTo>
                  <a:lnTo>
                    <a:pt x="871728" y="21336"/>
                  </a:lnTo>
                  <a:lnTo>
                    <a:pt x="868680" y="21336"/>
                  </a:lnTo>
                  <a:lnTo>
                    <a:pt x="865632" y="22860"/>
                  </a:lnTo>
                  <a:lnTo>
                    <a:pt x="864108" y="24472"/>
                  </a:lnTo>
                  <a:lnTo>
                    <a:pt x="862584" y="25996"/>
                  </a:lnTo>
                  <a:lnTo>
                    <a:pt x="861060" y="29044"/>
                  </a:lnTo>
                  <a:lnTo>
                    <a:pt x="859536" y="30568"/>
                  </a:lnTo>
                  <a:lnTo>
                    <a:pt x="856488" y="36664"/>
                  </a:lnTo>
                  <a:lnTo>
                    <a:pt x="856488" y="50380"/>
                  </a:lnTo>
                  <a:lnTo>
                    <a:pt x="858012" y="51904"/>
                  </a:lnTo>
                  <a:lnTo>
                    <a:pt x="858012" y="54952"/>
                  </a:lnTo>
                  <a:lnTo>
                    <a:pt x="859536" y="58000"/>
                  </a:lnTo>
                  <a:lnTo>
                    <a:pt x="859536" y="59524"/>
                  </a:lnTo>
                  <a:lnTo>
                    <a:pt x="862584" y="62572"/>
                  </a:lnTo>
                  <a:lnTo>
                    <a:pt x="865632" y="64096"/>
                  </a:lnTo>
                  <a:lnTo>
                    <a:pt x="867156" y="64096"/>
                  </a:lnTo>
                  <a:lnTo>
                    <a:pt x="868680" y="65620"/>
                  </a:lnTo>
                  <a:lnTo>
                    <a:pt x="874776" y="65620"/>
                  </a:lnTo>
                  <a:lnTo>
                    <a:pt x="877824" y="64096"/>
                  </a:lnTo>
                  <a:lnTo>
                    <a:pt x="879348" y="62572"/>
                  </a:lnTo>
                  <a:lnTo>
                    <a:pt x="882396" y="61048"/>
                  </a:lnTo>
                  <a:lnTo>
                    <a:pt x="885444" y="58000"/>
                  </a:lnTo>
                  <a:lnTo>
                    <a:pt x="886968" y="56476"/>
                  </a:lnTo>
                  <a:lnTo>
                    <a:pt x="886968" y="64096"/>
                  </a:lnTo>
                  <a:lnTo>
                    <a:pt x="893152" y="64096"/>
                  </a:lnTo>
                  <a:lnTo>
                    <a:pt x="893152" y="56476"/>
                  </a:lnTo>
                  <a:lnTo>
                    <a:pt x="893152" y="25996"/>
                  </a:lnTo>
                  <a:lnTo>
                    <a:pt x="893152" y="3048"/>
                  </a:lnTo>
                  <a:close/>
                </a:path>
                <a:path w="986789" h="186690">
                  <a:moveTo>
                    <a:pt x="922108" y="3048"/>
                  </a:moveTo>
                  <a:lnTo>
                    <a:pt x="911440" y="3048"/>
                  </a:lnTo>
                  <a:lnTo>
                    <a:pt x="912964" y="22860"/>
                  </a:lnTo>
                  <a:lnTo>
                    <a:pt x="920584" y="22860"/>
                  </a:lnTo>
                  <a:lnTo>
                    <a:pt x="922108" y="3048"/>
                  </a:lnTo>
                  <a:close/>
                </a:path>
                <a:path w="986789" h="186690">
                  <a:moveTo>
                    <a:pt x="938872" y="3048"/>
                  </a:moveTo>
                  <a:lnTo>
                    <a:pt x="928204" y="3048"/>
                  </a:lnTo>
                  <a:lnTo>
                    <a:pt x="929728" y="22860"/>
                  </a:lnTo>
                  <a:lnTo>
                    <a:pt x="937348" y="22860"/>
                  </a:lnTo>
                  <a:lnTo>
                    <a:pt x="938872" y="3048"/>
                  </a:lnTo>
                  <a:close/>
                </a:path>
                <a:path w="986789" h="186690">
                  <a:moveTo>
                    <a:pt x="986320" y="41236"/>
                  </a:moveTo>
                  <a:lnTo>
                    <a:pt x="984935" y="30035"/>
                  </a:lnTo>
                  <a:lnTo>
                    <a:pt x="980973" y="19431"/>
                  </a:lnTo>
                  <a:lnTo>
                    <a:pt x="974699" y="9423"/>
                  </a:lnTo>
                  <a:lnTo>
                    <a:pt x="966406" y="0"/>
                  </a:lnTo>
                  <a:lnTo>
                    <a:pt x="961834" y="4572"/>
                  </a:lnTo>
                  <a:lnTo>
                    <a:pt x="968971" y="12852"/>
                  </a:lnTo>
                  <a:lnTo>
                    <a:pt x="974267" y="21717"/>
                  </a:lnTo>
                  <a:lnTo>
                    <a:pt x="977557" y="31178"/>
                  </a:lnTo>
                  <a:lnTo>
                    <a:pt x="978700" y="41236"/>
                  </a:lnTo>
                  <a:lnTo>
                    <a:pt x="978700" y="48856"/>
                  </a:lnTo>
                  <a:lnTo>
                    <a:pt x="977176" y="54952"/>
                  </a:lnTo>
                  <a:lnTo>
                    <a:pt x="970978" y="67144"/>
                  </a:lnTo>
                  <a:lnTo>
                    <a:pt x="966406" y="73240"/>
                  </a:lnTo>
                  <a:lnTo>
                    <a:pt x="961834" y="77812"/>
                  </a:lnTo>
                  <a:lnTo>
                    <a:pt x="964882" y="82384"/>
                  </a:lnTo>
                  <a:lnTo>
                    <a:pt x="969454" y="79336"/>
                  </a:lnTo>
                  <a:lnTo>
                    <a:pt x="972502" y="74764"/>
                  </a:lnTo>
                  <a:lnTo>
                    <a:pt x="978700" y="68668"/>
                  </a:lnTo>
                  <a:lnTo>
                    <a:pt x="980224" y="64096"/>
                  </a:lnTo>
                  <a:lnTo>
                    <a:pt x="983272" y="58000"/>
                  </a:lnTo>
                  <a:lnTo>
                    <a:pt x="984796" y="53428"/>
                  </a:lnTo>
                  <a:lnTo>
                    <a:pt x="984796" y="50380"/>
                  </a:lnTo>
                  <a:lnTo>
                    <a:pt x="986320" y="47332"/>
                  </a:lnTo>
                  <a:lnTo>
                    <a:pt x="986320" y="4123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6" name="object 7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410366" y="8999029"/>
              <a:ext cx="230505" cy="7934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660779" y="8995981"/>
              <a:ext cx="73660" cy="82550"/>
            </a:xfrm>
            <a:custGeom>
              <a:avLst/>
              <a:gdLst/>
              <a:ahLst/>
              <a:cxnLst/>
              <a:rect l="l" t="t" r="r" b="b"/>
              <a:pathLst>
                <a:path w="73660" h="82550">
                  <a:moveTo>
                    <a:pt x="24384" y="4572"/>
                  </a:moveTo>
                  <a:lnTo>
                    <a:pt x="19812" y="0"/>
                  </a:lnTo>
                  <a:lnTo>
                    <a:pt x="16764" y="3048"/>
                  </a:lnTo>
                  <a:lnTo>
                    <a:pt x="13716" y="7620"/>
                  </a:lnTo>
                  <a:lnTo>
                    <a:pt x="7620" y="13716"/>
                  </a:lnTo>
                  <a:lnTo>
                    <a:pt x="6096" y="18288"/>
                  </a:lnTo>
                  <a:lnTo>
                    <a:pt x="1524" y="27432"/>
                  </a:lnTo>
                  <a:lnTo>
                    <a:pt x="1524" y="32004"/>
                  </a:lnTo>
                  <a:lnTo>
                    <a:pt x="0" y="35052"/>
                  </a:lnTo>
                  <a:lnTo>
                    <a:pt x="0" y="42672"/>
                  </a:lnTo>
                  <a:lnTo>
                    <a:pt x="1155" y="52959"/>
                  </a:lnTo>
                  <a:lnTo>
                    <a:pt x="4762" y="63106"/>
                  </a:lnTo>
                  <a:lnTo>
                    <a:pt x="10922" y="72974"/>
                  </a:lnTo>
                  <a:lnTo>
                    <a:pt x="19812" y="82397"/>
                  </a:lnTo>
                  <a:lnTo>
                    <a:pt x="24384" y="77825"/>
                  </a:lnTo>
                  <a:lnTo>
                    <a:pt x="19812" y="73253"/>
                  </a:lnTo>
                  <a:lnTo>
                    <a:pt x="15240" y="67157"/>
                  </a:lnTo>
                  <a:lnTo>
                    <a:pt x="9144" y="54864"/>
                  </a:lnTo>
                  <a:lnTo>
                    <a:pt x="7620" y="48768"/>
                  </a:lnTo>
                  <a:lnTo>
                    <a:pt x="7620" y="41148"/>
                  </a:lnTo>
                  <a:lnTo>
                    <a:pt x="8737" y="31153"/>
                  </a:lnTo>
                  <a:lnTo>
                    <a:pt x="12001" y="21717"/>
                  </a:lnTo>
                  <a:lnTo>
                    <a:pt x="17259" y="12865"/>
                  </a:lnTo>
                  <a:lnTo>
                    <a:pt x="24384" y="4572"/>
                  </a:lnTo>
                  <a:close/>
                </a:path>
                <a:path w="73660" h="82550">
                  <a:moveTo>
                    <a:pt x="56375" y="3060"/>
                  </a:moveTo>
                  <a:lnTo>
                    <a:pt x="47231" y="3060"/>
                  </a:lnTo>
                  <a:lnTo>
                    <a:pt x="48755" y="24396"/>
                  </a:lnTo>
                  <a:lnTo>
                    <a:pt x="54851" y="24396"/>
                  </a:lnTo>
                  <a:lnTo>
                    <a:pt x="56375" y="3060"/>
                  </a:lnTo>
                  <a:close/>
                </a:path>
                <a:path w="73660" h="82550">
                  <a:moveTo>
                    <a:pt x="73240" y="3060"/>
                  </a:moveTo>
                  <a:lnTo>
                    <a:pt x="63995" y="3060"/>
                  </a:lnTo>
                  <a:lnTo>
                    <a:pt x="65519" y="24396"/>
                  </a:lnTo>
                  <a:lnTo>
                    <a:pt x="73240" y="24396"/>
                  </a:lnTo>
                  <a:lnTo>
                    <a:pt x="73240" y="306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78" name="object 7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763268" y="8985504"/>
              <a:ext cx="88391" cy="8839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920240" y="8999029"/>
              <a:ext cx="230504" cy="79342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173700" y="8995982"/>
              <a:ext cx="24765" cy="82550"/>
            </a:xfrm>
            <a:custGeom>
              <a:avLst/>
              <a:gdLst/>
              <a:ahLst/>
              <a:cxnLst/>
              <a:rect l="l" t="t" r="r" b="b"/>
              <a:pathLst>
                <a:path w="24764" h="82550">
                  <a:moveTo>
                    <a:pt x="3048" y="82391"/>
                  </a:moveTo>
                  <a:lnTo>
                    <a:pt x="0" y="79343"/>
                  </a:lnTo>
                  <a:lnTo>
                    <a:pt x="9144" y="67151"/>
                  </a:lnTo>
                  <a:lnTo>
                    <a:pt x="15240" y="54864"/>
                  </a:lnTo>
                  <a:lnTo>
                    <a:pt x="16764" y="48768"/>
                  </a:lnTo>
                  <a:lnTo>
                    <a:pt x="16764" y="42672"/>
                  </a:lnTo>
                  <a:lnTo>
                    <a:pt x="15644" y="31789"/>
                  </a:lnTo>
                  <a:lnTo>
                    <a:pt x="12382" y="21907"/>
                  </a:lnTo>
                  <a:lnTo>
                    <a:pt x="7119" y="12882"/>
                  </a:lnTo>
                  <a:lnTo>
                    <a:pt x="0" y="4572"/>
                  </a:lnTo>
                  <a:lnTo>
                    <a:pt x="4572" y="0"/>
                  </a:lnTo>
                  <a:lnTo>
                    <a:pt x="12811" y="9429"/>
                  </a:lnTo>
                  <a:lnTo>
                    <a:pt x="19050" y="19430"/>
                  </a:lnTo>
                  <a:lnTo>
                    <a:pt x="23002" y="30003"/>
                  </a:lnTo>
                  <a:lnTo>
                    <a:pt x="24384" y="41148"/>
                  </a:lnTo>
                  <a:lnTo>
                    <a:pt x="24384" y="47244"/>
                  </a:lnTo>
                  <a:lnTo>
                    <a:pt x="22860" y="51816"/>
                  </a:lnTo>
                  <a:lnTo>
                    <a:pt x="22860" y="54864"/>
                  </a:lnTo>
                  <a:lnTo>
                    <a:pt x="19812" y="61055"/>
                  </a:lnTo>
                  <a:lnTo>
                    <a:pt x="18288" y="65627"/>
                  </a:lnTo>
                  <a:lnTo>
                    <a:pt x="16764" y="68675"/>
                  </a:lnTo>
                  <a:lnTo>
                    <a:pt x="13716" y="71723"/>
                  </a:lnTo>
                  <a:lnTo>
                    <a:pt x="10668" y="76295"/>
                  </a:lnTo>
                  <a:lnTo>
                    <a:pt x="7620" y="79343"/>
                  </a:lnTo>
                  <a:lnTo>
                    <a:pt x="3048" y="82391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04" y="9479280"/>
              <a:ext cx="6547103" cy="761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15613" y="9229439"/>
              <a:ext cx="6551295" cy="486409"/>
            </a:xfrm>
            <a:custGeom>
              <a:avLst/>
              <a:gdLst/>
              <a:ahLst/>
              <a:cxnLst/>
              <a:rect l="l" t="t" r="r" b="b"/>
              <a:pathLst>
                <a:path w="6551295" h="486409">
                  <a:moveTo>
                    <a:pt x="35147" y="486060"/>
                  </a:moveTo>
                  <a:lnTo>
                    <a:pt x="33623" y="485298"/>
                  </a:lnTo>
                  <a:lnTo>
                    <a:pt x="29051" y="483774"/>
                  </a:lnTo>
                  <a:lnTo>
                    <a:pt x="26003" y="482250"/>
                  </a:lnTo>
                  <a:lnTo>
                    <a:pt x="22955" y="480726"/>
                  </a:lnTo>
                  <a:lnTo>
                    <a:pt x="21431" y="477678"/>
                  </a:lnTo>
                  <a:lnTo>
                    <a:pt x="18383" y="476154"/>
                  </a:lnTo>
                  <a:lnTo>
                    <a:pt x="15335" y="473106"/>
                  </a:lnTo>
                  <a:lnTo>
                    <a:pt x="12287" y="471582"/>
                  </a:lnTo>
                  <a:lnTo>
                    <a:pt x="10763" y="468534"/>
                  </a:lnTo>
                  <a:lnTo>
                    <a:pt x="9239" y="465486"/>
                  </a:lnTo>
                  <a:lnTo>
                    <a:pt x="6191" y="462438"/>
                  </a:lnTo>
                  <a:lnTo>
                    <a:pt x="4667" y="459390"/>
                  </a:lnTo>
                  <a:lnTo>
                    <a:pt x="3143" y="456342"/>
                  </a:lnTo>
                  <a:lnTo>
                    <a:pt x="3143" y="453294"/>
                  </a:lnTo>
                  <a:lnTo>
                    <a:pt x="1524" y="450246"/>
                  </a:lnTo>
                  <a:lnTo>
                    <a:pt x="0" y="445674"/>
                  </a:lnTo>
                  <a:lnTo>
                    <a:pt x="0" y="442626"/>
                  </a:lnTo>
                  <a:lnTo>
                    <a:pt x="0" y="439578"/>
                  </a:lnTo>
                  <a:lnTo>
                    <a:pt x="0" y="42767"/>
                  </a:lnTo>
                  <a:lnTo>
                    <a:pt x="1524" y="39719"/>
                  </a:lnTo>
                  <a:lnTo>
                    <a:pt x="3143" y="36671"/>
                  </a:lnTo>
                  <a:lnTo>
                    <a:pt x="3143" y="33623"/>
                  </a:lnTo>
                  <a:lnTo>
                    <a:pt x="4667" y="30575"/>
                  </a:lnTo>
                  <a:lnTo>
                    <a:pt x="6191" y="27527"/>
                  </a:lnTo>
                  <a:lnTo>
                    <a:pt x="9239" y="24384"/>
                  </a:lnTo>
                  <a:lnTo>
                    <a:pt x="10763" y="21336"/>
                  </a:lnTo>
                  <a:lnTo>
                    <a:pt x="12287" y="18287"/>
                  </a:lnTo>
                  <a:lnTo>
                    <a:pt x="15335" y="15239"/>
                  </a:lnTo>
                  <a:lnTo>
                    <a:pt x="18383" y="13715"/>
                  </a:lnTo>
                  <a:lnTo>
                    <a:pt x="21431" y="10667"/>
                  </a:lnTo>
                  <a:lnTo>
                    <a:pt x="22955" y="9143"/>
                  </a:lnTo>
                  <a:lnTo>
                    <a:pt x="26003" y="7619"/>
                  </a:lnTo>
                  <a:lnTo>
                    <a:pt x="29051" y="6096"/>
                  </a:lnTo>
                  <a:lnTo>
                    <a:pt x="33623" y="4572"/>
                  </a:lnTo>
                  <a:lnTo>
                    <a:pt x="36671" y="3048"/>
                  </a:lnTo>
                  <a:lnTo>
                    <a:pt x="39719" y="1524"/>
                  </a:lnTo>
                  <a:lnTo>
                    <a:pt x="42767" y="1524"/>
                  </a:lnTo>
                  <a:lnTo>
                    <a:pt x="47339" y="0"/>
                  </a:lnTo>
                  <a:lnTo>
                    <a:pt x="6505479" y="0"/>
                  </a:lnTo>
                  <a:lnTo>
                    <a:pt x="6508527" y="1524"/>
                  </a:lnTo>
                  <a:lnTo>
                    <a:pt x="6511575" y="1524"/>
                  </a:lnTo>
                  <a:lnTo>
                    <a:pt x="6514624" y="3048"/>
                  </a:lnTo>
                  <a:lnTo>
                    <a:pt x="6519195" y="4572"/>
                  </a:lnTo>
                  <a:lnTo>
                    <a:pt x="6522243" y="6096"/>
                  </a:lnTo>
                  <a:lnTo>
                    <a:pt x="6525292" y="7619"/>
                  </a:lnTo>
                  <a:lnTo>
                    <a:pt x="6528340" y="9143"/>
                  </a:lnTo>
                  <a:lnTo>
                    <a:pt x="6531388" y="10667"/>
                  </a:lnTo>
                  <a:lnTo>
                    <a:pt x="6532911" y="13715"/>
                  </a:lnTo>
                  <a:lnTo>
                    <a:pt x="6535959" y="15239"/>
                  </a:lnTo>
                  <a:lnTo>
                    <a:pt x="6539008" y="18287"/>
                  </a:lnTo>
                  <a:lnTo>
                    <a:pt x="6540531" y="21336"/>
                  </a:lnTo>
                  <a:lnTo>
                    <a:pt x="6542056" y="24384"/>
                  </a:lnTo>
                  <a:lnTo>
                    <a:pt x="6545104" y="27527"/>
                  </a:lnTo>
                  <a:lnTo>
                    <a:pt x="6546723" y="30575"/>
                  </a:lnTo>
                  <a:lnTo>
                    <a:pt x="6548247" y="33623"/>
                  </a:lnTo>
                  <a:lnTo>
                    <a:pt x="6549771" y="36671"/>
                  </a:lnTo>
                  <a:lnTo>
                    <a:pt x="6549771" y="39719"/>
                  </a:lnTo>
                  <a:lnTo>
                    <a:pt x="6551295" y="42767"/>
                  </a:lnTo>
                  <a:lnTo>
                    <a:pt x="6551295" y="47339"/>
                  </a:lnTo>
                  <a:lnTo>
                    <a:pt x="6551295" y="445674"/>
                  </a:lnTo>
                  <a:lnTo>
                    <a:pt x="6549771" y="450246"/>
                  </a:lnTo>
                  <a:lnTo>
                    <a:pt x="6549771" y="453294"/>
                  </a:lnTo>
                  <a:lnTo>
                    <a:pt x="6548247" y="456342"/>
                  </a:lnTo>
                  <a:lnTo>
                    <a:pt x="6546723" y="459390"/>
                  </a:lnTo>
                  <a:lnTo>
                    <a:pt x="6545104" y="462438"/>
                  </a:lnTo>
                  <a:lnTo>
                    <a:pt x="6542056" y="465486"/>
                  </a:lnTo>
                  <a:lnTo>
                    <a:pt x="6540531" y="468534"/>
                  </a:lnTo>
                  <a:lnTo>
                    <a:pt x="6539008" y="471582"/>
                  </a:lnTo>
                  <a:lnTo>
                    <a:pt x="6535959" y="473106"/>
                  </a:lnTo>
                  <a:lnTo>
                    <a:pt x="6532911" y="476154"/>
                  </a:lnTo>
                  <a:lnTo>
                    <a:pt x="6531388" y="477678"/>
                  </a:lnTo>
                  <a:lnTo>
                    <a:pt x="6528340" y="480726"/>
                  </a:lnTo>
                  <a:lnTo>
                    <a:pt x="6525292" y="482250"/>
                  </a:lnTo>
                  <a:lnTo>
                    <a:pt x="6522243" y="483774"/>
                  </a:lnTo>
                  <a:lnTo>
                    <a:pt x="6519195" y="485298"/>
                  </a:lnTo>
                  <a:lnTo>
                    <a:pt x="6516909" y="48606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83" name="object 83"/>
            <p:cNvSpPr/>
            <p:nvPr/>
          </p:nvSpPr>
          <p:spPr>
            <a:xfrm>
              <a:off x="750760" y="9713213"/>
              <a:ext cx="6482080" cy="2540"/>
            </a:xfrm>
            <a:custGeom>
              <a:avLst/>
              <a:gdLst/>
              <a:ahLst/>
              <a:cxnLst/>
              <a:rect l="l" t="t" r="r" b="b"/>
              <a:pathLst>
                <a:path w="6482080" h="2540">
                  <a:moveTo>
                    <a:pt x="0" y="2286"/>
                  </a:moveTo>
                  <a:lnTo>
                    <a:pt x="1524" y="1524"/>
                  </a:lnTo>
                  <a:lnTo>
                    <a:pt x="4572" y="1524"/>
                  </a:lnTo>
                  <a:lnTo>
                    <a:pt x="7620" y="0"/>
                  </a:lnTo>
                  <a:lnTo>
                    <a:pt x="6473380" y="0"/>
                  </a:lnTo>
                  <a:lnTo>
                    <a:pt x="6476428" y="1524"/>
                  </a:lnTo>
                  <a:lnTo>
                    <a:pt x="6479476" y="1524"/>
                  </a:lnTo>
                  <a:lnTo>
                    <a:pt x="6481762" y="2286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84" name="object 8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18756" y="9232486"/>
              <a:ext cx="6545103" cy="24879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07268" y="9551384"/>
              <a:ext cx="2825972" cy="8096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897344" y="9549955"/>
              <a:ext cx="656558" cy="8239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627245" y="9549955"/>
              <a:ext cx="1738884" cy="8239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436328" y="9551384"/>
              <a:ext cx="770953" cy="64198"/>
            </a:xfrm>
            <a:prstGeom prst="rect">
              <a:avLst/>
            </a:prstGeom>
          </p:spPr>
        </p:pic>
      </p:grpSp>
      <p:pic>
        <p:nvPicPr>
          <p:cNvPr id="98" name="object 9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339786" y="5005219"/>
            <a:ext cx="67946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34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9715" y="1"/>
            <a:ext cx="9624224" cy="4970358"/>
            <a:chOff x="437387" y="357372"/>
            <a:chExt cx="6992620" cy="9362440"/>
          </a:xfrm>
        </p:grpSpPr>
        <p:sp>
          <p:nvSpPr>
            <p:cNvPr id="3" name="object 3"/>
            <p:cNvSpPr/>
            <p:nvPr/>
          </p:nvSpPr>
          <p:spPr>
            <a:xfrm>
              <a:off x="749236" y="361187"/>
              <a:ext cx="6485890" cy="5080"/>
            </a:xfrm>
            <a:custGeom>
              <a:avLst/>
              <a:gdLst/>
              <a:ahLst/>
              <a:cxnLst/>
              <a:rect l="l" t="t" r="r" b="b"/>
              <a:pathLst>
                <a:path w="6485890" h="5079">
                  <a:moveTo>
                    <a:pt x="6485572" y="0"/>
                  </a:moveTo>
                  <a:lnTo>
                    <a:pt x="6481000" y="1428"/>
                  </a:lnTo>
                  <a:lnTo>
                    <a:pt x="6477952" y="1428"/>
                  </a:lnTo>
                  <a:lnTo>
                    <a:pt x="6474904" y="2952"/>
                  </a:lnTo>
                  <a:lnTo>
                    <a:pt x="6471856" y="2952"/>
                  </a:lnTo>
                  <a:lnTo>
                    <a:pt x="6467284" y="4476"/>
                  </a:lnTo>
                  <a:lnTo>
                    <a:pt x="6464236" y="4476"/>
                  </a:lnTo>
                  <a:lnTo>
                    <a:pt x="19812" y="4476"/>
                  </a:lnTo>
                  <a:lnTo>
                    <a:pt x="16764" y="4476"/>
                  </a:lnTo>
                  <a:lnTo>
                    <a:pt x="13716" y="2952"/>
                  </a:lnTo>
                  <a:lnTo>
                    <a:pt x="9144" y="2952"/>
                  </a:lnTo>
                  <a:lnTo>
                    <a:pt x="6096" y="1428"/>
                  </a:lnTo>
                  <a:lnTo>
                    <a:pt x="3048" y="1428"/>
                  </a:lnTo>
                  <a:lnTo>
                    <a:pt x="0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4" name="object 4"/>
            <p:cNvSpPr/>
            <p:nvPr/>
          </p:nvSpPr>
          <p:spPr>
            <a:xfrm>
              <a:off x="715613" y="361187"/>
              <a:ext cx="6551295" cy="125095"/>
            </a:xfrm>
            <a:custGeom>
              <a:avLst/>
              <a:gdLst/>
              <a:ahLst/>
              <a:cxnLst/>
              <a:rect l="l" t="t" r="r" b="b"/>
              <a:pathLst>
                <a:path w="6551295" h="125095">
                  <a:moveTo>
                    <a:pt x="6511575" y="0"/>
                  </a:moveTo>
                  <a:lnTo>
                    <a:pt x="6514624" y="0"/>
                  </a:lnTo>
                  <a:lnTo>
                    <a:pt x="6519195" y="1428"/>
                  </a:lnTo>
                  <a:lnTo>
                    <a:pt x="6522243" y="2952"/>
                  </a:lnTo>
                  <a:lnTo>
                    <a:pt x="6525292" y="4476"/>
                  </a:lnTo>
                  <a:lnTo>
                    <a:pt x="6528340" y="6000"/>
                  </a:lnTo>
                  <a:lnTo>
                    <a:pt x="6531388" y="9048"/>
                  </a:lnTo>
                  <a:lnTo>
                    <a:pt x="6532911" y="10572"/>
                  </a:lnTo>
                  <a:lnTo>
                    <a:pt x="6535959" y="13620"/>
                  </a:lnTo>
                  <a:lnTo>
                    <a:pt x="6539008" y="15240"/>
                  </a:lnTo>
                  <a:lnTo>
                    <a:pt x="6540531" y="18288"/>
                  </a:lnTo>
                  <a:lnTo>
                    <a:pt x="6542056" y="21336"/>
                  </a:lnTo>
                  <a:lnTo>
                    <a:pt x="6545104" y="24384"/>
                  </a:lnTo>
                  <a:lnTo>
                    <a:pt x="6546723" y="27432"/>
                  </a:lnTo>
                  <a:lnTo>
                    <a:pt x="6548247" y="30480"/>
                  </a:lnTo>
                  <a:lnTo>
                    <a:pt x="6549771" y="33528"/>
                  </a:lnTo>
                  <a:lnTo>
                    <a:pt x="6549771" y="38100"/>
                  </a:lnTo>
                  <a:lnTo>
                    <a:pt x="6551295" y="41148"/>
                  </a:lnTo>
                  <a:lnTo>
                    <a:pt x="6551295" y="44196"/>
                  </a:lnTo>
                  <a:lnTo>
                    <a:pt x="6551295" y="80772"/>
                  </a:lnTo>
                  <a:lnTo>
                    <a:pt x="6549771" y="85439"/>
                  </a:lnTo>
                  <a:lnTo>
                    <a:pt x="6549771" y="88487"/>
                  </a:lnTo>
                  <a:lnTo>
                    <a:pt x="6548247" y="91535"/>
                  </a:lnTo>
                  <a:lnTo>
                    <a:pt x="6546723" y="94583"/>
                  </a:lnTo>
                  <a:lnTo>
                    <a:pt x="6545104" y="97631"/>
                  </a:lnTo>
                  <a:lnTo>
                    <a:pt x="6542056" y="100679"/>
                  </a:lnTo>
                  <a:lnTo>
                    <a:pt x="6540531" y="103727"/>
                  </a:lnTo>
                  <a:lnTo>
                    <a:pt x="6539008" y="106775"/>
                  </a:lnTo>
                  <a:lnTo>
                    <a:pt x="6535959" y="108299"/>
                  </a:lnTo>
                  <a:lnTo>
                    <a:pt x="6532911" y="111347"/>
                  </a:lnTo>
                  <a:lnTo>
                    <a:pt x="6531388" y="112871"/>
                  </a:lnTo>
                  <a:lnTo>
                    <a:pt x="6528340" y="115919"/>
                  </a:lnTo>
                  <a:lnTo>
                    <a:pt x="6525292" y="117443"/>
                  </a:lnTo>
                  <a:lnTo>
                    <a:pt x="6522243" y="118967"/>
                  </a:lnTo>
                  <a:lnTo>
                    <a:pt x="6519195" y="120491"/>
                  </a:lnTo>
                  <a:lnTo>
                    <a:pt x="6514624" y="122015"/>
                  </a:lnTo>
                  <a:lnTo>
                    <a:pt x="6511575" y="123539"/>
                  </a:lnTo>
                  <a:lnTo>
                    <a:pt x="6508527" y="123539"/>
                  </a:lnTo>
                  <a:lnTo>
                    <a:pt x="6505479" y="125063"/>
                  </a:lnTo>
                  <a:lnTo>
                    <a:pt x="6500908" y="125063"/>
                  </a:lnTo>
                  <a:lnTo>
                    <a:pt x="6497859" y="125063"/>
                  </a:lnTo>
                  <a:lnTo>
                    <a:pt x="53435" y="125063"/>
                  </a:lnTo>
                  <a:lnTo>
                    <a:pt x="50387" y="125063"/>
                  </a:lnTo>
                  <a:lnTo>
                    <a:pt x="47339" y="125063"/>
                  </a:lnTo>
                  <a:lnTo>
                    <a:pt x="42767" y="123539"/>
                  </a:lnTo>
                  <a:lnTo>
                    <a:pt x="39719" y="123539"/>
                  </a:lnTo>
                  <a:lnTo>
                    <a:pt x="36671" y="122015"/>
                  </a:lnTo>
                  <a:lnTo>
                    <a:pt x="33623" y="120491"/>
                  </a:lnTo>
                  <a:lnTo>
                    <a:pt x="29051" y="118967"/>
                  </a:lnTo>
                  <a:lnTo>
                    <a:pt x="26003" y="117443"/>
                  </a:lnTo>
                  <a:lnTo>
                    <a:pt x="22955" y="115919"/>
                  </a:lnTo>
                  <a:lnTo>
                    <a:pt x="21431" y="112871"/>
                  </a:lnTo>
                  <a:lnTo>
                    <a:pt x="18383" y="111347"/>
                  </a:lnTo>
                  <a:lnTo>
                    <a:pt x="15335" y="108299"/>
                  </a:lnTo>
                  <a:lnTo>
                    <a:pt x="12287" y="106775"/>
                  </a:lnTo>
                  <a:lnTo>
                    <a:pt x="10763" y="103727"/>
                  </a:lnTo>
                  <a:lnTo>
                    <a:pt x="9239" y="100679"/>
                  </a:lnTo>
                  <a:lnTo>
                    <a:pt x="6191" y="97631"/>
                  </a:lnTo>
                  <a:lnTo>
                    <a:pt x="4667" y="94583"/>
                  </a:lnTo>
                  <a:lnTo>
                    <a:pt x="3143" y="91535"/>
                  </a:lnTo>
                  <a:lnTo>
                    <a:pt x="3143" y="88487"/>
                  </a:lnTo>
                  <a:lnTo>
                    <a:pt x="1524" y="85439"/>
                  </a:lnTo>
                  <a:lnTo>
                    <a:pt x="0" y="80772"/>
                  </a:lnTo>
                  <a:lnTo>
                    <a:pt x="0" y="77724"/>
                  </a:lnTo>
                  <a:lnTo>
                    <a:pt x="0" y="74676"/>
                  </a:lnTo>
                  <a:lnTo>
                    <a:pt x="0" y="41148"/>
                  </a:lnTo>
                  <a:lnTo>
                    <a:pt x="1524" y="38100"/>
                  </a:lnTo>
                  <a:lnTo>
                    <a:pt x="3143" y="33528"/>
                  </a:lnTo>
                  <a:lnTo>
                    <a:pt x="3143" y="30480"/>
                  </a:lnTo>
                  <a:lnTo>
                    <a:pt x="4667" y="27432"/>
                  </a:lnTo>
                  <a:lnTo>
                    <a:pt x="6191" y="24384"/>
                  </a:lnTo>
                  <a:lnTo>
                    <a:pt x="9239" y="21336"/>
                  </a:lnTo>
                  <a:lnTo>
                    <a:pt x="10763" y="18288"/>
                  </a:lnTo>
                  <a:lnTo>
                    <a:pt x="12287" y="15240"/>
                  </a:lnTo>
                  <a:lnTo>
                    <a:pt x="15335" y="13620"/>
                  </a:lnTo>
                  <a:lnTo>
                    <a:pt x="18383" y="10572"/>
                  </a:lnTo>
                  <a:lnTo>
                    <a:pt x="21431" y="9048"/>
                  </a:lnTo>
                  <a:lnTo>
                    <a:pt x="22955" y="6000"/>
                  </a:lnTo>
                  <a:lnTo>
                    <a:pt x="26003" y="4476"/>
                  </a:lnTo>
                  <a:lnTo>
                    <a:pt x="29051" y="2952"/>
                  </a:lnTo>
                  <a:lnTo>
                    <a:pt x="33623" y="1428"/>
                  </a:lnTo>
                  <a:lnTo>
                    <a:pt x="36671" y="0"/>
                  </a:lnTo>
                  <a:lnTo>
                    <a:pt x="39719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798" y="552635"/>
              <a:ext cx="6558924" cy="29195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8356" y="2930651"/>
              <a:ext cx="67055" cy="899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99702" y="2950946"/>
              <a:ext cx="139065" cy="56515"/>
            </a:xfrm>
            <a:custGeom>
              <a:avLst/>
              <a:gdLst/>
              <a:ahLst/>
              <a:cxnLst/>
              <a:rect l="l" t="t" r="r" b="b"/>
              <a:pathLst>
                <a:path w="139064" h="56514">
                  <a:moveTo>
                    <a:pt x="38100" y="0"/>
                  </a:moveTo>
                  <a:lnTo>
                    <a:pt x="30480" y="0"/>
                  </a:lnTo>
                  <a:lnTo>
                    <a:pt x="30480" y="45808"/>
                  </a:lnTo>
                  <a:lnTo>
                    <a:pt x="25908" y="33528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56476"/>
                  </a:lnTo>
                  <a:lnTo>
                    <a:pt x="7620" y="56476"/>
                  </a:lnTo>
                  <a:lnTo>
                    <a:pt x="7620" y="9144"/>
                  </a:lnTo>
                  <a:lnTo>
                    <a:pt x="12192" y="21336"/>
                  </a:lnTo>
                  <a:lnTo>
                    <a:pt x="28956" y="56476"/>
                  </a:lnTo>
                  <a:lnTo>
                    <a:pt x="38100" y="56476"/>
                  </a:lnTo>
                  <a:lnTo>
                    <a:pt x="38100" y="0"/>
                  </a:lnTo>
                  <a:close/>
                </a:path>
                <a:path w="139064" h="56514">
                  <a:moveTo>
                    <a:pt x="83908" y="0"/>
                  </a:moveTo>
                  <a:lnTo>
                    <a:pt x="51816" y="0"/>
                  </a:lnTo>
                  <a:lnTo>
                    <a:pt x="51816" y="56476"/>
                  </a:lnTo>
                  <a:lnTo>
                    <a:pt x="83908" y="56476"/>
                  </a:lnTo>
                  <a:lnTo>
                    <a:pt x="83908" y="50380"/>
                  </a:lnTo>
                  <a:lnTo>
                    <a:pt x="59436" y="50380"/>
                  </a:lnTo>
                  <a:lnTo>
                    <a:pt x="59436" y="30480"/>
                  </a:lnTo>
                  <a:lnTo>
                    <a:pt x="83908" y="30480"/>
                  </a:lnTo>
                  <a:lnTo>
                    <a:pt x="83908" y="22860"/>
                  </a:lnTo>
                  <a:lnTo>
                    <a:pt x="59436" y="22860"/>
                  </a:lnTo>
                  <a:lnTo>
                    <a:pt x="59436" y="6096"/>
                  </a:lnTo>
                  <a:lnTo>
                    <a:pt x="83908" y="6096"/>
                  </a:lnTo>
                  <a:lnTo>
                    <a:pt x="83908" y="0"/>
                  </a:lnTo>
                  <a:close/>
                </a:path>
                <a:path w="139064" h="56514">
                  <a:moveTo>
                    <a:pt x="138874" y="0"/>
                  </a:moveTo>
                  <a:lnTo>
                    <a:pt x="132778" y="0"/>
                  </a:lnTo>
                  <a:lnTo>
                    <a:pt x="129730" y="41236"/>
                  </a:lnTo>
                  <a:lnTo>
                    <a:pt x="129730" y="48856"/>
                  </a:lnTo>
                  <a:lnTo>
                    <a:pt x="126682" y="41236"/>
                  </a:lnTo>
                  <a:lnTo>
                    <a:pt x="119062" y="18288"/>
                  </a:lnTo>
                  <a:lnTo>
                    <a:pt x="114490" y="18288"/>
                  </a:lnTo>
                  <a:lnTo>
                    <a:pt x="106781" y="39712"/>
                  </a:lnTo>
                  <a:lnTo>
                    <a:pt x="103733" y="48856"/>
                  </a:lnTo>
                  <a:lnTo>
                    <a:pt x="103733" y="38188"/>
                  </a:lnTo>
                  <a:lnTo>
                    <a:pt x="102209" y="0"/>
                  </a:lnTo>
                  <a:lnTo>
                    <a:pt x="94589" y="0"/>
                  </a:lnTo>
                  <a:lnTo>
                    <a:pt x="97637" y="56476"/>
                  </a:lnTo>
                  <a:lnTo>
                    <a:pt x="108305" y="56476"/>
                  </a:lnTo>
                  <a:lnTo>
                    <a:pt x="114490" y="36664"/>
                  </a:lnTo>
                  <a:lnTo>
                    <a:pt x="116014" y="29044"/>
                  </a:lnTo>
                  <a:lnTo>
                    <a:pt x="119062" y="36664"/>
                  </a:lnTo>
                  <a:lnTo>
                    <a:pt x="125158" y="56476"/>
                  </a:lnTo>
                  <a:lnTo>
                    <a:pt x="135826" y="56476"/>
                  </a:lnTo>
                  <a:lnTo>
                    <a:pt x="13887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3389" y="3184493"/>
              <a:ext cx="1259490" cy="823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0407" y="3184493"/>
              <a:ext cx="456533" cy="823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24128" y="3304996"/>
              <a:ext cx="71755" cy="82550"/>
            </a:xfrm>
            <a:custGeom>
              <a:avLst/>
              <a:gdLst/>
              <a:ahLst/>
              <a:cxnLst/>
              <a:rect l="l" t="t" r="r" b="b"/>
              <a:pathLst>
                <a:path w="71755" h="82550">
                  <a:moveTo>
                    <a:pt x="21336" y="1612"/>
                  </a:moveTo>
                  <a:lnTo>
                    <a:pt x="0" y="1612"/>
                  </a:lnTo>
                  <a:lnTo>
                    <a:pt x="0" y="7708"/>
                  </a:lnTo>
                  <a:lnTo>
                    <a:pt x="13716" y="7708"/>
                  </a:lnTo>
                  <a:lnTo>
                    <a:pt x="13716" y="76390"/>
                  </a:lnTo>
                  <a:lnTo>
                    <a:pt x="0" y="76390"/>
                  </a:lnTo>
                  <a:lnTo>
                    <a:pt x="0" y="82486"/>
                  </a:lnTo>
                  <a:lnTo>
                    <a:pt x="21336" y="82486"/>
                  </a:lnTo>
                  <a:lnTo>
                    <a:pt x="21336" y="1612"/>
                  </a:lnTo>
                  <a:close/>
                </a:path>
                <a:path w="71755" h="82550">
                  <a:moveTo>
                    <a:pt x="71716" y="41236"/>
                  </a:moveTo>
                  <a:lnTo>
                    <a:pt x="70535" y="30073"/>
                  </a:lnTo>
                  <a:lnTo>
                    <a:pt x="66903" y="19469"/>
                  </a:lnTo>
                  <a:lnTo>
                    <a:pt x="60706" y="9436"/>
                  </a:lnTo>
                  <a:lnTo>
                    <a:pt x="51803" y="0"/>
                  </a:lnTo>
                  <a:lnTo>
                    <a:pt x="47231" y="4572"/>
                  </a:lnTo>
                  <a:lnTo>
                    <a:pt x="54356" y="12865"/>
                  </a:lnTo>
                  <a:lnTo>
                    <a:pt x="59613" y="21755"/>
                  </a:lnTo>
                  <a:lnTo>
                    <a:pt x="62877" y="31216"/>
                  </a:lnTo>
                  <a:lnTo>
                    <a:pt x="63995" y="41236"/>
                  </a:lnTo>
                  <a:lnTo>
                    <a:pt x="63995" y="48856"/>
                  </a:lnTo>
                  <a:lnTo>
                    <a:pt x="62471" y="54952"/>
                  </a:lnTo>
                  <a:lnTo>
                    <a:pt x="53327" y="73240"/>
                  </a:lnTo>
                  <a:lnTo>
                    <a:pt x="47231" y="77812"/>
                  </a:lnTo>
                  <a:lnTo>
                    <a:pt x="51803" y="82384"/>
                  </a:lnTo>
                  <a:lnTo>
                    <a:pt x="54851" y="79336"/>
                  </a:lnTo>
                  <a:lnTo>
                    <a:pt x="59423" y="76288"/>
                  </a:lnTo>
                  <a:lnTo>
                    <a:pt x="60947" y="71716"/>
                  </a:lnTo>
                  <a:lnTo>
                    <a:pt x="63995" y="68668"/>
                  </a:lnTo>
                  <a:lnTo>
                    <a:pt x="65519" y="64096"/>
                  </a:lnTo>
                  <a:lnTo>
                    <a:pt x="70091" y="54952"/>
                  </a:lnTo>
                  <a:lnTo>
                    <a:pt x="70091" y="50380"/>
                  </a:lnTo>
                  <a:lnTo>
                    <a:pt x="71716" y="47332"/>
                  </a:lnTo>
                  <a:lnTo>
                    <a:pt x="71716" y="4123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798" y="3534722"/>
              <a:ext cx="6558924" cy="1228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798" y="4825836"/>
              <a:ext cx="6558924" cy="9858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804" y="6733032"/>
              <a:ext cx="6547103" cy="76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1798" y="5874253"/>
              <a:ext cx="6558924" cy="184509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1798" y="7781919"/>
              <a:ext cx="6558924" cy="5035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1798" y="8348086"/>
              <a:ext cx="6558924" cy="5036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1798" y="8914347"/>
              <a:ext cx="6558924" cy="3830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1798" y="9358402"/>
              <a:ext cx="6558924" cy="360911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38227" y="5005219"/>
            <a:ext cx="69505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04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"/>
            <a:ext cx="9143999" cy="4969060"/>
            <a:chOff x="361187" y="357373"/>
            <a:chExt cx="7070090" cy="9359900"/>
          </a:xfrm>
        </p:grpSpPr>
        <p:sp>
          <p:nvSpPr>
            <p:cNvPr id="3" name="object 3"/>
            <p:cNvSpPr/>
            <p:nvPr/>
          </p:nvSpPr>
          <p:spPr>
            <a:xfrm>
              <a:off x="361187" y="5225796"/>
              <a:ext cx="7070090" cy="4491355"/>
            </a:xfrm>
            <a:custGeom>
              <a:avLst/>
              <a:gdLst/>
              <a:ahLst/>
              <a:cxnLst/>
              <a:rect l="l" t="t" r="r" b="b"/>
              <a:pathLst>
                <a:path w="7070090" h="4491355">
                  <a:moveTo>
                    <a:pt x="0" y="4491227"/>
                  </a:moveTo>
                  <a:lnTo>
                    <a:pt x="7069835" y="4491227"/>
                  </a:lnTo>
                  <a:lnTo>
                    <a:pt x="7069835" y="0"/>
                  </a:lnTo>
                  <a:lnTo>
                    <a:pt x="0" y="0"/>
                  </a:lnTo>
                  <a:lnTo>
                    <a:pt x="0" y="4491227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4" name="object 4"/>
            <p:cNvSpPr/>
            <p:nvPr/>
          </p:nvSpPr>
          <p:spPr>
            <a:xfrm>
              <a:off x="361187" y="361187"/>
              <a:ext cx="7068820" cy="4864735"/>
            </a:xfrm>
            <a:custGeom>
              <a:avLst/>
              <a:gdLst/>
              <a:ahLst/>
              <a:cxnLst/>
              <a:rect l="l" t="t" r="r" b="b"/>
              <a:pathLst>
                <a:path w="7068820" h="4864735">
                  <a:moveTo>
                    <a:pt x="7068312" y="4864608"/>
                  </a:moveTo>
                  <a:lnTo>
                    <a:pt x="0" y="4864608"/>
                  </a:lnTo>
                  <a:lnTo>
                    <a:pt x="0" y="0"/>
                  </a:lnTo>
                  <a:lnTo>
                    <a:pt x="7068312" y="0"/>
                  </a:lnTo>
                  <a:lnTo>
                    <a:pt x="7068312" y="4864608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5" name="object 5"/>
            <p:cNvSpPr/>
            <p:nvPr/>
          </p:nvSpPr>
          <p:spPr>
            <a:xfrm>
              <a:off x="438696" y="361187"/>
              <a:ext cx="6915784" cy="4815205"/>
            </a:xfrm>
            <a:custGeom>
              <a:avLst/>
              <a:gdLst/>
              <a:ahLst/>
              <a:cxnLst/>
              <a:rect l="l" t="t" r="r" b="b"/>
              <a:pathLst>
                <a:path w="6915784" h="4815205">
                  <a:moveTo>
                    <a:pt x="6915175" y="1435"/>
                  </a:moveTo>
                  <a:lnTo>
                    <a:pt x="6826199" y="1435"/>
                  </a:lnTo>
                  <a:lnTo>
                    <a:pt x="6826199" y="0"/>
                  </a:lnTo>
                  <a:lnTo>
                    <a:pt x="280619" y="0"/>
                  </a:lnTo>
                  <a:lnTo>
                    <a:pt x="280619" y="1435"/>
                  </a:lnTo>
                  <a:lnTo>
                    <a:pt x="584" y="1435"/>
                  </a:lnTo>
                  <a:lnTo>
                    <a:pt x="584" y="4636300"/>
                  </a:lnTo>
                  <a:lnTo>
                    <a:pt x="0" y="4645203"/>
                  </a:lnTo>
                  <a:lnTo>
                    <a:pt x="393" y="4653839"/>
                  </a:lnTo>
                  <a:lnTo>
                    <a:pt x="1663" y="4662487"/>
                  </a:lnTo>
                  <a:lnTo>
                    <a:pt x="3632" y="4671441"/>
                  </a:lnTo>
                  <a:lnTo>
                    <a:pt x="5067" y="4679683"/>
                  </a:lnTo>
                  <a:lnTo>
                    <a:pt x="20675" y="4720221"/>
                  </a:lnTo>
                  <a:lnTo>
                    <a:pt x="45923" y="4755477"/>
                  </a:lnTo>
                  <a:lnTo>
                    <a:pt x="52501" y="4761458"/>
                  </a:lnTo>
                  <a:lnTo>
                    <a:pt x="58496" y="4768024"/>
                  </a:lnTo>
                  <a:lnTo>
                    <a:pt x="93929" y="4793323"/>
                  </a:lnTo>
                  <a:lnTo>
                    <a:pt x="134607" y="4808893"/>
                  </a:lnTo>
                  <a:lnTo>
                    <a:pt x="142608" y="4810315"/>
                  </a:lnTo>
                  <a:lnTo>
                    <a:pt x="151726" y="4812322"/>
                  </a:lnTo>
                  <a:lnTo>
                    <a:pt x="160718" y="4813744"/>
                  </a:lnTo>
                  <a:lnTo>
                    <a:pt x="169443" y="4814608"/>
                  </a:lnTo>
                  <a:lnTo>
                    <a:pt x="177749" y="4814887"/>
                  </a:lnTo>
                  <a:lnTo>
                    <a:pt x="6736575" y="4814887"/>
                  </a:lnTo>
                  <a:lnTo>
                    <a:pt x="6745478" y="4814608"/>
                  </a:lnTo>
                  <a:lnTo>
                    <a:pt x="6754114" y="4813744"/>
                  </a:lnTo>
                  <a:lnTo>
                    <a:pt x="6762763" y="4812322"/>
                  </a:lnTo>
                  <a:lnTo>
                    <a:pt x="6771729" y="4810315"/>
                  </a:lnTo>
                  <a:lnTo>
                    <a:pt x="6779958" y="4808893"/>
                  </a:lnTo>
                  <a:lnTo>
                    <a:pt x="6820535" y="4793323"/>
                  </a:lnTo>
                  <a:lnTo>
                    <a:pt x="6855752" y="4768024"/>
                  </a:lnTo>
                  <a:lnTo>
                    <a:pt x="6861734" y="4761458"/>
                  </a:lnTo>
                  <a:lnTo>
                    <a:pt x="6868325" y="4755477"/>
                  </a:lnTo>
                  <a:lnTo>
                    <a:pt x="6893649" y="4720221"/>
                  </a:lnTo>
                  <a:lnTo>
                    <a:pt x="6909168" y="4679683"/>
                  </a:lnTo>
                  <a:lnTo>
                    <a:pt x="6910603" y="4671441"/>
                  </a:lnTo>
                  <a:lnTo>
                    <a:pt x="6912597" y="4662487"/>
                  </a:lnTo>
                  <a:lnTo>
                    <a:pt x="6914032" y="4653839"/>
                  </a:lnTo>
                  <a:lnTo>
                    <a:pt x="6914883" y="4645203"/>
                  </a:lnTo>
                  <a:lnTo>
                    <a:pt x="6915175" y="4636300"/>
                  </a:lnTo>
                  <a:lnTo>
                    <a:pt x="6915175" y="1435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6" name="object 6"/>
            <p:cNvSpPr/>
            <p:nvPr/>
          </p:nvSpPr>
          <p:spPr>
            <a:xfrm>
              <a:off x="749236" y="361187"/>
              <a:ext cx="6485890" cy="5080"/>
            </a:xfrm>
            <a:custGeom>
              <a:avLst/>
              <a:gdLst/>
              <a:ahLst/>
              <a:cxnLst/>
              <a:rect l="l" t="t" r="r" b="b"/>
              <a:pathLst>
                <a:path w="6485890" h="5079">
                  <a:moveTo>
                    <a:pt x="6485572" y="0"/>
                  </a:moveTo>
                  <a:lnTo>
                    <a:pt x="6481000" y="1428"/>
                  </a:lnTo>
                  <a:lnTo>
                    <a:pt x="6477952" y="1428"/>
                  </a:lnTo>
                  <a:lnTo>
                    <a:pt x="6474904" y="2952"/>
                  </a:lnTo>
                  <a:lnTo>
                    <a:pt x="6471856" y="2952"/>
                  </a:lnTo>
                  <a:lnTo>
                    <a:pt x="6467284" y="4476"/>
                  </a:lnTo>
                  <a:lnTo>
                    <a:pt x="6464236" y="4476"/>
                  </a:lnTo>
                  <a:lnTo>
                    <a:pt x="19812" y="4476"/>
                  </a:lnTo>
                  <a:lnTo>
                    <a:pt x="16764" y="4476"/>
                  </a:lnTo>
                  <a:lnTo>
                    <a:pt x="13716" y="2952"/>
                  </a:lnTo>
                  <a:lnTo>
                    <a:pt x="9144" y="2952"/>
                  </a:lnTo>
                  <a:lnTo>
                    <a:pt x="6096" y="1428"/>
                  </a:lnTo>
                  <a:lnTo>
                    <a:pt x="3048" y="1428"/>
                  </a:lnTo>
                  <a:lnTo>
                    <a:pt x="0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7" name="object 7"/>
            <p:cNvSpPr/>
            <p:nvPr/>
          </p:nvSpPr>
          <p:spPr>
            <a:xfrm>
              <a:off x="715613" y="361187"/>
              <a:ext cx="6551295" cy="187960"/>
            </a:xfrm>
            <a:custGeom>
              <a:avLst/>
              <a:gdLst/>
              <a:ahLst/>
              <a:cxnLst/>
              <a:rect l="l" t="t" r="r" b="b"/>
              <a:pathLst>
                <a:path w="6551295" h="187959">
                  <a:moveTo>
                    <a:pt x="6511575" y="0"/>
                  </a:moveTo>
                  <a:lnTo>
                    <a:pt x="6514624" y="0"/>
                  </a:lnTo>
                  <a:lnTo>
                    <a:pt x="6519195" y="1428"/>
                  </a:lnTo>
                  <a:lnTo>
                    <a:pt x="6522243" y="2952"/>
                  </a:lnTo>
                  <a:lnTo>
                    <a:pt x="6525292" y="4476"/>
                  </a:lnTo>
                  <a:lnTo>
                    <a:pt x="6528340" y="6000"/>
                  </a:lnTo>
                  <a:lnTo>
                    <a:pt x="6531388" y="9048"/>
                  </a:lnTo>
                  <a:lnTo>
                    <a:pt x="6532911" y="10572"/>
                  </a:lnTo>
                  <a:lnTo>
                    <a:pt x="6535959" y="13620"/>
                  </a:lnTo>
                  <a:lnTo>
                    <a:pt x="6539008" y="15240"/>
                  </a:lnTo>
                  <a:lnTo>
                    <a:pt x="6540531" y="18288"/>
                  </a:lnTo>
                  <a:lnTo>
                    <a:pt x="6542056" y="21336"/>
                  </a:lnTo>
                  <a:lnTo>
                    <a:pt x="6545104" y="24384"/>
                  </a:lnTo>
                  <a:lnTo>
                    <a:pt x="6546723" y="27432"/>
                  </a:lnTo>
                  <a:lnTo>
                    <a:pt x="6548247" y="30480"/>
                  </a:lnTo>
                  <a:lnTo>
                    <a:pt x="6549771" y="33528"/>
                  </a:lnTo>
                  <a:lnTo>
                    <a:pt x="6549771" y="38100"/>
                  </a:lnTo>
                  <a:lnTo>
                    <a:pt x="6551295" y="41148"/>
                  </a:lnTo>
                  <a:lnTo>
                    <a:pt x="6551295" y="44196"/>
                  </a:lnTo>
                  <a:lnTo>
                    <a:pt x="6551295" y="144875"/>
                  </a:lnTo>
                  <a:lnTo>
                    <a:pt x="6549771" y="147923"/>
                  </a:lnTo>
                  <a:lnTo>
                    <a:pt x="6549771" y="151066"/>
                  </a:lnTo>
                  <a:lnTo>
                    <a:pt x="6548247" y="155638"/>
                  </a:lnTo>
                  <a:lnTo>
                    <a:pt x="6546723" y="158686"/>
                  </a:lnTo>
                  <a:lnTo>
                    <a:pt x="6545104" y="161734"/>
                  </a:lnTo>
                  <a:lnTo>
                    <a:pt x="6542056" y="164782"/>
                  </a:lnTo>
                  <a:lnTo>
                    <a:pt x="6540531" y="167830"/>
                  </a:lnTo>
                  <a:lnTo>
                    <a:pt x="6539008" y="169354"/>
                  </a:lnTo>
                  <a:lnTo>
                    <a:pt x="6535959" y="172402"/>
                  </a:lnTo>
                  <a:lnTo>
                    <a:pt x="6532911" y="175450"/>
                  </a:lnTo>
                  <a:lnTo>
                    <a:pt x="6531388" y="176974"/>
                  </a:lnTo>
                  <a:lnTo>
                    <a:pt x="6528340" y="178498"/>
                  </a:lnTo>
                  <a:lnTo>
                    <a:pt x="6525292" y="181546"/>
                  </a:lnTo>
                  <a:lnTo>
                    <a:pt x="6522243" y="183070"/>
                  </a:lnTo>
                  <a:lnTo>
                    <a:pt x="6519195" y="184594"/>
                  </a:lnTo>
                  <a:lnTo>
                    <a:pt x="6514624" y="186118"/>
                  </a:lnTo>
                  <a:lnTo>
                    <a:pt x="6511575" y="186118"/>
                  </a:lnTo>
                  <a:lnTo>
                    <a:pt x="6508527" y="187642"/>
                  </a:lnTo>
                  <a:lnTo>
                    <a:pt x="6505479" y="187642"/>
                  </a:lnTo>
                  <a:lnTo>
                    <a:pt x="42767" y="187642"/>
                  </a:lnTo>
                  <a:lnTo>
                    <a:pt x="39719" y="186118"/>
                  </a:lnTo>
                  <a:lnTo>
                    <a:pt x="36671" y="186118"/>
                  </a:lnTo>
                  <a:lnTo>
                    <a:pt x="33623" y="184594"/>
                  </a:lnTo>
                  <a:lnTo>
                    <a:pt x="29051" y="183070"/>
                  </a:lnTo>
                  <a:lnTo>
                    <a:pt x="26003" y="181546"/>
                  </a:lnTo>
                  <a:lnTo>
                    <a:pt x="22955" y="178498"/>
                  </a:lnTo>
                  <a:lnTo>
                    <a:pt x="21431" y="176974"/>
                  </a:lnTo>
                  <a:lnTo>
                    <a:pt x="18383" y="175450"/>
                  </a:lnTo>
                  <a:lnTo>
                    <a:pt x="15335" y="172402"/>
                  </a:lnTo>
                  <a:lnTo>
                    <a:pt x="12287" y="169354"/>
                  </a:lnTo>
                  <a:lnTo>
                    <a:pt x="10763" y="167830"/>
                  </a:lnTo>
                  <a:lnTo>
                    <a:pt x="9239" y="164782"/>
                  </a:lnTo>
                  <a:lnTo>
                    <a:pt x="6191" y="161734"/>
                  </a:lnTo>
                  <a:lnTo>
                    <a:pt x="4667" y="158686"/>
                  </a:lnTo>
                  <a:lnTo>
                    <a:pt x="3143" y="155638"/>
                  </a:lnTo>
                  <a:lnTo>
                    <a:pt x="3143" y="151066"/>
                  </a:lnTo>
                  <a:lnTo>
                    <a:pt x="1524" y="147923"/>
                  </a:lnTo>
                  <a:lnTo>
                    <a:pt x="0" y="144875"/>
                  </a:lnTo>
                  <a:lnTo>
                    <a:pt x="0" y="141827"/>
                  </a:lnTo>
                  <a:lnTo>
                    <a:pt x="0" y="137255"/>
                  </a:lnTo>
                  <a:lnTo>
                    <a:pt x="0" y="41148"/>
                  </a:lnTo>
                  <a:lnTo>
                    <a:pt x="1524" y="38100"/>
                  </a:lnTo>
                  <a:lnTo>
                    <a:pt x="3143" y="33528"/>
                  </a:lnTo>
                  <a:lnTo>
                    <a:pt x="3143" y="30480"/>
                  </a:lnTo>
                  <a:lnTo>
                    <a:pt x="4667" y="27432"/>
                  </a:lnTo>
                  <a:lnTo>
                    <a:pt x="6191" y="24384"/>
                  </a:lnTo>
                  <a:lnTo>
                    <a:pt x="9239" y="21336"/>
                  </a:lnTo>
                  <a:lnTo>
                    <a:pt x="10763" y="18288"/>
                  </a:lnTo>
                  <a:lnTo>
                    <a:pt x="12287" y="15240"/>
                  </a:lnTo>
                  <a:lnTo>
                    <a:pt x="15335" y="13620"/>
                  </a:lnTo>
                  <a:lnTo>
                    <a:pt x="18383" y="10572"/>
                  </a:lnTo>
                  <a:lnTo>
                    <a:pt x="21431" y="9048"/>
                  </a:lnTo>
                  <a:lnTo>
                    <a:pt x="22955" y="6000"/>
                  </a:lnTo>
                  <a:lnTo>
                    <a:pt x="26003" y="4476"/>
                  </a:lnTo>
                  <a:lnTo>
                    <a:pt x="29051" y="2952"/>
                  </a:lnTo>
                  <a:lnTo>
                    <a:pt x="33623" y="1428"/>
                  </a:lnTo>
                  <a:lnTo>
                    <a:pt x="36671" y="0"/>
                  </a:lnTo>
                  <a:lnTo>
                    <a:pt x="39719" y="0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8" name="object 8"/>
            <p:cNvSpPr/>
            <p:nvPr/>
          </p:nvSpPr>
          <p:spPr>
            <a:xfrm>
              <a:off x="718756" y="362616"/>
              <a:ext cx="6545580" cy="183515"/>
            </a:xfrm>
            <a:custGeom>
              <a:avLst/>
              <a:gdLst/>
              <a:ahLst/>
              <a:cxnLst/>
              <a:rect l="l" t="t" r="r" b="b"/>
              <a:pathLst>
                <a:path w="6545580" h="183515">
                  <a:moveTo>
                    <a:pt x="6505384" y="183165"/>
                  </a:moveTo>
                  <a:lnTo>
                    <a:pt x="41148" y="183165"/>
                  </a:lnTo>
                  <a:lnTo>
                    <a:pt x="38100" y="181641"/>
                  </a:lnTo>
                  <a:lnTo>
                    <a:pt x="33528" y="181641"/>
                  </a:lnTo>
                  <a:lnTo>
                    <a:pt x="24384" y="177069"/>
                  </a:lnTo>
                  <a:lnTo>
                    <a:pt x="22860" y="175545"/>
                  </a:lnTo>
                  <a:lnTo>
                    <a:pt x="19812" y="174021"/>
                  </a:lnTo>
                  <a:lnTo>
                    <a:pt x="12192" y="166401"/>
                  </a:lnTo>
                  <a:lnTo>
                    <a:pt x="10668" y="163353"/>
                  </a:lnTo>
                  <a:lnTo>
                    <a:pt x="7620" y="161829"/>
                  </a:lnTo>
                  <a:lnTo>
                    <a:pt x="3048" y="152685"/>
                  </a:lnTo>
                  <a:lnTo>
                    <a:pt x="3048" y="149637"/>
                  </a:lnTo>
                  <a:lnTo>
                    <a:pt x="0" y="143446"/>
                  </a:lnTo>
                  <a:lnTo>
                    <a:pt x="0" y="132778"/>
                  </a:lnTo>
                  <a:lnTo>
                    <a:pt x="0" y="0"/>
                  </a:lnTo>
                  <a:lnTo>
                    <a:pt x="6545104" y="0"/>
                  </a:lnTo>
                  <a:lnTo>
                    <a:pt x="6545104" y="143446"/>
                  </a:lnTo>
                  <a:lnTo>
                    <a:pt x="6543579" y="146494"/>
                  </a:lnTo>
                  <a:lnTo>
                    <a:pt x="6543579" y="149637"/>
                  </a:lnTo>
                  <a:lnTo>
                    <a:pt x="6537388" y="161829"/>
                  </a:lnTo>
                  <a:lnTo>
                    <a:pt x="6534340" y="163353"/>
                  </a:lnTo>
                  <a:lnTo>
                    <a:pt x="6531292" y="169449"/>
                  </a:lnTo>
                  <a:lnTo>
                    <a:pt x="6528244" y="170973"/>
                  </a:lnTo>
                  <a:lnTo>
                    <a:pt x="6523672" y="175545"/>
                  </a:lnTo>
                  <a:lnTo>
                    <a:pt x="6511480" y="181641"/>
                  </a:lnTo>
                  <a:lnTo>
                    <a:pt x="6508432" y="181641"/>
                  </a:lnTo>
                  <a:lnTo>
                    <a:pt x="6505384" y="183165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6412" y="390143"/>
              <a:ext cx="280892" cy="793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58442" y="393191"/>
              <a:ext cx="187960" cy="58419"/>
            </a:xfrm>
            <a:custGeom>
              <a:avLst/>
              <a:gdLst/>
              <a:ahLst/>
              <a:cxnLst/>
              <a:rect l="l" t="t" r="r" b="b"/>
              <a:pathLst>
                <a:path w="187959" h="58420">
                  <a:moveTo>
                    <a:pt x="38100" y="38112"/>
                  </a:moveTo>
                  <a:lnTo>
                    <a:pt x="0" y="38112"/>
                  </a:lnTo>
                  <a:lnTo>
                    <a:pt x="0" y="44208"/>
                  </a:lnTo>
                  <a:lnTo>
                    <a:pt x="38100" y="44208"/>
                  </a:lnTo>
                  <a:lnTo>
                    <a:pt x="38100" y="38112"/>
                  </a:lnTo>
                  <a:close/>
                </a:path>
                <a:path w="187959" h="58420">
                  <a:moveTo>
                    <a:pt x="38100" y="22860"/>
                  </a:moveTo>
                  <a:lnTo>
                    <a:pt x="0" y="22860"/>
                  </a:lnTo>
                  <a:lnTo>
                    <a:pt x="0" y="28956"/>
                  </a:lnTo>
                  <a:lnTo>
                    <a:pt x="38100" y="28956"/>
                  </a:lnTo>
                  <a:lnTo>
                    <a:pt x="38100" y="22860"/>
                  </a:lnTo>
                  <a:close/>
                </a:path>
                <a:path w="187959" h="58420">
                  <a:moveTo>
                    <a:pt x="137350" y="50393"/>
                  </a:moveTo>
                  <a:lnTo>
                    <a:pt x="109918" y="50393"/>
                  </a:lnTo>
                  <a:lnTo>
                    <a:pt x="120586" y="41148"/>
                  </a:lnTo>
                  <a:lnTo>
                    <a:pt x="122110" y="38100"/>
                  </a:lnTo>
                  <a:lnTo>
                    <a:pt x="125158" y="36576"/>
                  </a:lnTo>
                  <a:lnTo>
                    <a:pt x="126682" y="33528"/>
                  </a:lnTo>
                  <a:lnTo>
                    <a:pt x="131254" y="28956"/>
                  </a:lnTo>
                  <a:lnTo>
                    <a:pt x="131254" y="25908"/>
                  </a:lnTo>
                  <a:lnTo>
                    <a:pt x="132778" y="24384"/>
                  </a:lnTo>
                  <a:lnTo>
                    <a:pt x="132778" y="22860"/>
                  </a:lnTo>
                  <a:lnTo>
                    <a:pt x="134302" y="21336"/>
                  </a:lnTo>
                  <a:lnTo>
                    <a:pt x="134302" y="12192"/>
                  </a:lnTo>
                  <a:lnTo>
                    <a:pt x="132778" y="9144"/>
                  </a:lnTo>
                  <a:lnTo>
                    <a:pt x="132778" y="7620"/>
                  </a:lnTo>
                  <a:lnTo>
                    <a:pt x="126682" y="1524"/>
                  </a:lnTo>
                  <a:lnTo>
                    <a:pt x="123634" y="1524"/>
                  </a:lnTo>
                  <a:lnTo>
                    <a:pt x="122110" y="0"/>
                  </a:lnTo>
                  <a:lnTo>
                    <a:pt x="112966" y="0"/>
                  </a:lnTo>
                  <a:lnTo>
                    <a:pt x="109918" y="1524"/>
                  </a:lnTo>
                  <a:lnTo>
                    <a:pt x="106870" y="1524"/>
                  </a:lnTo>
                  <a:lnTo>
                    <a:pt x="100685" y="7620"/>
                  </a:lnTo>
                  <a:lnTo>
                    <a:pt x="103733" y="12192"/>
                  </a:lnTo>
                  <a:lnTo>
                    <a:pt x="105346" y="10668"/>
                  </a:lnTo>
                  <a:lnTo>
                    <a:pt x="108394" y="9144"/>
                  </a:lnTo>
                  <a:lnTo>
                    <a:pt x="109918" y="9144"/>
                  </a:lnTo>
                  <a:lnTo>
                    <a:pt x="111442" y="7620"/>
                  </a:lnTo>
                  <a:lnTo>
                    <a:pt x="114490" y="6096"/>
                  </a:lnTo>
                  <a:lnTo>
                    <a:pt x="117538" y="6096"/>
                  </a:lnTo>
                  <a:lnTo>
                    <a:pt x="119062" y="7620"/>
                  </a:lnTo>
                  <a:lnTo>
                    <a:pt x="122110" y="7620"/>
                  </a:lnTo>
                  <a:lnTo>
                    <a:pt x="123634" y="9144"/>
                  </a:lnTo>
                  <a:lnTo>
                    <a:pt x="123634" y="10668"/>
                  </a:lnTo>
                  <a:lnTo>
                    <a:pt x="125158" y="10668"/>
                  </a:lnTo>
                  <a:lnTo>
                    <a:pt x="125158" y="15240"/>
                  </a:lnTo>
                  <a:lnTo>
                    <a:pt x="126682" y="15240"/>
                  </a:lnTo>
                  <a:lnTo>
                    <a:pt x="126682" y="18288"/>
                  </a:lnTo>
                  <a:lnTo>
                    <a:pt x="125158" y="19812"/>
                  </a:lnTo>
                  <a:lnTo>
                    <a:pt x="125158" y="24384"/>
                  </a:lnTo>
                  <a:lnTo>
                    <a:pt x="123634" y="25908"/>
                  </a:lnTo>
                  <a:lnTo>
                    <a:pt x="123634" y="27432"/>
                  </a:lnTo>
                  <a:lnTo>
                    <a:pt x="114490" y="36576"/>
                  </a:lnTo>
                  <a:lnTo>
                    <a:pt x="99161" y="50393"/>
                  </a:lnTo>
                  <a:lnTo>
                    <a:pt x="99161" y="58013"/>
                  </a:lnTo>
                  <a:lnTo>
                    <a:pt x="137350" y="58013"/>
                  </a:lnTo>
                  <a:lnTo>
                    <a:pt x="137350" y="50393"/>
                  </a:lnTo>
                  <a:close/>
                </a:path>
                <a:path w="187959" h="58420">
                  <a:moveTo>
                    <a:pt x="187744" y="24384"/>
                  </a:moveTo>
                  <a:lnTo>
                    <a:pt x="186220" y="19812"/>
                  </a:lnTo>
                  <a:lnTo>
                    <a:pt x="186220" y="16764"/>
                  </a:lnTo>
                  <a:lnTo>
                    <a:pt x="184696" y="12192"/>
                  </a:lnTo>
                  <a:lnTo>
                    <a:pt x="183172" y="9144"/>
                  </a:lnTo>
                  <a:lnTo>
                    <a:pt x="181648" y="7620"/>
                  </a:lnTo>
                  <a:lnTo>
                    <a:pt x="180886" y="6096"/>
                  </a:lnTo>
                  <a:lnTo>
                    <a:pt x="180124" y="4572"/>
                  </a:lnTo>
                  <a:lnTo>
                    <a:pt x="180124" y="24384"/>
                  </a:lnTo>
                  <a:lnTo>
                    <a:pt x="180124" y="36588"/>
                  </a:lnTo>
                  <a:lnTo>
                    <a:pt x="178600" y="39636"/>
                  </a:lnTo>
                  <a:lnTo>
                    <a:pt x="178600" y="42684"/>
                  </a:lnTo>
                  <a:lnTo>
                    <a:pt x="175552" y="45732"/>
                  </a:lnTo>
                  <a:lnTo>
                    <a:pt x="175552" y="48780"/>
                  </a:lnTo>
                  <a:lnTo>
                    <a:pt x="174028" y="50393"/>
                  </a:lnTo>
                  <a:lnTo>
                    <a:pt x="172504" y="50393"/>
                  </a:lnTo>
                  <a:lnTo>
                    <a:pt x="170980" y="51917"/>
                  </a:lnTo>
                  <a:lnTo>
                    <a:pt x="163360" y="51917"/>
                  </a:lnTo>
                  <a:lnTo>
                    <a:pt x="161836" y="50393"/>
                  </a:lnTo>
                  <a:lnTo>
                    <a:pt x="160312" y="50393"/>
                  </a:lnTo>
                  <a:lnTo>
                    <a:pt x="158788" y="48780"/>
                  </a:lnTo>
                  <a:lnTo>
                    <a:pt x="157175" y="47256"/>
                  </a:lnTo>
                  <a:lnTo>
                    <a:pt x="157175" y="45732"/>
                  </a:lnTo>
                  <a:lnTo>
                    <a:pt x="155651" y="44208"/>
                  </a:lnTo>
                  <a:lnTo>
                    <a:pt x="155651" y="41160"/>
                  </a:lnTo>
                  <a:lnTo>
                    <a:pt x="164541" y="35064"/>
                  </a:lnTo>
                  <a:lnTo>
                    <a:pt x="180124" y="24384"/>
                  </a:lnTo>
                  <a:lnTo>
                    <a:pt x="180124" y="4572"/>
                  </a:lnTo>
                  <a:lnTo>
                    <a:pt x="178600" y="3048"/>
                  </a:lnTo>
                  <a:lnTo>
                    <a:pt x="178600" y="16764"/>
                  </a:lnTo>
                  <a:lnTo>
                    <a:pt x="154127" y="35064"/>
                  </a:lnTo>
                  <a:lnTo>
                    <a:pt x="154127" y="19812"/>
                  </a:lnTo>
                  <a:lnTo>
                    <a:pt x="155651" y="16764"/>
                  </a:lnTo>
                  <a:lnTo>
                    <a:pt x="155651" y="13716"/>
                  </a:lnTo>
                  <a:lnTo>
                    <a:pt x="157175" y="12192"/>
                  </a:lnTo>
                  <a:lnTo>
                    <a:pt x="158788" y="10668"/>
                  </a:lnTo>
                  <a:lnTo>
                    <a:pt x="161836" y="7620"/>
                  </a:lnTo>
                  <a:lnTo>
                    <a:pt x="163360" y="7620"/>
                  </a:lnTo>
                  <a:lnTo>
                    <a:pt x="164884" y="6096"/>
                  </a:lnTo>
                  <a:lnTo>
                    <a:pt x="167932" y="6096"/>
                  </a:lnTo>
                  <a:lnTo>
                    <a:pt x="169456" y="7620"/>
                  </a:lnTo>
                  <a:lnTo>
                    <a:pt x="172504" y="7620"/>
                  </a:lnTo>
                  <a:lnTo>
                    <a:pt x="172504" y="9144"/>
                  </a:lnTo>
                  <a:lnTo>
                    <a:pt x="174028" y="9144"/>
                  </a:lnTo>
                  <a:lnTo>
                    <a:pt x="175552" y="10668"/>
                  </a:lnTo>
                  <a:lnTo>
                    <a:pt x="175552" y="12192"/>
                  </a:lnTo>
                  <a:lnTo>
                    <a:pt x="177076" y="13716"/>
                  </a:lnTo>
                  <a:lnTo>
                    <a:pt x="177076" y="15240"/>
                  </a:lnTo>
                  <a:lnTo>
                    <a:pt x="178600" y="16764"/>
                  </a:lnTo>
                  <a:lnTo>
                    <a:pt x="178600" y="3048"/>
                  </a:lnTo>
                  <a:lnTo>
                    <a:pt x="172504" y="0"/>
                  </a:lnTo>
                  <a:lnTo>
                    <a:pt x="163360" y="0"/>
                  </a:lnTo>
                  <a:lnTo>
                    <a:pt x="160312" y="1524"/>
                  </a:lnTo>
                  <a:lnTo>
                    <a:pt x="157175" y="1524"/>
                  </a:lnTo>
                  <a:lnTo>
                    <a:pt x="151079" y="7620"/>
                  </a:lnTo>
                  <a:lnTo>
                    <a:pt x="148031" y="13716"/>
                  </a:lnTo>
                  <a:lnTo>
                    <a:pt x="148031" y="16764"/>
                  </a:lnTo>
                  <a:lnTo>
                    <a:pt x="146507" y="21336"/>
                  </a:lnTo>
                  <a:lnTo>
                    <a:pt x="146507" y="38112"/>
                  </a:lnTo>
                  <a:lnTo>
                    <a:pt x="148031" y="42684"/>
                  </a:lnTo>
                  <a:lnTo>
                    <a:pt x="148031" y="45732"/>
                  </a:lnTo>
                  <a:lnTo>
                    <a:pt x="149555" y="48780"/>
                  </a:lnTo>
                  <a:lnTo>
                    <a:pt x="151079" y="51917"/>
                  </a:lnTo>
                  <a:lnTo>
                    <a:pt x="152603" y="53441"/>
                  </a:lnTo>
                  <a:lnTo>
                    <a:pt x="155651" y="54965"/>
                  </a:lnTo>
                  <a:lnTo>
                    <a:pt x="158788" y="56489"/>
                  </a:lnTo>
                  <a:lnTo>
                    <a:pt x="160312" y="58013"/>
                  </a:lnTo>
                  <a:lnTo>
                    <a:pt x="172504" y="58013"/>
                  </a:lnTo>
                  <a:lnTo>
                    <a:pt x="178600" y="54965"/>
                  </a:lnTo>
                  <a:lnTo>
                    <a:pt x="180124" y="53441"/>
                  </a:lnTo>
                  <a:lnTo>
                    <a:pt x="180886" y="51917"/>
                  </a:lnTo>
                  <a:lnTo>
                    <a:pt x="181648" y="50393"/>
                  </a:lnTo>
                  <a:lnTo>
                    <a:pt x="183172" y="47256"/>
                  </a:lnTo>
                  <a:lnTo>
                    <a:pt x="186220" y="41160"/>
                  </a:lnTo>
                  <a:lnTo>
                    <a:pt x="186220" y="38112"/>
                  </a:lnTo>
                  <a:lnTo>
                    <a:pt x="187744" y="33540"/>
                  </a:lnTo>
                  <a:lnTo>
                    <a:pt x="187744" y="2438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798" y="615214"/>
              <a:ext cx="6558924" cy="98737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15613" y="1668969"/>
              <a:ext cx="6551295" cy="253365"/>
            </a:xfrm>
            <a:custGeom>
              <a:avLst/>
              <a:gdLst/>
              <a:ahLst/>
              <a:cxnLst/>
              <a:rect l="l" t="t" r="r" b="b"/>
              <a:pathLst>
                <a:path w="6551295" h="253364">
                  <a:moveTo>
                    <a:pt x="0" y="199929"/>
                  </a:moveTo>
                  <a:lnTo>
                    <a:pt x="0" y="53435"/>
                  </a:lnTo>
                  <a:lnTo>
                    <a:pt x="0" y="50387"/>
                  </a:lnTo>
                  <a:lnTo>
                    <a:pt x="0" y="47339"/>
                  </a:lnTo>
                  <a:lnTo>
                    <a:pt x="0" y="42672"/>
                  </a:lnTo>
                  <a:lnTo>
                    <a:pt x="1524" y="39624"/>
                  </a:lnTo>
                  <a:lnTo>
                    <a:pt x="3143" y="36576"/>
                  </a:lnTo>
                  <a:lnTo>
                    <a:pt x="3143" y="33528"/>
                  </a:lnTo>
                  <a:lnTo>
                    <a:pt x="4667" y="28955"/>
                  </a:lnTo>
                  <a:lnTo>
                    <a:pt x="6191" y="25908"/>
                  </a:lnTo>
                  <a:lnTo>
                    <a:pt x="9239" y="22860"/>
                  </a:lnTo>
                  <a:lnTo>
                    <a:pt x="10763" y="21336"/>
                  </a:lnTo>
                  <a:lnTo>
                    <a:pt x="12287" y="18288"/>
                  </a:lnTo>
                  <a:lnTo>
                    <a:pt x="15335" y="15240"/>
                  </a:lnTo>
                  <a:lnTo>
                    <a:pt x="18383" y="12192"/>
                  </a:lnTo>
                  <a:lnTo>
                    <a:pt x="21431" y="10667"/>
                  </a:lnTo>
                  <a:lnTo>
                    <a:pt x="22955" y="9143"/>
                  </a:lnTo>
                  <a:lnTo>
                    <a:pt x="26003" y="6096"/>
                  </a:lnTo>
                  <a:lnTo>
                    <a:pt x="29051" y="4572"/>
                  </a:lnTo>
                  <a:lnTo>
                    <a:pt x="33623" y="3048"/>
                  </a:lnTo>
                  <a:lnTo>
                    <a:pt x="36671" y="3048"/>
                  </a:lnTo>
                  <a:lnTo>
                    <a:pt x="39719" y="1524"/>
                  </a:lnTo>
                  <a:lnTo>
                    <a:pt x="42767" y="0"/>
                  </a:lnTo>
                  <a:lnTo>
                    <a:pt x="47339" y="0"/>
                  </a:lnTo>
                  <a:lnTo>
                    <a:pt x="50387" y="0"/>
                  </a:lnTo>
                  <a:lnTo>
                    <a:pt x="6508527" y="0"/>
                  </a:lnTo>
                  <a:lnTo>
                    <a:pt x="6511575" y="1524"/>
                  </a:lnTo>
                  <a:lnTo>
                    <a:pt x="6514624" y="3048"/>
                  </a:lnTo>
                  <a:lnTo>
                    <a:pt x="6519195" y="3048"/>
                  </a:lnTo>
                  <a:lnTo>
                    <a:pt x="6522243" y="4572"/>
                  </a:lnTo>
                  <a:lnTo>
                    <a:pt x="6525292" y="6096"/>
                  </a:lnTo>
                  <a:lnTo>
                    <a:pt x="6528340" y="9143"/>
                  </a:lnTo>
                  <a:lnTo>
                    <a:pt x="6531388" y="10667"/>
                  </a:lnTo>
                  <a:lnTo>
                    <a:pt x="6532911" y="12192"/>
                  </a:lnTo>
                  <a:lnTo>
                    <a:pt x="6535959" y="15240"/>
                  </a:lnTo>
                  <a:lnTo>
                    <a:pt x="6539008" y="18288"/>
                  </a:lnTo>
                  <a:lnTo>
                    <a:pt x="6540531" y="21336"/>
                  </a:lnTo>
                  <a:lnTo>
                    <a:pt x="6542056" y="22860"/>
                  </a:lnTo>
                  <a:lnTo>
                    <a:pt x="6545104" y="25908"/>
                  </a:lnTo>
                  <a:lnTo>
                    <a:pt x="6546723" y="28955"/>
                  </a:lnTo>
                  <a:lnTo>
                    <a:pt x="6548247" y="33528"/>
                  </a:lnTo>
                  <a:lnTo>
                    <a:pt x="6549771" y="36576"/>
                  </a:lnTo>
                  <a:lnTo>
                    <a:pt x="6549771" y="39624"/>
                  </a:lnTo>
                  <a:lnTo>
                    <a:pt x="6551295" y="42672"/>
                  </a:lnTo>
                  <a:lnTo>
                    <a:pt x="6551295" y="47339"/>
                  </a:lnTo>
                  <a:lnTo>
                    <a:pt x="6551295" y="210597"/>
                  </a:lnTo>
                  <a:lnTo>
                    <a:pt x="6549771" y="213645"/>
                  </a:lnTo>
                  <a:lnTo>
                    <a:pt x="6549771" y="216693"/>
                  </a:lnTo>
                  <a:lnTo>
                    <a:pt x="6548247" y="221265"/>
                  </a:lnTo>
                  <a:lnTo>
                    <a:pt x="6546723" y="224313"/>
                  </a:lnTo>
                  <a:lnTo>
                    <a:pt x="6545104" y="227361"/>
                  </a:lnTo>
                  <a:lnTo>
                    <a:pt x="6542056" y="230409"/>
                  </a:lnTo>
                  <a:lnTo>
                    <a:pt x="6540531" y="233457"/>
                  </a:lnTo>
                  <a:lnTo>
                    <a:pt x="6539008" y="234981"/>
                  </a:lnTo>
                  <a:lnTo>
                    <a:pt x="6535959" y="238029"/>
                  </a:lnTo>
                  <a:lnTo>
                    <a:pt x="6532911" y="241077"/>
                  </a:lnTo>
                  <a:lnTo>
                    <a:pt x="6531388" y="242601"/>
                  </a:lnTo>
                  <a:lnTo>
                    <a:pt x="6528340" y="244125"/>
                  </a:lnTo>
                  <a:lnTo>
                    <a:pt x="6525292" y="247173"/>
                  </a:lnTo>
                  <a:lnTo>
                    <a:pt x="6522243" y="248793"/>
                  </a:lnTo>
                  <a:lnTo>
                    <a:pt x="6519195" y="250317"/>
                  </a:lnTo>
                  <a:lnTo>
                    <a:pt x="6514624" y="251841"/>
                  </a:lnTo>
                  <a:lnTo>
                    <a:pt x="6511575" y="251841"/>
                  </a:lnTo>
                  <a:lnTo>
                    <a:pt x="6508527" y="253365"/>
                  </a:lnTo>
                  <a:lnTo>
                    <a:pt x="42767" y="253365"/>
                  </a:lnTo>
                  <a:lnTo>
                    <a:pt x="39719" y="251841"/>
                  </a:lnTo>
                  <a:lnTo>
                    <a:pt x="36671" y="251841"/>
                  </a:lnTo>
                  <a:lnTo>
                    <a:pt x="33623" y="250317"/>
                  </a:lnTo>
                  <a:lnTo>
                    <a:pt x="29051" y="248793"/>
                  </a:lnTo>
                  <a:lnTo>
                    <a:pt x="26003" y="247173"/>
                  </a:lnTo>
                  <a:lnTo>
                    <a:pt x="22955" y="244125"/>
                  </a:lnTo>
                  <a:lnTo>
                    <a:pt x="21431" y="242601"/>
                  </a:lnTo>
                  <a:lnTo>
                    <a:pt x="18383" y="241077"/>
                  </a:lnTo>
                  <a:lnTo>
                    <a:pt x="15335" y="238029"/>
                  </a:lnTo>
                  <a:lnTo>
                    <a:pt x="12287" y="234981"/>
                  </a:lnTo>
                  <a:lnTo>
                    <a:pt x="10763" y="233457"/>
                  </a:lnTo>
                  <a:lnTo>
                    <a:pt x="9239" y="230409"/>
                  </a:lnTo>
                  <a:lnTo>
                    <a:pt x="6191" y="227361"/>
                  </a:lnTo>
                  <a:lnTo>
                    <a:pt x="4667" y="224313"/>
                  </a:lnTo>
                  <a:lnTo>
                    <a:pt x="3143" y="221265"/>
                  </a:lnTo>
                  <a:lnTo>
                    <a:pt x="3143" y="216693"/>
                  </a:lnTo>
                  <a:lnTo>
                    <a:pt x="1524" y="213645"/>
                  </a:lnTo>
                  <a:lnTo>
                    <a:pt x="0" y="210597"/>
                  </a:lnTo>
                  <a:lnTo>
                    <a:pt x="0" y="207549"/>
                  </a:lnTo>
                  <a:lnTo>
                    <a:pt x="0" y="202977"/>
                  </a:lnTo>
                  <a:lnTo>
                    <a:pt x="0" y="199929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3" name="object 13"/>
            <p:cNvSpPr/>
            <p:nvPr/>
          </p:nvSpPr>
          <p:spPr>
            <a:xfrm>
              <a:off x="718756" y="1672017"/>
              <a:ext cx="6545580" cy="247650"/>
            </a:xfrm>
            <a:custGeom>
              <a:avLst/>
              <a:gdLst/>
              <a:ahLst/>
              <a:cxnLst/>
              <a:rect l="l" t="t" r="r" b="b"/>
              <a:pathLst>
                <a:path w="6545580" h="247650">
                  <a:moveTo>
                    <a:pt x="6505384" y="247269"/>
                  </a:moveTo>
                  <a:lnTo>
                    <a:pt x="41148" y="247269"/>
                  </a:lnTo>
                  <a:lnTo>
                    <a:pt x="38100" y="245745"/>
                  </a:lnTo>
                  <a:lnTo>
                    <a:pt x="33528" y="245745"/>
                  </a:lnTo>
                  <a:lnTo>
                    <a:pt x="24384" y="241077"/>
                  </a:lnTo>
                  <a:lnTo>
                    <a:pt x="19812" y="236505"/>
                  </a:lnTo>
                  <a:lnTo>
                    <a:pt x="16764" y="234981"/>
                  </a:lnTo>
                  <a:lnTo>
                    <a:pt x="12192" y="230409"/>
                  </a:lnTo>
                  <a:lnTo>
                    <a:pt x="10668" y="227361"/>
                  </a:lnTo>
                  <a:lnTo>
                    <a:pt x="7620" y="225837"/>
                  </a:lnTo>
                  <a:lnTo>
                    <a:pt x="3048" y="216693"/>
                  </a:lnTo>
                  <a:lnTo>
                    <a:pt x="3048" y="213645"/>
                  </a:lnTo>
                  <a:lnTo>
                    <a:pt x="0" y="207549"/>
                  </a:lnTo>
                  <a:lnTo>
                    <a:pt x="0" y="196881"/>
                  </a:lnTo>
                  <a:lnTo>
                    <a:pt x="0" y="41243"/>
                  </a:lnTo>
                  <a:lnTo>
                    <a:pt x="1524" y="38100"/>
                  </a:lnTo>
                  <a:lnTo>
                    <a:pt x="3048" y="33528"/>
                  </a:lnTo>
                  <a:lnTo>
                    <a:pt x="3048" y="30480"/>
                  </a:lnTo>
                  <a:lnTo>
                    <a:pt x="6096" y="24383"/>
                  </a:lnTo>
                  <a:lnTo>
                    <a:pt x="10668" y="19812"/>
                  </a:lnTo>
                  <a:lnTo>
                    <a:pt x="12192" y="16764"/>
                  </a:lnTo>
                  <a:lnTo>
                    <a:pt x="15240" y="15240"/>
                  </a:lnTo>
                  <a:lnTo>
                    <a:pt x="16764" y="12192"/>
                  </a:lnTo>
                  <a:lnTo>
                    <a:pt x="19812" y="10668"/>
                  </a:lnTo>
                  <a:lnTo>
                    <a:pt x="24384" y="6095"/>
                  </a:lnTo>
                  <a:lnTo>
                    <a:pt x="30480" y="3048"/>
                  </a:lnTo>
                  <a:lnTo>
                    <a:pt x="33528" y="3048"/>
                  </a:lnTo>
                  <a:lnTo>
                    <a:pt x="38100" y="1524"/>
                  </a:lnTo>
                  <a:lnTo>
                    <a:pt x="41148" y="0"/>
                  </a:lnTo>
                  <a:lnTo>
                    <a:pt x="6505384" y="0"/>
                  </a:lnTo>
                  <a:lnTo>
                    <a:pt x="6511480" y="3048"/>
                  </a:lnTo>
                  <a:lnTo>
                    <a:pt x="6514528" y="3048"/>
                  </a:lnTo>
                  <a:lnTo>
                    <a:pt x="6523672" y="7619"/>
                  </a:lnTo>
                  <a:lnTo>
                    <a:pt x="6525196" y="10668"/>
                  </a:lnTo>
                  <a:lnTo>
                    <a:pt x="6528244" y="12192"/>
                  </a:lnTo>
                  <a:lnTo>
                    <a:pt x="6532816" y="16764"/>
                  </a:lnTo>
                  <a:lnTo>
                    <a:pt x="6534340" y="19812"/>
                  </a:lnTo>
                  <a:lnTo>
                    <a:pt x="6538912" y="24383"/>
                  </a:lnTo>
                  <a:lnTo>
                    <a:pt x="6543579" y="33528"/>
                  </a:lnTo>
                  <a:lnTo>
                    <a:pt x="6543579" y="38100"/>
                  </a:lnTo>
                  <a:lnTo>
                    <a:pt x="6545104" y="41243"/>
                  </a:lnTo>
                  <a:lnTo>
                    <a:pt x="6545104" y="207549"/>
                  </a:lnTo>
                  <a:lnTo>
                    <a:pt x="6543579" y="210597"/>
                  </a:lnTo>
                  <a:lnTo>
                    <a:pt x="6543579" y="213645"/>
                  </a:lnTo>
                  <a:lnTo>
                    <a:pt x="6537388" y="225837"/>
                  </a:lnTo>
                  <a:lnTo>
                    <a:pt x="6534340" y="227361"/>
                  </a:lnTo>
                  <a:lnTo>
                    <a:pt x="6531292" y="233457"/>
                  </a:lnTo>
                  <a:lnTo>
                    <a:pt x="6525196" y="236505"/>
                  </a:lnTo>
                  <a:lnTo>
                    <a:pt x="6523672" y="239553"/>
                  </a:lnTo>
                  <a:lnTo>
                    <a:pt x="6511480" y="245745"/>
                  </a:lnTo>
                  <a:lnTo>
                    <a:pt x="6508432" y="245745"/>
                  </a:lnTo>
                  <a:lnTo>
                    <a:pt x="6505384" y="247269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3358" y="1768131"/>
              <a:ext cx="44450" cy="56515"/>
            </a:xfrm>
            <a:custGeom>
              <a:avLst/>
              <a:gdLst/>
              <a:ahLst/>
              <a:cxnLst/>
              <a:rect l="l" t="t" r="r" b="b"/>
              <a:pathLst>
                <a:path w="44450" h="56514">
                  <a:moveTo>
                    <a:pt x="44284" y="13817"/>
                  </a:moveTo>
                  <a:lnTo>
                    <a:pt x="35140" y="13817"/>
                  </a:lnTo>
                  <a:lnTo>
                    <a:pt x="36664" y="0"/>
                  </a:lnTo>
                  <a:lnTo>
                    <a:pt x="30568" y="0"/>
                  </a:lnTo>
                  <a:lnTo>
                    <a:pt x="29044" y="13817"/>
                  </a:lnTo>
                  <a:lnTo>
                    <a:pt x="29044" y="19913"/>
                  </a:lnTo>
                  <a:lnTo>
                    <a:pt x="27520" y="35153"/>
                  </a:lnTo>
                  <a:lnTo>
                    <a:pt x="15240" y="35153"/>
                  </a:lnTo>
                  <a:lnTo>
                    <a:pt x="16764" y="19913"/>
                  </a:lnTo>
                  <a:lnTo>
                    <a:pt x="29044" y="19913"/>
                  </a:lnTo>
                  <a:lnTo>
                    <a:pt x="29044" y="13817"/>
                  </a:lnTo>
                  <a:lnTo>
                    <a:pt x="18288" y="13817"/>
                  </a:lnTo>
                  <a:lnTo>
                    <a:pt x="19812" y="0"/>
                  </a:lnTo>
                  <a:lnTo>
                    <a:pt x="13716" y="0"/>
                  </a:lnTo>
                  <a:lnTo>
                    <a:pt x="12192" y="13817"/>
                  </a:lnTo>
                  <a:lnTo>
                    <a:pt x="1524" y="13817"/>
                  </a:lnTo>
                  <a:lnTo>
                    <a:pt x="1524" y="19913"/>
                  </a:lnTo>
                  <a:lnTo>
                    <a:pt x="10668" y="19913"/>
                  </a:lnTo>
                  <a:lnTo>
                    <a:pt x="9144" y="35153"/>
                  </a:lnTo>
                  <a:lnTo>
                    <a:pt x="0" y="35153"/>
                  </a:lnTo>
                  <a:lnTo>
                    <a:pt x="0" y="39725"/>
                  </a:lnTo>
                  <a:lnTo>
                    <a:pt x="9144" y="39725"/>
                  </a:lnTo>
                  <a:lnTo>
                    <a:pt x="7620" y="56489"/>
                  </a:lnTo>
                  <a:lnTo>
                    <a:pt x="13716" y="56489"/>
                  </a:lnTo>
                  <a:lnTo>
                    <a:pt x="15240" y="39725"/>
                  </a:lnTo>
                  <a:lnTo>
                    <a:pt x="25996" y="39725"/>
                  </a:lnTo>
                  <a:lnTo>
                    <a:pt x="24472" y="56489"/>
                  </a:lnTo>
                  <a:lnTo>
                    <a:pt x="30568" y="56489"/>
                  </a:lnTo>
                  <a:lnTo>
                    <a:pt x="32092" y="39725"/>
                  </a:lnTo>
                  <a:lnTo>
                    <a:pt x="42760" y="39725"/>
                  </a:lnTo>
                  <a:lnTo>
                    <a:pt x="42760" y="35153"/>
                  </a:lnTo>
                  <a:lnTo>
                    <a:pt x="33616" y="35153"/>
                  </a:lnTo>
                  <a:lnTo>
                    <a:pt x="35140" y="19913"/>
                  </a:lnTo>
                  <a:lnTo>
                    <a:pt x="44284" y="19913"/>
                  </a:lnTo>
                  <a:lnTo>
                    <a:pt x="44284" y="13817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804" y="2243328"/>
              <a:ext cx="6547103" cy="762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798" y="1988719"/>
              <a:ext cx="6558924" cy="57998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5613" y="2635090"/>
              <a:ext cx="6551295" cy="255270"/>
            </a:xfrm>
            <a:custGeom>
              <a:avLst/>
              <a:gdLst/>
              <a:ahLst/>
              <a:cxnLst/>
              <a:rect l="l" t="t" r="r" b="b"/>
              <a:pathLst>
                <a:path w="6551295" h="255269">
                  <a:moveTo>
                    <a:pt x="0" y="199929"/>
                  </a:moveTo>
                  <a:lnTo>
                    <a:pt x="0" y="54864"/>
                  </a:lnTo>
                  <a:lnTo>
                    <a:pt x="0" y="50292"/>
                  </a:lnTo>
                  <a:lnTo>
                    <a:pt x="0" y="47243"/>
                  </a:lnTo>
                  <a:lnTo>
                    <a:pt x="0" y="44196"/>
                  </a:lnTo>
                  <a:lnTo>
                    <a:pt x="1524" y="39624"/>
                  </a:lnTo>
                  <a:lnTo>
                    <a:pt x="3143" y="36576"/>
                  </a:lnTo>
                  <a:lnTo>
                    <a:pt x="3143" y="33528"/>
                  </a:lnTo>
                  <a:lnTo>
                    <a:pt x="4667" y="30479"/>
                  </a:lnTo>
                  <a:lnTo>
                    <a:pt x="6191" y="27431"/>
                  </a:lnTo>
                  <a:lnTo>
                    <a:pt x="9239" y="24384"/>
                  </a:lnTo>
                  <a:lnTo>
                    <a:pt x="10763" y="21336"/>
                  </a:lnTo>
                  <a:lnTo>
                    <a:pt x="12287" y="18288"/>
                  </a:lnTo>
                  <a:lnTo>
                    <a:pt x="15335" y="15240"/>
                  </a:lnTo>
                  <a:lnTo>
                    <a:pt x="18383" y="13716"/>
                  </a:lnTo>
                  <a:lnTo>
                    <a:pt x="21431" y="10667"/>
                  </a:lnTo>
                  <a:lnTo>
                    <a:pt x="22955" y="9143"/>
                  </a:lnTo>
                  <a:lnTo>
                    <a:pt x="26003" y="7619"/>
                  </a:lnTo>
                  <a:lnTo>
                    <a:pt x="29051" y="6096"/>
                  </a:lnTo>
                  <a:lnTo>
                    <a:pt x="33623" y="4572"/>
                  </a:lnTo>
                  <a:lnTo>
                    <a:pt x="36671" y="3048"/>
                  </a:lnTo>
                  <a:lnTo>
                    <a:pt x="39719" y="1524"/>
                  </a:lnTo>
                  <a:lnTo>
                    <a:pt x="42767" y="1524"/>
                  </a:lnTo>
                  <a:lnTo>
                    <a:pt x="47339" y="0"/>
                  </a:lnTo>
                  <a:lnTo>
                    <a:pt x="6505479" y="0"/>
                  </a:lnTo>
                  <a:lnTo>
                    <a:pt x="6508527" y="1524"/>
                  </a:lnTo>
                  <a:lnTo>
                    <a:pt x="6511575" y="1524"/>
                  </a:lnTo>
                  <a:lnTo>
                    <a:pt x="6514624" y="3048"/>
                  </a:lnTo>
                  <a:lnTo>
                    <a:pt x="6519195" y="4572"/>
                  </a:lnTo>
                  <a:lnTo>
                    <a:pt x="6522243" y="6096"/>
                  </a:lnTo>
                  <a:lnTo>
                    <a:pt x="6525292" y="7619"/>
                  </a:lnTo>
                  <a:lnTo>
                    <a:pt x="6528340" y="9143"/>
                  </a:lnTo>
                  <a:lnTo>
                    <a:pt x="6531388" y="10667"/>
                  </a:lnTo>
                  <a:lnTo>
                    <a:pt x="6532911" y="13716"/>
                  </a:lnTo>
                  <a:lnTo>
                    <a:pt x="6535959" y="15240"/>
                  </a:lnTo>
                  <a:lnTo>
                    <a:pt x="6539008" y="18288"/>
                  </a:lnTo>
                  <a:lnTo>
                    <a:pt x="6540531" y="21336"/>
                  </a:lnTo>
                  <a:lnTo>
                    <a:pt x="6542056" y="24384"/>
                  </a:lnTo>
                  <a:lnTo>
                    <a:pt x="6545104" y="27431"/>
                  </a:lnTo>
                  <a:lnTo>
                    <a:pt x="6546723" y="30479"/>
                  </a:lnTo>
                  <a:lnTo>
                    <a:pt x="6548247" y="33528"/>
                  </a:lnTo>
                  <a:lnTo>
                    <a:pt x="6549771" y="36576"/>
                  </a:lnTo>
                  <a:lnTo>
                    <a:pt x="6549771" y="39624"/>
                  </a:lnTo>
                  <a:lnTo>
                    <a:pt x="6551295" y="44196"/>
                  </a:lnTo>
                  <a:lnTo>
                    <a:pt x="6551295" y="47243"/>
                  </a:lnTo>
                  <a:lnTo>
                    <a:pt x="6551295" y="210597"/>
                  </a:lnTo>
                  <a:lnTo>
                    <a:pt x="6549771" y="215169"/>
                  </a:lnTo>
                  <a:lnTo>
                    <a:pt x="6549771" y="218217"/>
                  </a:lnTo>
                  <a:lnTo>
                    <a:pt x="6548247" y="221265"/>
                  </a:lnTo>
                  <a:lnTo>
                    <a:pt x="6546723" y="224313"/>
                  </a:lnTo>
                  <a:lnTo>
                    <a:pt x="6545104" y="227361"/>
                  </a:lnTo>
                  <a:lnTo>
                    <a:pt x="6542056" y="230409"/>
                  </a:lnTo>
                  <a:lnTo>
                    <a:pt x="6540531" y="233457"/>
                  </a:lnTo>
                  <a:lnTo>
                    <a:pt x="6539008" y="236505"/>
                  </a:lnTo>
                  <a:lnTo>
                    <a:pt x="6535959" y="238029"/>
                  </a:lnTo>
                  <a:lnTo>
                    <a:pt x="6532911" y="241077"/>
                  </a:lnTo>
                  <a:lnTo>
                    <a:pt x="6531388" y="242601"/>
                  </a:lnTo>
                  <a:lnTo>
                    <a:pt x="6528340" y="245649"/>
                  </a:lnTo>
                  <a:lnTo>
                    <a:pt x="6525292" y="247173"/>
                  </a:lnTo>
                  <a:lnTo>
                    <a:pt x="6522243" y="248697"/>
                  </a:lnTo>
                  <a:lnTo>
                    <a:pt x="6519195" y="250221"/>
                  </a:lnTo>
                  <a:lnTo>
                    <a:pt x="6514624" y="251745"/>
                  </a:lnTo>
                  <a:lnTo>
                    <a:pt x="6511575" y="253269"/>
                  </a:lnTo>
                  <a:lnTo>
                    <a:pt x="6508527" y="253269"/>
                  </a:lnTo>
                  <a:lnTo>
                    <a:pt x="6505479" y="254793"/>
                  </a:lnTo>
                  <a:lnTo>
                    <a:pt x="6500908" y="254793"/>
                  </a:lnTo>
                  <a:lnTo>
                    <a:pt x="6497859" y="254793"/>
                  </a:lnTo>
                  <a:lnTo>
                    <a:pt x="53435" y="254793"/>
                  </a:lnTo>
                  <a:lnTo>
                    <a:pt x="50387" y="254793"/>
                  </a:lnTo>
                  <a:lnTo>
                    <a:pt x="47339" y="254793"/>
                  </a:lnTo>
                  <a:lnTo>
                    <a:pt x="42767" y="253269"/>
                  </a:lnTo>
                  <a:lnTo>
                    <a:pt x="39719" y="253269"/>
                  </a:lnTo>
                  <a:lnTo>
                    <a:pt x="36671" y="251745"/>
                  </a:lnTo>
                  <a:lnTo>
                    <a:pt x="33623" y="250221"/>
                  </a:lnTo>
                  <a:lnTo>
                    <a:pt x="29051" y="248697"/>
                  </a:lnTo>
                  <a:lnTo>
                    <a:pt x="26003" y="247173"/>
                  </a:lnTo>
                  <a:lnTo>
                    <a:pt x="22955" y="245649"/>
                  </a:lnTo>
                  <a:lnTo>
                    <a:pt x="21431" y="242601"/>
                  </a:lnTo>
                  <a:lnTo>
                    <a:pt x="18383" y="241077"/>
                  </a:lnTo>
                  <a:lnTo>
                    <a:pt x="15335" y="238029"/>
                  </a:lnTo>
                  <a:lnTo>
                    <a:pt x="12287" y="236505"/>
                  </a:lnTo>
                  <a:lnTo>
                    <a:pt x="10763" y="233457"/>
                  </a:lnTo>
                  <a:lnTo>
                    <a:pt x="9239" y="230409"/>
                  </a:lnTo>
                  <a:lnTo>
                    <a:pt x="6191" y="227361"/>
                  </a:lnTo>
                  <a:lnTo>
                    <a:pt x="4667" y="224313"/>
                  </a:lnTo>
                  <a:lnTo>
                    <a:pt x="3143" y="221265"/>
                  </a:lnTo>
                  <a:lnTo>
                    <a:pt x="3143" y="218217"/>
                  </a:lnTo>
                  <a:lnTo>
                    <a:pt x="1524" y="215169"/>
                  </a:lnTo>
                  <a:lnTo>
                    <a:pt x="0" y="210597"/>
                  </a:lnTo>
                  <a:lnTo>
                    <a:pt x="0" y="207549"/>
                  </a:lnTo>
                  <a:lnTo>
                    <a:pt x="0" y="204501"/>
                  </a:lnTo>
                  <a:lnTo>
                    <a:pt x="0" y="199929"/>
                  </a:lnTo>
                </a:path>
              </a:pathLst>
            </a:custGeom>
            <a:ln w="7629">
              <a:solidFill>
                <a:srgbClr val="444646"/>
              </a:solidFill>
            </a:ln>
          </p:spPr>
          <p:txBody>
            <a:bodyPr wrap="square" lIns="0" tIns="0" rIns="0" bIns="0" rtlCol="0"/>
            <a:lstStyle/>
            <a:p>
              <a:endParaRPr sz="921"/>
            </a:p>
          </p:txBody>
        </p:sp>
        <p:sp>
          <p:nvSpPr>
            <p:cNvPr id="18" name="object 18"/>
            <p:cNvSpPr/>
            <p:nvPr/>
          </p:nvSpPr>
          <p:spPr>
            <a:xfrm>
              <a:off x="718756" y="2638138"/>
              <a:ext cx="6545580" cy="248920"/>
            </a:xfrm>
            <a:custGeom>
              <a:avLst/>
              <a:gdLst/>
              <a:ahLst/>
              <a:cxnLst/>
              <a:rect l="l" t="t" r="r" b="b"/>
              <a:pathLst>
                <a:path w="6545580" h="248919">
                  <a:moveTo>
                    <a:pt x="6497764" y="248697"/>
                  </a:moveTo>
                  <a:lnTo>
                    <a:pt x="47244" y="248697"/>
                  </a:lnTo>
                  <a:lnTo>
                    <a:pt x="44196" y="247173"/>
                  </a:lnTo>
                  <a:lnTo>
                    <a:pt x="38100" y="247173"/>
                  </a:lnTo>
                  <a:lnTo>
                    <a:pt x="33528" y="245649"/>
                  </a:lnTo>
                  <a:lnTo>
                    <a:pt x="24384" y="241077"/>
                  </a:lnTo>
                  <a:lnTo>
                    <a:pt x="22860" y="239553"/>
                  </a:lnTo>
                  <a:lnTo>
                    <a:pt x="19812" y="238029"/>
                  </a:lnTo>
                  <a:lnTo>
                    <a:pt x="7620" y="225837"/>
                  </a:lnTo>
                  <a:lnTo>
                    <a:pt x="3048" y="216693"/>
                  </a:lnTo>
                  <a:lnTo>
                    <a:pt x="3048" y="213645"/>
                  </a:lnTo>
                  <a:lnTo>
                    <a:pt x="0" y="207549"/>
                  </a:lnTo>
                  <a:lnTo>
                    <a:pt x="0" y="196881"/>
                  </a:lnTo>
                  <a:lnTo>
                    <a:pt x="0" y="41148"/>
                  </a:lnTo>
                  <a:lnTo>
                    <a:pt x="3048" y="35052"/>
                  </a:lnTo>
                  <a:lnTo>
                    <a:pt x="3048" y="32004"/>
                  </a:lnTo>
                  <a:lnTo>
                    <a:pt x="7620" y="22860"/>
                  </a:lnTo>
                  <a:lnTo>
                    <a:pt x="10668" y="19812"/>
                  </a:lnTo>
                  <a:lnTo>
                    <a:pt x="12192" y="16764"/>
                  </a:lnTo>
                  <a:lnTo>
                    <a:pt x="15240" y="15240"/>
                  </a:lnTo>
                  <a:lnTo>
                    <a:pt x="16764" y="12192"/>
                  </a:lnTo>
                  <a:lnTo>
                    <a:pt x="22860" y="9144"/>
                  </a:lnTo>
                  <a:lnTo>
                    <a:pt x="24384" y="7619"/>
                  </a:lnTo>
                  <a:lnTo>
                    <a:pt x="33528" y="3048"/>
                  </a:lnTo>
                  <a:lnTo>
                    <a:pt x="38100" y="1524"/>
                  </a:lnTo>
                  <a:lnTo>
                    <a:pt x="41148" y="1524"/>
                  </a:lnTo>
                  <a:lnTo>
                    <a:pt x="44196" y="0"/>
                  </a:lnTo>
                  <a:lnTo>
                    <a:pt x="6500812" y="0"/>
                  </a:lnTo>
                  <a:lnTo>
                    <a:pt x="6505384" y="1524"/>
                  </a:lnTo>
                  <a:lnTo>
                    <a:pt x="6508432" y="1524"/>
                  </a:lnTo>
                  <a:lnTo>
                    <a:pt x="6523672" y="9144"/>
                  </a:lnTo>
                  <a:lnTo>
                    <a:pt x="6525196" y="10668"/>
                  </a:lnTo>
                  <a:lnTo>
                    <a:pt x="6528244" y="12192"/>
                  </a:lnTo>
                  <a:lnTo>
                    <a:pt x="6532816" y="16764"/>
                  </a:lnTo>
                  <a:lnTo>
                    <a:pt x="6534340" y="19812"/>
                  </a:lnTo>
                  <a:lnTo>
                    <a:pt x="6537388" y="22860"/>
                  </a:lnTo>
                  <a:lnTo>
                    <a:pt x="6543579" y="35052"/>
                  </a:lnTo>
                  <a:lnTo>
                    <a:pt x="6543579" y="38100"/>
                  </a:lnTo>
                  <a:lnTo>
                    <a:pt x="6545104" y="41148"/>
                  </a:lnTo>
                  <a:lnTo>
                    <a:pt x="6545104" y="207549"/>
                  </a:lnTo>
                  <a:lnTo>
                    <a:pt x="6543579" y="210597"/>
                  </a:lnTo>
                  <a:lnTo>
                    <a:pt x="6543579" y="213645"/>
                  </a:lnTo>
                  <a:lnTo>
                    <a:pt x="6537388" y="225837"/>
                  </a:lnTo>
                  <a:lnTo>
                    <a:pt x="6532816" y="230409"/>
                  </a:lnTo>
                  <a:lnTo>
                    <a:pt x="6531292" y="233457"/>
                  </a:lnTo>
                  <a:lnTo>
                    <a:pt x="6528244" y="234981"/>
                  </a:lnTo>
                  <a:lnTo>
                    <a:pt x="6523672" y="239553"/>
                  </a:lnTo>
                  <a:lnTo>
                    <a:pt x="6508432" y="247173"/>
                  </a:lnTo>
                  <a:lnTo>
                    <a:pt x="6500812" y="247173"/>
                  </a:lnTo>
                  <a:lnTo>
                    <a:pt x="6497764" y="248697"/>
                  </a:lnTo>
                  <a:close/>
                </a:path>
              </a:pathLst>
            </a:custGeom>
            <a:solidFill>
              <a:srgbClr val="282A2B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4983" y="2726435"/>
              <a:ext cx="1594104" cy="8381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2746155" y="108179"/>
            <a:ext cx="411740" cy="45460"/>
            <a:chOff x="315658" y="211550"/>
            <a:chExt cx="805180" cy="88900"/>
          </a:xfrm>
        </p:grpSpPr>
        <p:sp>
          <p:nvSpPr>
            <p:cNvPr id="21" name="object 21"/>
            <p:cNvSpPr/>
            <p:nvPr/>
          </p:nvSpPr>
          <p:spPr>
            <a:xfrm>
              <a:off x="315658" y="213074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39" h="73660">
                  <a:moveTo>
                    <a:pt x="27432" y="73247"/>
                  </a:moveTo>
                  <a:lnTo>
                    <a:pt x="18288" y="73247"/>
                  </a:lnTo>
                  <a:lnTo>
                    <a:pt x="18288" y="15240"/>
                  </a:lnTo>
                  <a:lnTo>
                    <a:pt x="16764" y="18288"/>
                  </a:lnTo>
                  <a:lnTo>
                    <a:pt x="13716" y="19812"/>
                  </a:lnTo>
                  <a:lnTo>
                    <a:pt x="9144" y="21336"/>
                  </a:lnTo>
                  <a:lnTo>
                    <a:pt x="6096" y="24384"/>
                  </a:lnTo>
                  <a:lnTo>
                    <a:pt x="3048" y="26003"/>
                  </a:lnTo>
                  <a:lnTo>
                    <a:pt x="0" y="26003"/>
                  </a:lnTo>
                  <a:lnTo>
                    <a:pt x="0" y="18288"/>
                  </a:lnTo>
                  <a:lnTo>
                    <a:pt x="6096" y="15240"/>
                  </a:lnTo>
                  <a:lnTo>
                    <a:pt x="9144" y="12192"/>
                  </a:lnTo>
                  <a:lnTo>
                    <a:pt x="13716" y="9144"/>
                  </a:lnTo>
                  <a:lnTo>
                    <a:pt x="19812" y="3048"/>
                  </a:lnTo>
                  <a:lnTo>
                    <a:pt x="21336" y="0"/>
                  </a:lnTo>
                  <a:lnTo>
                    <a:pt x="27432" y="0"/>
                  </a:lnTo>
                  <a:lnTo>
                    <a:pt x="27432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6045" y="211550"/>
              <a:ext cx="467201" cy="884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395" y="213074"/>
              <a:ext cx="128301" cy="7324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22591" y="213080"/>
              <a:ext cx="97790" cy="73660"/>
            </a:xfrm>
            <a:custGeom>
              <a:avLst/>
              <a:gdLst/>
              <a:ahLst/>
              <a:cxnLst/>
              <a:rect l="l" t="t" r="r" b="b"/>
              <a:pathLst>
                <a:path w="97790" h="73660">
                  <a:moveTo>
                    <a:pt x="27432" y="0"/>
                  </a:moveTo>
                  <a:lnTo>
                    <a:pt x="21336" y="0"/>
                  </a:lnTo>
                  <a:lnTo>
                    <a:pt x="19812" y="3048"/>
                  </a:lnTo>
                  <a:lnTo>
                    <a:pt x="13716" y="9144"/>
                  </a:lnTo>
                  <a:lnTo>
                    <a:pt x="9144" y="12192"/>
                  </a:lnTo>
                  <a:lnTo>
                    <a:pt x="6096" y="15240"/>
                  </a:lnTo>
                  <a:lnTo>
                    <a:pt x="0" y="18288"/>
                  </a:lnTo>
                  <a:lnTo>
                    <a:pt x="0" y="25996"/>
                  </a:lnTo>
                  <a:lnTo>
                    <a:pt x="3048" y="25996"/>
                  </a:lnTo>
                  <a:lnTo>
                    <a:pt x="6096" y="24384"/>
                  </a:lnTo>
                  <a:lnTo>
                    <a:pt x="9144" y="21336"/>
                  </a:lnTo>
                  <a:lnTo>
                    <a:pt x="13716" y="19812"/>
                  </a:lnTo>
                  <a:lnTo>
                    <a:pt x="16764" y="18288"/>
                  </a:lnTo>
                  <a:lnTo>
                    <a:pt x="18288" y="15240"/>
                  </a:lnTo>
                  <a:lnTo>
                    <a:pt x="18288" y="73240"/>
                  </a:lnTo>
                  <a:lnTo>
                    <a:pt x="27432" y="73240"/>
                  </a:lnTo>
                  <a:lnTo>
                    <a:pt x="27432" y="0"/>
                  </a:lnTo>
                  <a:close/>
                </a:path>
                <a:path w="97790" h="73660">
                  <a:moveTo>
                    <a:pt x="97637" y="13716"/>
                  </a:moveTo>
                  <a:lnTo>
                    <a:pt x="91541" y="4572"/>
                  </a:lnTo>
                  <a:lnTo>
                    <a:pt x="86969" y="1524"/>
                  </a:lnTo>
                  <a:lnTo>
                    <a:pt x="80873" y="0"/>
                  </a:lnTo>
                  <a:lnTo>
                    <a:pt x="67068" y="0"/>
                  </a:lnTo>
                  <a:lnTo>
                    <a:pt x="50304" y="19812"/>
                  </a:lnTo>
                  <a:lnTo>
                    <a:pt x="59448" y="21336"/>
                  </a:lnTo>
                  <a:lnTo>
                    <a:pt x="59448" y="16764"/>
                  </a:lnTo>
                  <a:lnTo>
                    <a:pt x="60972" y="13716"/>
                  </a:lnTo>
                  <a:lnTo>
                    <a:pt x="67068" y="7620"/>
                  </a:lnTo>
                  <a:lnTo>
                    <a:pt x="70205" y="6096"/>
                  </a:lnTo>
                  <a:lnTo>
                    <a:pt x="77825" y="6096"/>
                  </a:lnTo>
                  <a:lnTo>
                    <a:pt x="80873" y="7620"/>
                  </a:lnTo>
                  <a:lnTo>
                    <a:pt x="83921" y="10668"/>
                  </a:lnTo>
                  <a:lnTo>
                    <a:pt x="86969" y="12192"/>
                  </a:lnTo>
                  <a:lnTo>
                    <a:pt x="88493" y="15240"/>
                  </a:lnTo>
                  <a:lnTo>
                    <a:pt x="88493" y="22860"/>
                  </a:lnTo>
                  <a:lnTo>
                    <a:pt x="86969" y="25996"/>
                  </a:lnTo>
                  <a:lnTo>
                    <a:pt x="83921" y="30568"/>
                  </a:lnTo>
                  <a:lnTo>
                    <a:pt x="80873" y="33616"/>
                  </a:lnTo>
                  <a:lnTo>
                    <a:pt x="76301" y="39712"/>
                  </a:lnTo>
                  <a:lnTo>
                    <a:pt x="67068" y="45808"/>
                  </a:lnTo>
                  <a:lnTo>
                    <a:pt x="62496" y="50380"/>
                  </a:lnTo>
                  <a:lnTo>
                    <a:pt x="57924" y="53428"/>
                  </a:lnTo>
                  <a:lnTo>
                    <a:pt x="56400" y="56476"/>
                  </a:lnTo>
                  <a:lnTo>
                    <a:pt x="53352" y="59524"/>
                  </a:lnTo>
                  <a:lnTo>
                    <a:pt x="48780" y="68668"/>
                  </a:lnTo>
                  <a:lnTo>
                    <a:pt x="48780" y="73240"/>
                  </a:lnTo>
                  <a:lnTo>
                    <a:pt x="97637" y="73240"/>
                  </a:lnTo>
                  <a:lnTo>
                    <a:pt x="97637" y="64096"/>
                  </a:lnTo>
                  <a:lnTo>
                    <a:pt x="60972" y="64096"/>
                  </a:lnTo>
                  <a:lnTo>
                    <a:pt x="70205" y="54952"/>
                  </a:lnTo>
                  <a:lnTo>
                    <a:pt x="76301" y="50380"/>
                  </a:lnTo>
                  <a:lnTo>
                    <a:pt x="90017" y="36664"/>
                  </a:lnTo>
                  <a:lnTo>
                    <a:pt x="91541" y="33616"/>
                  </a:lnTo>
                  <a:lnTo>
                    <a:pt x="94589" y="30568"/>
                  </a:lnTo>
                  <a:lnTo>
                    <a:pt x="94589" y="27520"/>
                  </a:lnTo>
                  <a:lnTo>
                    <a:pt x="96113" y="25996"/>
                  </a:lnTo>
                  <a:lnTo>
                    <a:pt x="97637" y="22860"/>
                  </a:lnTo>
                  <a:lnTo>
                    <a:pt x="97637" y="13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545698" y="108179"/>
            <a:ext cx="672487" cy="48383"/>
            <a:chOff x="3834764" y="211550"/>
            <a:chExt cx="1315085" cy="94615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34764" y="213074"/>
              <a:ext cx="958786" cy="9305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29555" y="254507"/>
              <a:ext cx="27940" cy="9525"/>
            </a:xfrm>
            <a:custGeom>
              <a:avLst/>
              <a:gdLst/>
              <a:ahLst/>
              <a:cxnLst/>
              <a:rect l="l" t="t" r="r" b="b"/>
              <a:pathLst>
                <a:path w="27939" h="9525">
                  <a:moveTo>
                    <a:pt x="27432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21"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92802" y="211550"/>
              <a:ext cx="256508" cy="74961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43817" y="5005220"/>
            <a:ext cx="2801210" cy="4841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39786" y="5005219"/>
            <a:ext cx="67946" cy="3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1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